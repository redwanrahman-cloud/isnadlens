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0b131db151c4873" /><Relationship Type="http://schemas.openxmlformats.org/officeDocument/2006/relationships/extended-properties" Target="/docProps/app.xml" Id="R5466193c567a4838" /><Relationship Type="http://schemas.openxmlformats.org/officeDocument/2006/relationships/officeDocument" Target="/ppt/presentation.xml" Id="R964b27bb02e94113" /></Relationships>
</file>

<file path=ppt/presentation.xml><?xml version="1.0" encoding="utf-8"?>
<p:presentation xmlns:p="http://schemas.openxmlformats.org/presentationml/2006/main">
  <p:sldMasterIdLst>
    <p:sldMasterId xmlns:r="http://schemas.openxmlformats.org/officeDocument/2006/relationships" id="2147483648" r:id="Rba7d5b4d290d4966"/>
  </p:sldMasterIdLst>
  <p:notesMasterIdLst>
    <p:notesMasterId xmlns:r="http://schemas.openxmlformats.org/officeDocument/2006/relationships" r:id="Rb3c2db163ac2439a"/>
  </p:notesMasterIdLst>
  <p:sldIdLst>
    <p:sldId xmlns:r="http://schemas.openxmlformats.org/officeDocument/2006/relationships" id="256" r:id="R7c0d2918a08d4fa5"/>
    <p:sldId xmlns:r="http://schemas.openxmlformats.org/officeDocument/2006/relationships" id="257" r:id="Rf88b382edec24a12"/>
    <p:sldId xmlns:r="http://schemas.openxmlformats.org/officeDocument/2006/relationships" id="258" r:id="Rc1861d12fb0945b1"/>
    <p:sldId xmlns:r="http://schemas.openxmlformats.org/officeDocument/2006/relationships" id="259" r:id="Ra36c3e900bd74385"/>
    <p:sldId xmlns:r="http://schemas.openxmlformats.org/officeDocument/2006/relationships" id="260" r:id="R0e1c8bc3777b4beb"/>
    <p:sldId xmlns:r="http://schemas.openxmlformats.org/officeDocument/2006/relationships" id="261" r:id="Rb8df1bde8e3f48a5"/>
    <p:sldId xmlns:r="http://schemas.openxmlformats.org/officeDocument/2006/relationships" id="262" r:id="R7a08b8958f7f4172"/>
    <p:sldId xmlns:r="http://schemas.openxmlformats.org/officeDocument/2006/relationships" id="263" r:id="R0bc0299f48674e8a"/>
    <p:sldId xmlns:r="http://schemas.openxmlformats.org/officeDocument/2006/relationships" id="264" r:id="Rabffaaff03384696"/>
    <p:sldId xmlns:r="http://schemas.openxmlformats.org/officeDocument/2006/relationships" id="265" r:id="R074a21681f564d62"/>
    <p:sldId xmlns:r="http://schemas.openxmlformats.org/officeDocument/2006/relationships" id="266" r:id="R27b349ce37794a51"/>
    <p:sldId xmlns:r="http://schemas.openxmlformats.org/officeDocument/2006/relationships" id="267" r:id="R64b963ce9d0d45c4"/>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267949fecf9420e" /><Relationship Type="http://schemas.openxmlformats.org/officeDocument/2006/relationships/slideMaster" Target="/ppt/slideMasters/slideMaster1.xml" Id="Rba7d5b4d290d4966" /><Relationship Type="http://schemas.openxmlformats.org/officeDocument/2006/relationships/notesMaster" Target="/ppt/notesMasters/notesMaster1.xml" Id="Rb3c2db163ac2439a" /><Relationship Type="http://schemas.openxmlformats.org/officeDocument/2006/relationships/presProps" Target="/ppt/presProps.xml" Id="R7f06824bfadc4e0c" /><Relationship Type="http://schemas.openxmlformats.org/officeDocument/2006/relationships/tableStyles" Target="/ppt/tableStyles.xml" Id="R18cc562cfe9c49e9" /><Relationship Type="http://schemas.openxmlformats.org/officeDocument/2006/relationships/slide" Target="/ppt/slides/slide1.xml" Id="R7c0d2918a08d4fa5" /><Relationship Type="http://schemas.openxmlformats.org/officeDocument/2006/relationships/slide" Target="/ppt/slides/slide2.xml" Id="Rf88b382edec24a12" /><Relationship Type="http://schemas.openxmlformats.org/officeDocument/2006/relationships/slide" Target="/ppt/slides/slide3.xml" Id="Rc1861d12fb0945b1" /><Relationship Type="http://schemas.openxmlformats.org/officeDocument/2006/relationships/slide" Target="/ppt/slides/slide4.xml" Id="Ra36c3e900bd74385" /><Relationship Type="http://schemas.openxmlformats.org/officeDocument/2006/relationships/slide" Target="/ppt/slides/slide5.xml" Id="R0e1c8bc3777b4beb" /><Relationship Type="http://schemas.openxmlformats.org/officeDocument/2006/relationships/slide" Target="/ppt/slides/slide6.xml" Id="Rb8df1bde8e3f48a5" /><Relationship Type="http://schemas.openxmlformats.org/officeDocument/2006/relationships/slide" Target="/ppt/slides/slide7.xml" Id="R7a08b8958f7f4172" /><Relationship Type="http://schemas.openxmlformats.org/officeDocument/2006/relationships/slide" Target="/ppt/slides/slide8.xml" Id="R0bc0299f48674e8a" /><Relationship Type="http://schemas.openxmlformats.org/officeDocument/2006/relationships/slide" Target="/ppt/slides/slide9.xml" Id="Rabffaaff03384696" /><Relationship Type="http://schemas.openxmlformats.org/officeDocument/2006/relationships/slide" Target="/ppt/slides/slide10.xml" Id="R074a21681f564d62" /><Relationship Type="http://schemas.openxmlformats.org/officeDocument/2006/relationships/slide" Target="/ppt/slides/slide11.xml" Id="R27b349ce37794a51" /><Relationship Type="http://schemas.openxmlformats.org/officeDocument/2006/relationships/slide" Target="/ppt/slides/slide12.xml" Id="R64b963ce9d0d45c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545736a2d8c438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19b2f9d0a934dfc" /><Relationship Type="http://schemas.openxmlformats.org/officeDocument/2006/relationships/notesMaster" Target="/ppt/notesMasters/notesMaster1.xml" Id="Rbd8871da83704462"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935bcec4d24db4" /><Relationship Type="http://schemas.openxmlformats.org/officeDocument/2006/relationships/notesMaster" Target="/ppt/notesMasters/notesMaster1.xml" Id="R75880b786dba4e84" /></Relationships>
</file>

<file path=ppt/notesSlides/_rels/notesSlide3.xml.rels>&#65279;<?xml version="1.0" encoding="utf-8"?><Relationships xmlns="http://schemas.openxmlformats.org/package/2006/relationships"><Relationship Type="http://schemas.openxmlformats.org/officeDocument/2006/relationships/slide" Target="/ppt/slides/slide3.xml" Id="R23fef24ff005409b" /><Relationship Type="http://schemas.openxmlformats.org/officeDocument/2006/relationships/notesMaster" Target="/ppt/notesMasters/notesMaster1.xml" Id="R8f7d6430857f4cea" /></Relationships>
</file>

<file path=ppt/notesSlides/_rels/notesSlide4.xml.rels>&#65279;<?xml version="1.0" encoding="utf-8"?><Relationships xmlns="http://schemas.openxmlformats.org/package/2006/relationships"><Relationship Type="http://schemas.openxmlformats.org/officeDocument/2006/relationships/slide" Target="/ppt/slides/slide4.xml" Id="Rca802f5fbf314801" /><Relationship Type="http://schemas.openxmlformats.org/officeDocument/2006/relationships/notesMaster" Target="/ppt/notesMasters/notesMaster1.xml" Id="R5e9c41eb63f54a46" /></Relationships>
</file>

<file path=ppt/notesSlides/_rels/notesSlide5.xml.rels>&#65279;<?xml version="1.0" encoding="utf-8"?><Relationships xmlns="http://schemas.openxmlformats.org/package/2006/relationships"><Relationship Type="http://schemas.openxmlformats.org/officeDocument/2006/relationships/slide" Target="/ppt/slides/slide5.xml" Id="R30d57489e4fc4f73" /><Relationship Type="http://schemas.openxmlformats.org/officeDocument/2006/relationships/notesMaster" Target="/ppt/notesMasters/notesMaster1.xml" Id="Rd795414a6b744f41" /></Relationships>
</file>

<file path=ppt/notesSlides/_rels/notesSlide6.xml.rels>&#65279;<?xml version="1.0" encoding="utf-8"?><Relationships xmlns="http://schemas.openxmlformats.org/package/2006/relationships"><Relationship Type="http://schemas.openxmlformats.org/officeDocument/2006/relationships/slide" Target="/ppt/slides/slide6.xml" Id="R7f2120b2c0994c19" /><Relationship Type="http://schemas.openxmlformats.org/officeDocument/2006/relationships/notesMaster" Target="/ppt/notesMasters/notesMaster1.xml" Id="R40ac1d887caf4f52" /></Relationships>
</file>

<file path=ppt/notesSlides/_rels/notesSlide7.xml.rels>&#65279;<?xml version="1.0" encoding="utf-8"?><Relationships xmlns="http://schemas.openxmlformats.org/package/2006/relationships"><Relationship Type="http://schemas.openxmlformats.org/officeDocument/2006/relationships/slide" Target="/ppt/slides/slide7.xml" Id="Rf449ea5def3c4cdb" /><Relationship Type="http://schemas.openxmlformats.org/officeDocument/2006/relationships/notesMaster" Target="/ppt/notesMasters/notesMaster1.xml" Id="R6c80b67267ff497e" /></Relationships>
</file>

<file path=ppt/notesSlides/_rels/notesSlide8.xml.rels>&#65279;<?xml version="1.0" encoding="utf-8"?><Relationships xmlns="http://schemas.openxmlformats.org/package/2006/relationships"><Relationship Type="http://schemas.openxmlformats.org/officeDocument/2006/relationships/slide" Target="/ppt/slides/slide8.xml" Id="Re26ce2954bb84514" /><Relationship Type="http://schemas.openxmlformats.org/officeDocument/2006/relationships/notesMaster" Target="/ppt/notesMasters/notesMaster1.xml" Id="Rf7931ed96b844514" /></Relationships>
</file>

<file path=ppt/notesSlides/_rels/notesSlide9.xml.rels>&#65279;<?xml version="1.0" encoding="utf-8"?><Relationships xmlns="http://schemas.openxmlformats.org/package/2006/relationships"><Relationship Type="http://schemas.openxmlformats.org/officeDocument/2006/relationships/slide" Target="/ppt/slides/slide9.xml" Id="Rc3e1b60764634405" /><Relationship Type="http://schemas.openxmlformats.org/officeDocument/2006/relationships/notesMaster" Target="/ppt/notesMasters/notesMaster1.xml" Id="Rc5abeffb88aa44c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c76935112904b9c" /><Relationship Type="http://schemas.openxmlformats.org/officeDocument/2006/relationships/notesMaster" Target="/ppt/notesMasters/notesMaster1.xml" Id="R007825bcb54147e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c7fa44bb14a4d51" /><Relationship Type="http://schemas.openxmlformats.org/officeDocument/2006/relationships/notesMaster" Target="/ppt/notesMasters/notesMaster1.xml" Id="Re1df0cf3a95b451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311c33915eb4d0a" /><Relationship Type="http://schemas.openxmlformats.org/officeDocument/2006/relationships/notesMaster" Target="/ppt/notesMasters/notesMaster1.xml" Id="R1343eb7929c544b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ثانية. أعرّف بنفسي وبالمشكلة التي أعمل عليها. الموقف في الشريحة التالية مثال توضيحي، وليس واقعة شخصية موثقة.</a:t>
            </a:r>
          </a:p>
          <a:p xmlns:a="http://schemas.openxmlformats.org/drawingml/2006/main">
            <a:r>
              <a:t/>
            </a:r>
          </a:p>
          <a:p xmlns:a="http://schemas.openxmlformats.org/drawingml/2006/main">
            <a:r>
              <a:t>Sources: Official challenge guide and track; user-approved first-person narrative.</a:t>
            </a:r>
          </a:p>
          <a:p xmlns:a="http://schemas.openxmlformats.org/drawingml/2006/main">
            <a:r>
              <a:t>Supporting Arabic report: docs/submission-ar/IsnadLens-Arabic-Submission-and-Testing.pdf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ثانية. أبدأ بالموقف بصيغة أنا، ثم أشرح المشكلة المحددة: الوصول إلى نص لا يكفي للحكم على دلالته. المستفيد الأساسي هو من يعد جواباً أو محتوى للتعريف بالإسلام، ويحتاج إلى إحالة يستطيع هو والقارئ مراجعتها. لا أدعي قياس حجم المشكلة أو انتشارها.</a:t>
            </a:r>
          </a:p>
          <a:p xmlns:a="http://schemas.openxmlformats.org/drawingml/2006/main">
            <a:r>
              <a:t/>
            </a:r>
          </a:p>
          <a:p xmlns:a="http://schemas.openxmlformats.org/drawingml/2006/main">
            <a:r>
              <a:t>Sources: https://islamicaich.org/files/Hackathon/i2xgA3mxVhrbRe0ReLlA86kTDbFZ9QQ9eb856dq8.pdf، ص 11 و14؛ مثال التوكل في التطبيق؛ src/lib/retrieval.ts.</a:t>
            </a:r>
          </a:p>
          <a:p xmlns:a="http://schemas.openxmlformats.org/drawingml/2006/main">
            <a:r>
              <a:t>Supporting report: docs/submission-ar/IsnadLens-Arabic-Submission-and-Testing.pdf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ثانية. أشرح النص العربي والإحالة والشرح في واجهة واحدة. هذه لقطة محلية للمثال المعلن في التطبيق، ولا أسميها نتيجة تشغيل حي.</a:t>
            </a:r>
          </a:p>
          <a:p xmlns:a="http://schemas.openxmlformats.org/drawingml/2006/main">
            <a:r>
              <a:t/>
            </a:r>
          </a:p>
          <a:p xmlns:a="http://schemas.openxmlformats.org/drawingml/2006/main">
            <a:r>
              <a:t>Sources: Local IsnadLens UI captured 6 October 2026; https://tanzil.net/#3:159</a:t>
            </a:r>
          </a:p>
          <a:p xmlns:a="http://schemas.openxmlformats.org/drawingml/2006/main">
            <a:r>
              <a:t>Supporting Arabic report: docs/submission-ar/IsnadLens-Arabic-Submission-and-Testing.pdf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ثانية. أوضح وظيفة كل طبقة بدلاً من عد أسماء التقنيات. الفهم والتفسير والمراجعة الدلالية تستخدم النماذج؛ سلامة الاقتباس تستخدم فحوصاً برمجية. كلمة منفصلة تصف مرور المراجعة، ولا تعني جهة علمية مستقلة أو نموذجاً خالياً من الأخطاء. عند قصور الدليل تظهر حدود النتيجة. المصادر: Tanzil وHadeethEnc وQuranEnc. التقنية: Next.js + React؛ النشر AWS Lightsail عبر HTTPS.</a:t>
            </a:r>
          </a:p>
          <a:p xmlns:a="http://schemas.openxmlformats.org/drawingml/2006/main">
            <a:r>
              <a:t/>
            </a:r>
          </a:p>
          <a:p xmlns:a="http://schemas.openxmlformats.org/drawingml/2006/main">
            <a:r>
              <a:t>Sources: src/lib/retrieval.ts; src/lib/; docs/VERIFICATION-OFFLINE-REVIEW-2026-10-06.md; docs/source-rights/; docs/DEPLOYMENT-PLAN-2026-10-06.md</a:t>
            </a:r>
          </a:p>
          <a:p xmlns:a="http://schemas.openxmlformats.org/drawingml/2006/main">
            <a:r>
              <a:t>Supporting report: docs/submission-ar/IsnadLens-Arabic-Submission-and-Testing.pdf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ثانية. أوضح الفائدة بوصفها مهمة يستطيع المستخدم تنفيذها الآن: سؤال طبيعي ثم دليل أصلي وإحالة وشرح وحدود قابلة للفحص. البحث المعتاد مفيد ويستطيع الوصول إلى المصادر؛ الإضافة هنا جمع خطوات التحقق وربط الدليل بالادعاء في مكان واحد. تقليل الوقت أو تداول المعلومة غير المسندة هدف يحتاج إلى قياس. من أمثلة الاستخدام المختبرة: فهم خطأ النخله في N06، وطلب العبارة الناقصة في N03. لا أدعي أن النظام يصحح نية المستخدم أو يستغني عن المختص.</a:t>
            </a:r>
          </a:p>
          <a:p xmlns:a="http://schemas.openxmlformats.org/drawingml/2006/main">
            <a:r>
              <a:t/>
            </a:r>
          </a:p>
          <a:p xmlns:a="http://schemas.openxmlformats.org/drawingml/2006/main">
            <a:r>
              <a:t>Sources: https://islamicaich.org/files/Hackathon/i2xgA3mxVhrbRe0ReLlA86kTDbFZ9QQ9eb856dq8.pdf، المسار الرابع؛ docs/VERIFICATION-ROUND7-MIXED-2026-10-06.md; artifacts/release30-round7-first-pass-2026-10-06.json</a:t>
            </a:r>
          </a:p>
          <a:p xmlns:a="http://schemas.openxmlformats.org/drawingml/2006/main">
            <a:r>
              <a:t>Supporting report: docs/submission-ar/IsnadLens-Arabic-Submission-and-Testing.pdf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ثانية. أوضح شروط النجاح، وأنني احتفظت بالحالة الواحدة دون التوقع. 30/30 لفحوص النصوص والسياق وأختام السلامة لا تعني 30/30 للاستنتاج.</a:t>
            </a:r>
          </a:p>
          <a:p xmlns:a="http://schemas.openxmlformats.org/drawingml/2006/main">
            <a:r>
              <a:t/>
            </a:r>
          </a:p>
          <a:p xmlns:a="http://schemas.openxmlformats.org/drawingml/2006/main">
            <a:r>
              <a:t>Sources: docs/VERIFICATION-ROUND7-MIXED-2026-10-06.md; artifacts/release30-round7-principal-review-2026-10-06.json</a:t>
            </a:r>
          </a:p>
          <a:p xmlns:a="http://schemas.openxmlformats.org/drawingml/2006/main">
            <a:r>
              <a:t>Supporting Arabic report: docs/submission-ar/IsnadLens-Arabic-Submission-and-Testing.pdf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ثانية. أميز بين 425 نص سؤال مختلف في 12 مجموعة تطويرية وبين 2,924 فحصاً برمجياً تاريخياً. أحدث إعادة مستقلة لاختبارات التطبيق: 543 اختباراً في 52 ملفاً، دون تشغيل معيار حي جديد. إجمالي 425 لا يعني نجاح جميع الحالات ولا اختبارها كلها على الإصدار الأخير.</a:t>
            </a:r>
          </a:p>
          <a:p xmlns:a="http://schemas.openxmlformats.org/drawingml/2006/main">
            <a:r>
              <a:t/>
            </a:r>
          </a:p>
          <a:p xmlns:a="http://schemas.openxmlformats.org/drawingml/2006/main">
            <a:r>
              <a:t>Sources: docs/submission-ar/testing-volume-audit.json; artifacts/independent-application-review-2026-10-06.json</a:t>
            </a:r>
          </a:p>
          <a:p xmlns:a="http://schemas.openxmlformats.org/drawingml/2006/main">
            <a:r>
              <a:t>Supporting report: docs/submission-ar/IsnadLens-Arabic-Submission-and-Testing.pdf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ثانية. الجولة الثالثة أبرزت مشكلة السياق والشرح. الجولة الرابعة كشفت شارة تتعارض مع جواب صحيح. أكتفي بالدرس المستفاد ولا أشرح كل جولة.</a:t>
            </a:r>
          </a:p>
          <a:p xmlns:a="http://schemas.openxmlformats.org/drawingml/2006/main">
            <a:r>
              <a:t/>
            </a:r>
          </a:p>
          <a:p xmlns:a="http://schemas.openxmlformats.org/drawingml/2006/main">
            <a:r>
              <a:t>Sources: artifacts/cumulative-evaluation-history-2026-10-05.json; docs/RELEASE30-ROUND3.md; docs/RELEASE30-ROUND4.md; rounds 6 and 7 principal reviews.</a:t>
            </a:r>
          </a:p>
          <a:p xmlns:a="http://schemas.openxmlformats.org/drawingml/2006/main">
            <a:r>
              <a:t>Supporting Arabic report: docs/submission-ar/IsnadLens-Arabic-Submission-and-Testing.pdf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ثانية. N09 سؤال فرنسي مع خطأ إملائي. الآية 27:30 صحيحة، والجواب المقيد لا يطابق المفتاح الذي توقع دعماً مباشراً. لا أدعي أنه اختلق نصاً أو أنه خطأ واقعي محسوم.</a:t>
            </a:r>
          </a:p>
          <a:p xmlns:a="http://schemas.openxmlformats.org/drawingml/2006/main">
            <a:r>
              <a:t/>
            </a:r>
          </a:p>
          <a:p xmlns:a="http://schemas.openxmlformats.org/drawingml/2006/main">
            <a:r>
              <a:t>Sources: docs/VERIFICATION-ROUND7-MIXED-2026-10-06.md</a:t>
            </a:r>
          </a:p>
          <a:p xmlns:a="http://schemas.openxmlformats.org/drawingml/2006/main">
            <a:r>
              <a:t>Supporting Arabic report: docs/submission-ar/IsnadLens-Arabic-Submission-and-Testing.pdf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ثانية. أذكر نطاق 11–15 ريالاً لكل مئة سؤال وأرصدة الاستضافة فقط؛ لا أقرأ الحسابات التفصيلية. يختلف مزيج الأسئلة، وطول الأدلة والمراجعات. لا أقدّم 5 SAR كتكلفة حالية.</a:t>
            </a:r>
          </a:p>
          <a:p xmlns:a="http://schemas.openxmlformats.org/drawingml/2006/main">
            <a:r>
              <a:t/>
            </a:r>
          </a:p>
          <a:p xmlns:a="http://schemas.openxmlformats.org/drawingml/2006/main">
            <a:r>
              <a:t>Sources: artifacts/release30-round6-principal-review-2026-10-06.json; artifacts/release30-round7-principal-review-2026-10-06.json; docs/DEPLOYMENT-PLAN-2026-10-06.md</a:t>
            </a:r>
          </a:p>
          <a:p xmlns:a="http://schemas.openxmlformats.org/drawingml/2006/main">
            <a:r>
              <a:t>Supporting Arabic report: docs/submission-ar/IsnadLens-Arabic-Submission-and-Testing.pdf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ثانية. أفصل ما يستطيع المنتج فعله عن أثر لم أقسه بعد. بيانات الاختبار تثبت نتيجة عينات محددة ولا تثبت وفراً في وقت المستخدم. أقترح تجربة مع أشخاص من الفئة المستهدفة، بمهمات متكافئة وتبادل ترتيب استخدام التطبيق والبحث المعتاد لتقليل أثر التعلّم، مع تقييم علمي مستقل للصلة بالمصدر وفهم الاستثناءات. ذكر المرشدة بدون اسم أو اقتباس أو ادعاء اعتماد. الأولوية الحالية العربية والإنجليزية، وبقية اللغات متاحة. درجات الحديث والترجمات منسوبة إلى ناشريها.</a:t>
            </a:r>
          </a:p>
          <a:p xmlns:a="http://schemas.openxmlformats.org/drawingml/2006/main">
            <a:r>
              <a:t/>
            </a:r>
          </a:p>
          <a:p xmlns:a="http://schemas.openxmlformats.org/drawingml/2006/main">
            <a:r>
              <a:t>Sources: Supporting Arabic report page 5; artifacts/independent-application-review-2026-10-06.json; https://islamicaich.org/files/Hackathon/i2xgA3mxVhrbRe0ReLlA86kTDbFZ9QQ9eb856dq8.pdf، معيار نجاح المسار الرابع.</a:t>
            </a:r>
          </a:p>
          <a:p xmlns:a="http://schemas.openxmlformats.org/drawingml/2006/main">
            <a:r>
              <a:t>Supporting report: docs/submission-ar/IsnadLens-Arabic-Submission-and-Testing.pdf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ثانية. أختم بالهدف وأفتح المجال للأسئلة. إجمالي وقت الحديث المستهدف أربع دقائق ونصف؛ أترك نصف دقيقة للتوقفات وتبديل الشرائح، وأضبط المدة بالبروفة. روابط الفيديو والمستودع العام والتسليم النهائي تُراجع قبل إرسال النموذج.</a:t>
            </a:r>
          </a:p>
          <a:p xmlns:a="http://schemas.openxmlformats.org/drawingml/2006/main">
            <a:r>
              <a:t/>
            </a:r>
          </a:p>
          <a:p xmlns:a="http://schemas.openxmlformats.org/drawingml/2006/main">
            <a:r>
              <a:t>Sources: Live application URL; official guide allows Arabic or English and a custom identity-compliant presentation. Official guide: https://islamicaich.org/files/Hackathon/i2xgA3mxVhrbRe0ReLlA86kTDbFZ9QQ9eb856dq8.pdf</a:t>
            </a:r>
          </a:p>
          <a:p xmlns:a="http://schemas.openxmlformats.org/drawingml/2006/main">
            <a:r>
              <a:t>Supporting Arabic report: docs/submission-ar/IsnadLens-Arabic-Submission-and-Testing.pdf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ef4b46ddcb439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4d863fb66eb4a24" /><Relationship Type="http://schemas.openxmlformats.org/officeDocument/2006/relationships/slideLayout" Target="/ppt/slideLayouts/slideLayout1.xml" Id="Rfeb4f351fc524ef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eb4f351fc524ef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11f86b29b164e9c" /><Relationship Type="http://schemas.openxmlformats.org/officeDocument/2006/relationships/image" Target="/ppt/media/image.png" Id="Rb1d7b37c8c50408f" /><Relationship Type="http://schemas.openxmlformats.org/officeDocument/2006/relationships/notesSlide" Target="/ppt/notesSlides/notesSlide1.xml" Id="R568139850054465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639415875e3476d" /><Relationship Type="http://schemas.openxmlformats.org/officeDocument/2006/relationships/notesSlide" Target="/ppt/notesSlides/notesSlide2.xml" Id="Raefbbdede6564ca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0af36c2f8834afa" /><Relationship Type="http://schemas.openxmlformats.org/officeDocument/2006/relationships/image" Target="/ppt/media/image.jpeg" Id="R750123808e7b46f7" /><Relationship Type="http://schemas.openxmlformats.org/officeDocument/2006/relationships/notesSlide" Target="/ppt/notesSlides/notesSlide3.xml" Id="Rf0970debc06d4a6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cff9f0f2e6540db" /><Relationship Type="http://schemas.openxmlformats.org/officeDocument/2006/relationships/notesSlide" Target="/ppt/notesSlides/notesSlide4.xml" Id="R4d532154f42945e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df6f2c86b574a74" /><Relationship Type="http://schemas.openxmlformats.org/officeDocument/2006/relationships/notesSlide" Target="/ppt/notesSlides/notesSlide5.xml" Id="Ra0ed2ea5fc604e9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03a4012e6de4d6b" /><Relationship Type="http://schemas.openxmlformats.org/officeDocument/2006/relationships/notesSlide" Target="/ppt/notesSlides/notesSlide6.xml" Id="Rcbff181de3d645a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9245bf56a9b4ee2" /><Relationship Type="http://schemas.openxmlformats.org/officeDocument/2006/relationships/notesSlide" Target="/ppt/notesSlides/notesSlide7.xml" Id="Rf4b03ddcd7f5420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b84051028d640ee" /><Relationship Type="http://schemas.openxmlformats.org/officeDocument/2006/relationships/chart" Target="/ppt/slides/charts/chart1.xml" Id="R49a665259a874057" /><Relationship Type="http://schemas.openxmlformats.org/officeDocument/2006/relationships/notesSlide" Target="/ppt/notesSlides/notesSlide8.xml" Id="R43281022cd4e431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03c4ee14e274c51" /><Relationship Type="http://schemas.openxmlformats.org/officeDocument/2006/relationships/notesSlide" Target="/ppt/notesSlides/notesSlide9.xml" Id="R7d23998334364a5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c5c120ef25049f3" /><Relationship Type="http://schemas.openxmlformats.org/officeDocument/2006/relationships/notesSlide" Target="/ppt/notesSlides/notesSlide10.xml" Id="R572c40773b95413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422b9f5598b4e9b" /><Relationship Type="http://schemas.openxmlformats.org/officeDocument/2006/relationships/notesSlide" Target="/ppt/notesSlides/notesSlide11.xml" Id="R3027a64db6d6497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e93ba9c72c24f89" /><Relationship Type="http://schemas.openxmlformats.org/officeDocument/2006/relationships/notesSlide" Target="/ppt/notesSlides/notesSlide12.xml" Id="R5ffb8b656b994c6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Satisfactory / 30</c:v>
          </c:tx>
          <c:spPr>
            <a:solidFill xmlns:a="http://schemas.openxmlformats.org/drawingml/2006/main">
              <a:srgbClr val="6150EA"/>
            </a:solidFill>
          </c:spPr>
          <c:cat>
            <c:numRef>
              <c:f>'Chart Data'!$A$2:$A$8</c:f>
              <c:numCache>
                <c:formatCode>General</c:formatCode>
                <c:ptCount val="7"/>
                <c:pt idx="0">
                  <c:v>1</c:v>
                </c:pt>
                <c:pt idx="1">
                  <c:v>2</c:v>
                </c:pt>
                <c:pt idx="2">
                  <c:v>3</c:v>
                </c:pt>
                <c:pt idx="3">
                  <c:v>4</c:v>
                </c:pt>
                <c:pt idx="4">
                  <c:v>5</c:v>
                </c:pt>
                <c:pt idx="5">
                  <c:v>6</c:v>
                </c:pt>
                <c:pt idx="6">
                  <c:v>7</c:v>
                </c:pt>
              </c:numCache>
            </c:numRef>
          </c:cat>
          <c:val>
            <c:numRef>
              <c:f>'Chart Data'!$B$2:$B$8</c:f>
              <c:numCache>
                <c:formatCode>General</c:formatCode>
                <c:ptCount val="7"/>
                <c:pt idx="0">
                  <c:v>25</c:v>
                </c:pt>
                <c:pt idx="1">
                  <c:v>26</c:v>
                </c:pt>
                <c:pt idx="2">
                  <c:v>23</c:v>
                </c:pt>
                <c:pt idx="3">
                  <c:v>29</c:v>
                </c:pt>
                <c:pt idx="4">
                  <c:v>29</c:v>
                </c:pt>
                <c:pt idx="5">
                  <c:v>29</c:v>
                </c:pt>
                <c:pt idx="6">
                  <c:v>29</c:v>
                </c:pt>
              </c:numCache>
            </c:numRef>
          </c:val>
        </c:ser>
        <c:dLbls>
          <c:txPr>
            <a:bodyPr xmlns:a="http://schemas.openxmlformats.org/drawingml/2006/main" anchorCtr="1"/>
            <a:lstStyle xmlns:a="http://schemas.openxmlformats.org/drawingml/2006/main"/>
            <a:p xmlns:a="http://schemas.openxmlformats.org/drawingml/2006/main">
              <a:pPr>
                <a:defRPr sz="2400" b="1">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2100">
                <a:solidFill>
                  <a:srgbClr val="666666"/>
                </a:solidFill>
                <a:latin typeface="Arial"/>
                <a:ea typeface="Arial"/>
                <a:cs typeface="Arial"/>
              </a:defRPr>
            </a:pPr>
          </a:p>
        </c:txPr>
        <c:crossAx val="48672768"/>
      </c:catAx>
      <c:valAx>
        <c:axId val="48672768"/>
        <c:scaling>
          <c:orientation val="minMax"/>
          <c:max val="30"/>
          <c:min val="0"/>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2100">
                <a:solidFill>
                  <a:srgbClr val="666666"/>
                </a:solidFill>
                <a:latin typeface="Arial"/>
                <a:ea typeface="Arial"/>
                <a:cs typeface="Arial"/>
              </a:defRPr>
            </a:pPr>
          </a:p>
        </c:txPr>
        <c:crossAx val="48650112"/>
        <c:crossBetween val="between"/>
        <c:majorUnit val="10"/>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2183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C30C3AEA-BAD7-45E6-8EF9-77BFDFB36115}"/>
              </a:ext>
            </a:extLst>
          </p:cNvPr>
          <p:cNvSpPr>
            <a:spLocks xmlns:a="http://schemas.openxmlformats.org/drawingml/2006/main" noGrp="1"/>
          </p:cNvSpPr>
          <p:nvPr/>
        </p:nvSpPr>
        <p:spPr>
          <a:xfrm xmlns:a="http://schemas.openxmlformats.org/drawingml/2006/main">
            <a:off x="857250" y="9486900"/>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BAC5DF"/>
                </a:solidFill>
                <a:latin typeface="Arial"/>
                <a:ea typeface="Arial"/>
                <a:cs typeface="Arial"/>
              </a:defRPr>
            </a:pPr>
            <a:r>
              <a:rPr sz="1725" b="0">
                <a:solidFill>
                  <a:srgbClr val="BAC5DF"/>
                </a:solidFill>
                <a:latin typeface="Arial"/>
                <a:ea typeface="Arial"/>
                <a:cs typeface="Arial"/>
              </a:rPr>
              <a:t>IsnadLens / 01</a:t>
            </a:r>
          </a:p>
        </p:txBody>
      </p:sp>
      <p:sp>
        <p:nvSpPr>
          <p:cNvPr id="2" name="">
            <a:extLst xmlns:a="http://schemas.openxmlformats.org/drawingml/2006/main">
              <a:ext uri="{FF2B5EF4-FFF2-40B4-BE49-F238E27FC236}">
                <a16:creationId xmlns:a16="http://schemas.microsoft.com/office/drawing/2014/main" id="{38BEA3DE-3628-4BAB-B986-64238B5A2EBC}"/>
              </a:ext>
            </a:extLst>
          </p:cNvPr>
          <p:cNvSpPr>
            <a:spLocks xmlns:a="http://schemas.openxmlformats.org/drawingml/2006/main" noGrp="1"/>
          </p:cNvSpPr>
          <p:nvPr/>
        </p:nvSpPr>
        <p:spPr>
          <a:xfrm xmlns:a="http://schemas.openxmlformats.org/drawingml/2006/main">
            <a:off x="16983075" y="9486900"/>
            <a:ext cx="447675"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BAC5DF"/>
                </a:solidFill>
                <a:latin typeface="Arial"/>
                <a:ea typeface="Arial"/>
                <a:cs typeface="Arial"/>
              </a:defRPr>
            </a:pPr>
            <a:r>
              <a:rPr sz="1725" b="0">
                <a:solidFill>
                  <a:srgbClr val="BAC5DF"/>
                </a:solidFill>
                <a:latin typeface="Arial"/>
                <a:ea typeface="Arial"/>
                <a:cs typeface="Arial"/>
              </a:rPr>
              <a:t>تحدي</a:t>
            </a:r>
          </a:p>
        </p:txBody>
      </p:sp>
      <p:sp>
        <p:nvSpPr>
          <p:cNvPr id="3" name="">
            <a:extLst xmlns:a="http://schemas.openxmlformats.org/drawingml/2006/main">
              <a:ext uri="{FF2B5EF4-FFF2-40B4-BE49-F238E27FC236}">
                <a16:creationId xmlns:a16="http://schemas.microsoft.com/office/drawing/2014/main" id="{F6793C94-7DF7-46DF-9353-B8B8F2104584}"/>
              </a:ext>
            </a:extLst>
          </p:cNvPr>
          <p:cNvSpPr>
            <a:spLocks xmlns:a="http://schemas.openxmlformats.org/drawingml/2006/main" noGrp="1"/>
          </p:cNvSpPr>
          <p:nvPr/>
        </p:nvSpPr>
        <p:spPr>
          <a:xfrm xmlns:a="http://schemas.openxmlformats.org/drawingml/2006/main">
            <a:off x="16440150" y="9486900"/>
            <a:ext cx="45720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BAC5DF"/>
                </a:solidFill>
                <a:latin typeface="Arial"/>
                <a:ea typeface="Arial"/>
                <a:cs typeface="Arial"/>
              </a:defRPr>
            </a:pPr>
            <a:r>
              <a:rPr sz="1725" b="0">
                <a:solidFill>
                  <a:srgbClr val="BAC5DF"/>
                </a:solidFill>
                <a:latin typeface="Arial"/>
                <a:ea typeface="Arial"/>
                <a:cs typeface="Arial"/>
              </a:rPr>
              <a:t>الذكاء</a:t>
            </a:r>
          </a:p>
        </p:txBody>
      </p:sp>
      <p:sp>
        <p:nvSpPr>
          <p:cNvPr id="4" name="">
            <a:extLst xmlns:a="http://schemas.openxmlformats.org/drawingml/2006/main">
              <a:ext uri="{FF2B5EF4-FFF2-40B4-BE49-F238E27FC236}">
                <a16:creationId xmlns:a16="http://schemas.microsoft.com/office/drawing/2014/main" id="{D816A32D-A7F6-4D47-AD69-3996F793AA36}"/>
              </a:ext>
            </a:extLst>
          </p:cNvPr>
          <p:cNvSpPr>
            <a:spLocks xmlns:a="http://schemas.openxmlformats.org/drawingml/2006/main" noGrp="1"/>
          </p:cNvSpPr>
          <p:nvPr/>
        </p:nvSpPr>
        <p:spPr>
          <a:xfrm xmlns:a="http://schemas.openxmlformats.org/drawingml/2006/main">
            <a:off x="15468600" y="9486900"/>
            <a:ext cx="885825"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BAC5DF"/>
                </a:solidFill>
                <a:latin typeface="Arial"/>
                <a:ea typeface="Arial"/>
                <a:cs typeface="Arial"/>
              </a:defRPr>
            </a:pPr>
            <a:r>
              <a:rPr sz="1725" b="0">
                <a:solidFill>
                  <a:srgbClr val="BAC5DF"/>
                </a:solidFill>
                <a:latin typeface="Arial"/>
                <a:ea typeface="Arial"/>
                <a:cs typeface="Arial"/>
              </a:rPr>
              <a:t>الاصطناعي</a:t>
            </a:r>
          </a:p>
        </p:txBody>
      </p:sp>
      <p:sp>
        <p:nvSpPr>
          <p:cNvPr id="5" name="">
            <a:extLst xmlns:a="http://schemas.openxmlformats.org/drawingml/2006/main">
              <a:ext uri="{FF2B5EF4-FFF2-40B4-BE49-F238E27FC236}">
                <a16:creationId xmlns:a16="http://schemas.microsoft.com/office/drawing/2014/main" id="{0A622C10-20B3-4A8B-8AA9-E698B3530DB3}"/>
              </a:ext>
            </a:extLst>
          </p:cNvPr>
          <p:cNvSpPr>
            <a:spLocks xmlns:a="http://schemas.openxmlformats.org/drawingml/2006/main" noGrp="1"/>
          </p:cNvSpPr>
          <p:nvPr/>
        </p:nvSpPr>
        <p:spPr>
          <a:xfrm xmlns:a="http://schemas.openxmlformats.org/drawingml/2006/main">
            <a:off x="15135225" y="9486900"/>
            <a:ext cx="24765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BAC5DF"/>
                </a:solidFill>
                <a:latin typeface="Arial"/>
                <a:ea typeface="Arial"/>
                <a:cs typeface="Arial"/>
              </a:defRPr>
            </a:pPr>
            <a:r>
              <a:rPr sz="1725" b="0">
                <a:solidFill>
                  <a:srgbClr val="BAC5DF"/>
                </a:solidFill>
                <a:latin typeface="Arial"/>
                <a:ea typeface="Arial"/>
                <a:cs typeface="Arial"/>
              </a:rPr>
              <a:t>في</a:t>
            </a:r>
          </a:p>
        </p:txBody>
      </p:sp>
      <p:sp>
        <p:nvSpPr>
          <p:cNvPr id="6" name="">
            <a:extLst xmlns:a="http://schemas.openxmlformats.org/drawingml/2006/main">
              <a:ext uri="{FF2B5EF4-FFF2-40B4-BE49-F238E27FC236}">
                <a16:creationId xmlns:a16="http://schemas.microsoft.com/office/drawing/2014/main" id="{C35B988B-0517-4381-960D-C423A8420B98}"/>
              </a:ext>
            </a:extLst>
          </p:cNvPr>
          <p:cNvSpPr>
            <a:spLocks xmlns:a="http://schemas.openxmlformats.org/drawingml/2006/main" noGrp="1"/>
          </p:cNvSpPr>
          <p:nvPr/>
        </p:nvSpPr>
        <p:spPr>
          <a:xfrm xmlns:a="http://schemas.openxmlformats.org/drawingml/2006/main">
            <a:off x="14630400" y="9486900"/>
            <a:ext cx="41910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BAC5DF"/>
                </a:solidFill>
                <a:latin typeface="Arial"/>
                <a:ea typeface="Arial"/>
                <a:cs typeface="Arial"/>
              </a:defRPr>
            </a:pPr>
            <a:r>
              <a:rPr sz="1725" b="0">
                <a:solidFill>
                  <a:srgbClr val="BAC5DF"/>
                </a:solidFill>
                <a:latin typeface="Arial"/>
                <a:ea typeface="Arial"/>
                <a:cs typeface="Arial"/>
              </a:rPr>
              <a:t>خدمة</a:t>
            </a:r>
          </a:p>
        </p:txBody>
      </p:sp>
      <p:sp>
        <p:nvSpPr>
          <p:cNvPr id="7" name="">
            <a:extLst xmlns:a="http://schemas.openxmlformats.org/drawingml/2006/main">
              <a:ext uri="{FF2B5EF4-FFF2-40B4-BE49-F238E27FC236}">
                <a16:creationId xmlns:a16="http://schemas.microsoft.com/office/drawing/2014/main" id="{AC913C66-ABD3-401C-92EA-86F857C02FF6}"/>
              </a:ext>
            </a:extLst>
          </p:cNvPr>
          <p:cNvSpPr>
            <a:spLocks xmlns:a="http://schemas.openxmlformats.org/drawingml/2006/main" noGrp="1"/>
          </p:cNvSpPr>
          <p:nvPr/>
        </p:nvSpPr>
        <p:spPr>
          <a:xfrm xmlns:a="http://schemas.openxmlformats.org/drawingml/2006/main">
            <a:off x="13839825" y="9486900"/>
            <a:ext cx="70485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BAC5DF"/>
                </a:solidFill>
                <a:latin typeface="Arial"/>
                <a:ea typeface="Arial"/>
                <a:cs typeface="Arial"/>
              </a:defRPr>
            </a:pPr>
            <a:r>
              <a:rPr sz="1725" b="0">
                <a:solidFill>
                  <a:srgbClr val="BAC5DF"/>
                </a:solidFill>
                <a:latin typeface="Arial"/>
                <a:ea typeface="Arial"/>
                <a:cs typeface="Arial"/>
              </a:rPr>
              <a:t>الدراسات</a:t>
            </a:r>
          </a:p>
        </p:txBody>
      </p:sp>
      <p:sp>
        <p:nvSpPr>
          <p:cNvPr id="8" name="">
            <a:extLst xmlns:a="http://schemas.openxmlformats.org/drawingml/2006/main">
              <a:ext uri="{FF2B5EF4-FFF2-40B4-BE49-F238E27FC236}">
                <a16:creationId xmlns:a16="http://schemas.microsoft.com/office/drawing/2014/main" id="{2B39DCE6-37E4-403B-85F3-BB751585665B}"/>
              </a:ext>
            </a:extLst>
          </p:cNvPr>
          <p:cNvSpPr>
            <a:spLocks xmlns:a="http://schemas.openxmlformats.org/drawingml/2006/main" noGrp="1"/>
          </p:cNvSpPr>
          <p:nvPr/>
        </p:nvSpPr>
        <p:spPr>
          <a:xfrm xmlns:a="http://schemas.openxmlformats.org/drawingml/2006/main">
            <a:off x="13058775" y="9486900"/>
            <a:ext cx="695325"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BAC5DF"/>
                </a:solidFill>
                <a:latin typeface="Arial"/>
                <a:ea typeface="Arial"/>
                <a:cs typeface="Arial"/>
              </a:defRPr>
            </a:pPr>
            <a:r>
              <a:rPr sz="1725" b="0">
                <a:solidFill>
                  <a:srgbClr val="BAC5DF"/>
                </a:solidFill>
                <a:latin typeface="Arial"/>
                <a:ea typeface="Arial"/>
                <a:cs typeface="Arial"/>
              </a:rPr>
              <a:t>الإسلامية</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b1d7b37c8c50408f"/>
          <a:stretch xmlns:a="http://schemas.openxmlformats.org/drawingml/2006/main"/>
        </p:blipFill>
        <p:spPr>
          <a:xfrm xmlns:a="http://schemas.openxmlformats.org/drawingml/2006/main">
            <a:off x="13811250" y="1047750"/>
            <a:ext cx="1428750" cy="14287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16C12B30-7130-44D7-A9CB-6A2237D7C60A}"/>
              </a:ext>
            </a:extLst>
          </p:cNvPr>
          <p:cNvSpPr>
            <a:spLocks xmlns:a="http://schemas.openxmlformats.org/drawingml/2006/main" noGrp="1"/>
          </p:cNvSpPr>
          <p:nvPr/>
        </p:nvSpPr>
        <p:spPr>
          <a:xfrm xmlns:a="http://schemas.openxmlformats.org/drawingml/2006/main">
            <a:off x="13277850" y="2952750"/>
            <a:ext cx="2057400" cy="1624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250" b="1">
                <a:solidFill>
                  <a:srgbClr val="FFFFFF"/>
                </a:solidFill>
                <a:latin typeface="Arial"/>
                <a:ea typeface="Arial"/>
                <a:cs typeface="Arial"/>
              </a:defRPr>
            </a:pPr>
            <a:r>
              <a:rPr sz="8250" b="1">
                <a:solidFill>
                  <a:srgbClr val="FFFFFF"/>
                </a:solidFill>
                <a:latin typeface="Arial"/>
                <a:ea typeface="Arial"/>
                <a:cs typeface="Arial"/>
              </a:rPr>
              <a:t>عدسة</a:t>
            </a:r>
          </a:p>
        </p:txBody>
      </p:sp>
      <p:sp>
        <p:nvSpPr>
          <p:cNvPr id="11" name="">
            <a:extLst xmlns:a="http://schemas.openxmlformats.org/drawingml/2006/main">
              <a:ext uri="{FF2B5EF4-FFF2-40B4-BE49-F238E27FC236}">
                <a16:creationId xmlns:a16="http://schemas.microsoft.com/office/drawing/2014/main" id="{0F45DF48-F86E-49A8-8553-36D4FA5DD670}"/>
              </a:ext>
            </a:extLst>
          </p:cNvPr>
          <p:cNvSpPr>
            <a:spLocks xmlns:a="http://schemas.openxmlformats.org/drawingml/2006/main" noGrp="1"/>
          </p:cNvSpPr>
          <p:nvPr/>
        </p:nvSpPr>
        <p:spPr>
          <a:xfrm xmlns:a="http://schemas.openxmlformats.org/drawingml/2006/main">
            <a:off x="10662666" y="2952750"/>
            <a:ext cx="2324100" cy="1624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250" b="1">
                <a:solidFill>
                  <a:srgbClr val="FFFFFF"/>
                </a:solidFill>
                <a:latin typeface="Arial"/>
                <a:ea typeface="Arial"/>
                <a:cs typeface="Arial"/>
              </a:defRPr>
            </a:pPr>
            <a:r>
              <a:rPr sz="8250" b="1">
                <a:solidFill>
                  <a:srgbClr val="FFFFFF"/>
                </a:solidFill>
                <a:latin typeface="Arial"/>
                <a:ea typeface="Arial"/>
                <a:cs typeface="Arial"/>
              </a:rPr>
              <a:t>الإسناد</a:t>
            </a:r>
          </a:p>
        </p:txBody>
      </p:sp>
      <p:sp>
        <p:nvSpPr>
          <p:cNvPr id="12" name="">
            <a:extLst xmlns:a="http://schemas.openxmlformats.org/drawingml/2006/main">
              <a:ext uri="{FF2B5EF4-FFF2-40B4-BE49-F238E27FC236}">
                <a16:creationId xmlns:a16="http://schemas.microsoft.com/office/drawing/2014/main" id="{59CE2850-80F7-479A-A3CB-45537840B124}"/>
              </a:ext>
            </a:extLst>
          </p:cNvPr>
          <p:cNvSpPr>
            <a:spLocks xmlns:a="http://schemas.openxmlformats.org/drawingml/2006/main" noGrp="1"/>
          </p:cNvSpPr>
          <p:nvPr/>
        </p:nvSpPr>
        <p:spPr>
          <a:xfrm xmlns:a="http://schemas.openxmlformats.org/drawingml/2006/main">
            <a:off x="14601825" y="4905375"/>
            <a:ext cx="733425" cy="8120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4125" b="0">
                <a:solidFill>
                  <a:srgbClr val="2EF2C2"/>
                </a:solidFill>
                <a:latin typeface="Arial"/>
                <a:ea typeface="Arial"/>
                <a:cs typeface="Arial"/>
              </a:defRPr>
            </a:pPr>
            <a:r>
              <a:rPr sz="4125" b="0">
                <a:solidFill>
                  <a:srgbClr val="2EF2C2"/>
                </a:solidFill>
                <a:latin typeface="Arial"/>
                <a:ea typeface="Arial"/>
                <a:cs typeface="Arial"/>
              </a:rPr>
              <a:t>أريد</a:t>
            </a:r>
          </a:p>
        </p:txBody>
      </p:sp>
      <p:sp>
        <p:nvSpPr>
          <p:cNvPr id="13" name="">
            <a:extLst xmlns:a="http://schemas.openxmlformats.org/drawingml/2006/main">
              <a:ext uri="{FF2B5EF4-FFF2-40B4-BE49-F238E27FC236}">
                <a16:creationId xmlns:a16="http://schemas.microsoft.com/office/drawing/2014/main" id="{B495614A-70A4-4312-9661-B9C02AAE7473}"/>
              </a:ext>
            </a:extLst>
          </p:cNvPr>
          <p:cNvSpPr>
            <a:spLocks xmlns:a="http://schemas.openxmlformats.org/drawingml/2006/main" noGrp="1"/>
          </p:cNvSpPr>
          <p:nvPr/>
        </p:nvSpPr>
        <p:spPr>
          <a:xfrm xmlns:a="http://schemas.openxmlformats.org/drawingml/2006/main">
            <a:off x="14008608" y="4905375"/>
            <a:ext cx="447675" cy="8120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4125" b="0">
                <a:solidFill>
                  <a:srgbClr val="2EF2C2"/>
                </a:solidFill>
                <a:latin typeface="Arial"/>
                <a:ea typeface="Arial"/>
                <a:cs typeface="Arial"/>
              </a:defRPr>
            </a:pPr>
            <a:r>
              <a:rPr sz="4125" b="0">
                <a:solidFill>
                  <a:srgbClr val="2EF2C2"/>
                </a:solidFill>
                <a:latin typeface="Arial"/>
                <a:ea typeface="Arial"/>
                <a:cs typeface="Arial"/>
              </a:rPr>
              <a:t>أن</a:t>
            </a:r>
          </a:p>
        </p:txBody>
      </p:sp>
      <p:sp>
        <p:nvSpPr>
          <p:cNvPr id="14" name="">
            <a:extLst xmlns:a="http://schemas.openxmlformats.org/drawingml/2006/main">
              <a:ext uri="{FF2B5EF4-FFF2-40B4-BE49-F238E27FC236}">
                <a16:creationId xmlns:a16="http://schemas.microsoft.com/office/drawing/2014/main" id="{EA4703C4-9443-4186-820E-1D6DBB05E8A9}"/>
              </a:ext>
            </a:extLst>
          </p:cNvPr>
          <p:cNvSpPr>
            <a:spLocks xmlns:a="http://schemas.openxmlformats.org/drawingml/2006/main" noGrp="1"/>
          </p:cNvSpPr>
          <p:nvPr/>
        </p:nvSpPr>
        <p:spPr>
          <a:xfrm xmlns:a="http://schemas.openxmlformats.org/drawingml/2006/main">
            <a:off x="13167741" y="4905375"/>
            <a:ext cx="695325" cy="8120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4125" b="0">
                <a:solidFill>
                  <a:srgbClr val="2EF2C2"/>
                </a:solidFill>
                <a:latin typeface="Arial"/>
                <a:ea typeface="Arial"/>
                <a:cs typeface="Arial"/>
              </a:defRPr>
            </a:pPr>
            <a:r>
              <a:rPr sz="4125" b="0">
                <a:solidFill>
                  <a:srgbClr val="2EF2C2"/>
                </a:solidFill>
                <a:latin typeface="Arial"/>
                <a:ea typeface="Arial"/>
                <a:cs typeface="Arial"/>
              </a:rPr>
              <a:t>أفهم</a:t>
            </a:r>
          </a:p>
        </p:txBody>
      </p:sp>
      <p:sp>
        <p:nvSpPr>
          <p:cNvPr id="15" name="">
            <a:extLst xmlns:a="http://schemas.openxmlformats.org/drawingml/2006/main">
              <a:ext uri="{FF2B5EF4-FFF2-40B4-BE49-F238E27FC236}">
                <a16:creationId xmlns:a16="http://schemas.microsoft.com/office/drawing/2014/main" id="{722E4C44-956F-4BB6-8596-5CBED73C21C0}"/>
              </a:ext>
            </a:extLst>
          </p:cNvPr>
          <p:cNvSpPr>
            <a:spLocks xmlns:a="http://schemas.openxmlformats.org/drawingml/2006/main" noGrp="1"/>
          </p:cNvSpPr>
          <p:nvPr/>
        </p:nvSpPr>
        <p:spPr>
          <a:xfrm xmlns:a="http://schemas.openxmlformats.org/drawingml/2006/main">
            <a:off x="12069699" y="4905375"/>
            <a:ext cx="952500" cy="8120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4125" b="0">
                <a:solidFill>
                  <a:srgbClr val="2EF2C2"/>
                </a:solidFill>
                <a:latin typeface="Arial"/>
                <a:ea typeface="Arial"/>
                <a:cs typeface="Arial"/>
              </a:defRPr>
            </a:pPr>
            <a:r>
              <a:rPr sz="4125" b="0">
                <a:solidFill>
                  <a:srgbClr val="2EF2C2"/>
                </a:solidFill>
                <a:latin typeface="Arial"/>
                <a:ea typeface="Arial"/>
                <a:cs typeface="Arial"/>
              </a:rPr>
              <a:t>الدليل</a:t>
            </a:r>
          </a:p>
        </p:txBody>
      </p:sp>
      <p:sp>
        <p:nvSpPr>
          <p:cNvPr id="16" name="">
            <a:extLst xmlns:a="http://schemas.openxmlformats.org/drawingml/2006/main">
              <a:ext uri="{FF2B5EF4-FFF2-40B4-BE49-F238E27FC236}">
                <a16:creationId xmlns:a16="http://schemas.microsoft.com/office/drawing/2014/main" id="{6AD19243-3A7D-4C6E-8210-00E173AF7EC9}"/>
              </a:ext>
            </a:extLst>
          </p:cNvPr>
          <p:cNvSpPr>
            <a:spLocks xmlns:a="http://schemas.openxmlformats.org/drawingml/2006/main" noGrp="1"/>
          </p:cNvSpPr>
          <p:nvPr/>
        </p:nvSpPr>
        <p:spPr>
          <a:xfrm xmlns:a="http://schemas.openxmlformats.org/drawingml/2006/main">
            <a:off x="11333607" y="4905375"/>
            <a:ext cx="590550" cy="8120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4125" b="0">
                <a:solidFill>
                  <a:srgbClr val="2EF2C2"/>
                </a:solidFill>
                <a:latin typeface="Arial"/>
                <a:ea typeface="Arial"/>
                <a:cs typeface="Arial"/>
              </a:defRPr>
            </a:pPr>
            <a:r>
              <a:rPr sz="4125" b="0">
                <a:solidFill>
                  <a:srgbClr val="2EF2C2"/>
                </a:solidFill>
                <a:latin typeface="Arial"/>
                <a:ea typeface="Arial"/>
                <a:cs typeface="Arial"/>
              </a:rPr>
              <a:t>قبل</a:t>
            </a:r>
          </a:p>
        </p:txBody>
      </p:sp>
      <p:sp>
        <p:nvSpPr>
          <p:cNvPr id="17" name="">
            <a:extLst xmlns:a="http://schemas.openxmlformats.org/drawingml/2006/main">
              <a:ext uri="{FF2B5EF4-FFF2-40B4-BE49-F238E27FC236}">
                <a16:creationId xmlns:a16="http://schemas.microsoft.com/office/drawing/2014/main" id="{4B789BA1-B995-4A27-B73E-A778978F7E36}"/>
              </a:ext>
            </a:extLst>
          </p:cNvPr>
          <p:cNvSpPr>
            <a:spLocks xmlns:a="http://schemas.openxmlformats.org/drawingml/2006/main" noGrp="1"/>
          </p:cNvSpPr>
          <p:nvPr/>
        </p:nvSpPr>
        <p:spPr>
          <a:xfrm xmlns:a="http://schemas.openxmlformats.org/drawingml/2006/main">
            <a:off x="10740390" y="4905375"/>
            <a:ext cx="447675" cy="8120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4125" b="0">
                <a:solidFill>
                  <a:srgbClr val="2EF2C2"/>
                </a:solidFill>
                <a:latin typeface="Arial"/>
                <a:ea typeface="Arial"/>
                <a:cs typeface="Arial"/>
              </a:defRPr>
            </a:pPr>
            <a:r>
              <a:rPr sz="4125" b="0">
                <a:solidFill>
                  <a:srgbClr val="2EF2C2"/>
                </a:solidFill>
                <a:latin typeface="Arial"/>
                <a:ea typeface="Arial"/>
                <a:cs typeface="Arial"/>
              </a:rPr>
              <a:t>أن</a:t>
            </a:r>
          </a:p>
        </p:txBody>
      </p:sp>
      <p:sp>
        <p:nvSpPr>
          <p:cNvPr id="18" name="">
            <a:extLst xmlns:a="http://schemas.openxmlformats.org/drawingml/2006/main">
              <a:ext uri="{FF2B5EF4-FFF2-40B4-BE49-F238E27FC236}">
                <a16:creationId xmlns:a16="http://schemas.microsoft.com/office/drawing/2014/main" id="{1359D1F2-EEA5-4ECC-95E1-9BFCA1237F15}"/>
              </a:ext>
            </a:extLst>
          </p:cNvPr>
          <p:cNvSpPr>
            <a:spLocks xmlns:a="http://schemas.openxmlformats.org/drawingml/2006/main" noGrp="1"/>
          </p:cNvSpPr>
          <p:nvPr/>
        </p:nvSpPr>
        <p:spPr>
          <a:xfrm xmlns:a="http://schemas.openxmlformats.org/drawingml/2006/main">
            <a:off x="9451848" y="4905375"/>
            <a:ext cx="1143000" cy="8120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4125" b="0">
                <a:solidFill>
                  <a:srgbClr val="2EF2C2"/>
                </a:solidFill>
                <a:latin typeface="Arial"/>
                <a:ea typeface="Arial"/>
                <a:cs typeface="Arial"/>
              </a:defRPr>
            </a:pPr>
            <a:r>
              <a:rPr sz="4125" b="0">
                <a:solidFill>
                  <a:srgbClr val="2EF2C2"/>
                </a:solidFill>
                <a:latin typeface="Arial"/>
                <a:ea typeface="Arial"/>
                <a:cs typeface="Arial"/>
              </a:rPr>
              <a:t>أشارك</a:t>
            </a:r>
          </a:p>
        </p:txBody>
      </p:sp>
      <p:sp>
        <p:nvSpPr>
          <p:cNvPr id="19" name="">
            <a:extLst xmlns:a="http://schemas.openxmlformats.org/drawingml/2006/main">
              <a:ext uri="{FF2B5EF4-FFF2-40B4-BE49-F238E27FC236}">
                <a16:creationId xmlns:a16="http://schemas.microsoft.com/office/drawing/2014/main" id="{984FA029-696D-4D7E-B88F-E7A03CB69815}"/>
              </a:ext>
            </a:extLst>
          </p:cNvPr>
          <p:cNvSpPr>
            <a:spLocks xmlns:a="http://schemas.openxmlformats.org/drawingml/2006/main" noGrp="1"/>
          </p:cNvSpPr>
          <p:nvPr/>
        </p:nvSpPr>
        <p:spPr>
          <a:xfrm xmlns:a="http://schemas.openxmlformats.org/drawingml/2006/main">
            <a:off x="7877556" y="4905375"/>
            <a:ext cx="1428750" cy="8120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4125" b="0">
                <a:solidFill>
                  <a:srgbClr val="2EF2C2"/>
                </a:solidFill>
                <a:latin typeface="Arial"/>
                <a:ea typeface="Arial"/>
                <a:cs typeface="Arial"/>
              </a:defRPr>
            </a:pPr>
            <a:r>
              <a:rPr sz="4125" b="0">
                <a:solidFill>
                  <a:srgbClr val="2EF2C2"/>
                </a:solidFill>
                <a:latin typeface="Arial"/>
                <a:ea typeface="Arial"/>
                <a:cs typeface="Arial"/>
              </a:rPr>
              <a:t>المعلومة</a:t>
            </a:r>
          </a:p>
        </p:txBody>
      </p:sp>
      <p:sp>
        <p:nvSpPr>
          <p:cNvPr id="20" name="">
            <a:extLst xmlns:a="http://schemas.openxmlformats.org/drawingml/2006/main">
              <a:ext uri="{FF2B5EF4-FFF2-40B4-BE49-F238E27FC236}">
                <a16:creationId xmlns:a16="http://schemas.microsoft.com/office/drawing/2014/main" id="{CF31EF4B-39F5-48C8-A87C-6677C7D36B5B}"/>
              </a:ext>
            </a:extLst>
          </p:cNvPr>
          <p:cNvSpPr>
            <a:spLocks xmlns:a="http://schemas.openxmlformats.org/drawingml/2006/main" noGrp="1"/>
          </p:cNvSpPr>
          <p:nvPr/>
        </p:nvSpPr>
        <p:spPr>
          <a:xfrm xmlns:a="http://schemas.openxmlformats.org/drawingml/2006/main">
            <a:off x="14468475" y="7096125"/>
            <a:ext cx="866775" cy="5019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550" b="0">
                <a:solidFill>
                  <a:srgbClr val="FFFFFF"/>
                </a:solidFill>
                <a:latin typeface="Arial"/>
                <a:ea typeface="Arial"/>
                <a:cs typeface="Arial"/>
              </a:defRPr>
            </a:pPr>
            <a:r>
              <a:rPr sz="2550" b="0">
                <a:solidFill>
                  <a:srgbClr val="FFFFFF"/>
                </a:solidFill>
                <a:latin typeface="Arial"/>
                <a:ea typeface="Arial"/>
                <a:cs typeface="Arial"/>
              </a:rPr>
              <a:t>رضوان</a:t>
            </a:r>
          </a:p>
        </p:txBody>
      </p:sp>
      <p:sp>
        <p:nvSpPr>
          <p:cNvPr id="21" name="">
            <a:extLst xmlns:a="http://schemas.openxmlformats.org/drawingml/2006/main">
              <a:ext uri="{FF2B5EF4-FFF2-40B4-BE49-F238E27FC236}">
                <a16:creationId xmlns:a16="http://schemas.microsoft.com/office/drawing/2014/main" id="{72F5373A-1AF8-448B-BBDA-A267110C4157}"/>
              </a:ext>
            </a:extLst>
          </p:cNvPr>
          <p:cNvSpPr>
            <a:spLocks xmlns:a="http://schemas.openxmlformats.org/drawingml/2006/main" noGrp="1"/>
          </p:cNvSpPr>
          <p:nvPr/>
        </p:nvSpPr>
        <p:spPr>
          <a:xfrm xmlns:a="http://schemas.openxmlformats.org/drawingml/2006/main">
            <a:off x="13559314" y="7096125"/>
            <a:ext cx="819150" cy="5019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550" b="0">
                <a:solidFill>
                  <a:srgbClr val="FFFFFF"/>
                </a:solidFill>
                <a:latin typeface="Arial"/>
                <a:ea typeface="Arial"/>
                <a:cs typeface="Arial"/>
              </a:defRPr>
            </a:pPr>
            <a:r>
              <a:rPr sz="2550" b="0">
                <a:solidFill>
                  <a:srgbClr val="FFFFFF"/>
                </a:solidFill>
                <a:latin typeface="Arial"/>
                <a:ea typeface="Arial"/>
                <a:cs typeface="Arial"/>
              </a:rPr>
              <a:t>الرحمن</a:t>
            </a:r>
          </a:p>
        </p:txBody>
      </p:sp>
      <p:sp>
        <p:nvSpPr>
          <p:cNvPr id="22" name="">
            <a:extLst xmlns:a="http://schemas.openxmlformats.org/drawingml/2006/main">
              <a:ext uri="{FF2B5EF4-FFF2-40B4-BE49-F238E27FC236}">
                <a16:creationId xmlns:a16="http://schemas.microsoft.com/office/drawing/2014/main" id="{A41A96B4-A056-4B8C-9163-1E90AB2FBDCE}"/>
              </a:ext>
            </a:extLst>
          </p:cNvPr>
          <p:cNvSpPr>
            <a:spLocks xmlns:a="http://schemas.openxmlformats.org/drawingml/2006/main" noGrp="1"/>
          </p:cNvSpPr>
          <p:nvPr/>
        </p:nvSpPr>
        <p:spPr>
          <a:xfrm xmlns:a="http://schemas.openxmlformats.org/drawingml/2006/main">
            <a:off x="13088303" y="7096125"/>
            <a:ext cx="381000" cy="5019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550" b="0">
                <a:solidFill>
                  <a:srgbClr val="FFFFFF"/>
                </a:solidFill>
                <a:latin typeface="Arial"/>
                <a:ea typeface="Arial"/>
                <a:cs typeface="Arial"/>
              </a:defRPr>
            </a:pPr>
            <a:r>
              <a:rPr sz="2550" b="0">
                <a:solidFill>
                  <a:srgbClr val="FFFFFF"/>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C9785C5A-A0B7-4AA3-B624-8339A61ED25C}"/>
              </a:ext>
            </a:extLst>
          </p:cNvPr>
          <p:cNvSpPr>
            <a:spLocks xmlns:a="http://schemas.openxmlformats.org/drawingml/2006/main" noGrp="1"/>
          </p:cNvSpPr>
          <p:nvPr/>
        </p:nvSpPr>
        <p:spPr>
          <a:xfrm xmlns:a="http://schemas.openxmlformats.org/drawingml/2006/main">
            <a:off x="12160091" y="7096125"/>
            <a:ext cx="838200" cy="5019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550" b="0">
                <a:solidFill>
                  <a:srgbClr val="FFFFFF"/>
                </a:solidFill>
                <a:latin typeface="Arial"/>
                <a:ea typeface="Arial"/>
                <a:cs typeface="Arial"/>
              </a:defRPr>
            </a:pPr>
            <a:r>
              <a:rPr sz="2550" b="0">
                <a:solidFill>
                  <a:srgbClr val="FFFFFF"/>
                </a:solidFill>
                <a:latin typeface="Arial"/>
                <a:ea typeface="Arial"/>
                <a:cs typeface="Arial"/>
              </a:rPr>
              <a:t>مشروع</a:t>
            </a:r>
          </a:p>
        </p:txBody>
      </p:sp>
      <p:sp>
        <p:nvSpPr>
          <p:cNvPr id="24" name="">
            <a:extLst xmlns:a="http://schemas.openxmlformats.org/drawingml/2006/main">
              <a:ext uri="{FF2B5EF4-FFF2-40B4-BE49-F238E27FC236}">
                <a16:creationId xmlns:a16="http://schemas.microsoft.com/office/drawing/2014/main" id="{34FAC0AA-CBD2-49C4-8A50-7F35BE767088}"/>
              </a:ext>
            </a:extLst>
          </p:cNvPr>
          <p:cNvSpPr>
            <a:spLocks xmlns:a="http://schemas.openxmlformats.org/drawingml/2006/main" noGrp="1"/>
          </p:cNvSpPr>
          <p:nvPr/>
        </p:nvSpPr>
        <p:spPr>
          <a:xfrm xmlns:a="http://schemas.openxmlformats.org/drawingml/2006/main">
            <a:off x="11450955" y="7096125"/>
            <a:ext cx="619125" cy="5019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550" b="0">
                <a:solidFill>
                  <a:srgbClr val="FFFFFF"/>
                </a:solidFill>
                <a:latin typeface="Arial"/>
                <a:ea typeface="Arial"/>
                <a:cs typeface="Arial"/>
              </a:defRPr>
            </a:pPr>
            <a:r>
              <a:rPr sz="2550" b="0">
                <a:solidFill>
                  <a:srgbClr val="FFFFFF"/>
                </a:solidFill>
                <a:latin typeface="Arial"/>
                <a:ea typeface="Arial"/>
                <a:cs typeface="Arial"/>
              </a:rPr>
              <a:t>فردي</a:t>
            </a:r>
          </a:p>
        </p:txBody>
      </p:sp>
      <p:sp>
        <p:nvSpPr>
          <p:cNvPr id="25" name="">
            <a:extLst xmlns:a="http://schemas.openxmlformats.org/drawingml/2006/main">
              <a:ext uri="{FF2B5EF4-FFF2-40B4-BE49-F238E27FC236}">
                <a16:creationId xmlns:a16="http://schemas.microsoft.com/office/drawing/2014/main" id="{3B9435A4-F097-46C2-B90B-14E5F162B4F9}"/>
              </a:ext>
            </a:extLst>
          </p:cNvPr>
          <p:cNvSpPr>
            <a:spLocks xmlns:a="http://schemas.openxmlformats.org/drawingml/2006/main" noGrp="1"/>
          </p:cNvSpPr>
          <p:nvPr/>
        </p:nvSpPr>
        <p:spPr>
          <a:xfrm xmlns:a="http://schemas.openxmlformats.org/drawingml/2006/main">
            <a:off x="10475119" y="7096125"/>
            <a:ext cx="885825" cy="5019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550" b="0">
                <a:solidFill>
                  <a:srgbClr val="FFFFFF"/>
                </a:solidFill>
                <a:latin typeface="Arial"/>
                <a:ea typeface="Arial"/>
                <a:cs typeface="Arial"/>
              </a:defRPr>
            </a:pPr>
            <a:r>
              <a:rPr sz="2550" b="0">
                <a:solidFill>
                  <a:srgbClr val="FFFFFF"/>
                </a:solidFill>
                <a:latin typeface="Arial"/>
                <a:ea typeface="Arial"/>
                <a:cs typeface="Arial"/>
              </a:rPr>
              <a:t>بمساعدة</a:t>
            </a:r>
          </a:p>
        </p:txBody>
      </p:sp>
      <p:sp>
        <p:nvSpPr>
          <p:cNvPr id="26" name="">
            <a:extLst xmlns:a="http://schemas.openxmlformats.org/drawingml/2006/main">
              <a:ext uri="{FF2B5EF4-FFF2-40B4-BE49-F238E27FC236}">
                <a16:creationId xmlns:a16="http://schemas.microsoft.com/office/drawing/2014/main" id="{5C51ECE6-4A2A-4631-9B79-8F3E8B7D1F4E}"/>
              </a:ext>
            </a:extLst>
          </p:cNvPr>
          <p:cNvSpPr>
            <a:spLocks xmlns:a="http://schemas.openxmlformats.org/drawingml/2006/main" noGrp="1"/>
          </p:cNvSpPr>
          <p:nvPr/>
        </p:nvSpPr>
        <p:spPr>
          <a:xfrm xmlns:a="http://schemas.openxmlformats.org/drawingml/2006/main">
            <a:off x="9708833" y="7096125"/>
            <a:ext cx="676275" cy="5019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550" b="0">
                <a:solidFill>
                  <a:srgbClr val="FFFFFF"/>
                </a:solidFill>
                <a:latin typeface="Arial"/>
                <a:ea typeface="Arial"/>
                <a:cs typeface="Arial"/>
              </a:defRPr>
            </a:pPr>
            <a:r>
              <a:rPr sz="2550" b="0">
                <a:solidFill>
                  <a:srgbClr val="FFFFFF"/>
                </a:solidFill>
                <a:latin typeface="Arial"/>
                <a:ea typeface="Arial"/>
                <a:cs typeface="Arial"/>
              </a:rPr>
              <a:t>أدوات</a:t>
            </a:r>
          </a:p>
        </p:txBody>
      </p:sp>
      <p:sp>
        <p:nvSpPr>
          <p:cNvPr id="27" name="">
            <a:extLst xmlns:a="http://schemas.openxmlformats.org/drawingml/2006/main">
              <a:ext uri="{FF2B5EF4-FFF2-40B4-BE49-F238E27FC236}">
                <a16:creationId xmlns:a16="http://schemas.microsoft.com/office/drawing/2014/main" id="{06318B61-2894-4F13-B0CD-BBD077AFE001}"/>
              </a:ext>
            </a:extLst>
          </p:cNvPr>
          <p:cNvSpPr>
            <a:spLocks xmlns:a="http://schemas.openxmlformats.org/drawingml/2006/main" noGrp="1"/>
          </p:cNvSpPr>
          <p:nvPr/>
        </p:nvSpPr>
        <p:spPr>
          <a:xfrm xmlns:a="http://schemas.openxmlformats.org/drawingml/2006/main">
            <a:off x="8980646" y="7096125"/>
            <a:ext cx="638175" cy="5019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550" b="0">
                <a:solidFill>
                  <a:srgbClr val="FFFFFF"/>
                </a:solidFill>
                <a:latin typeface="Arial"/>
                <a:ea typeface="Arial"/>
                <a:cs typeface="Arial"/>
              </a:defRPr>
            </a:pPr>
            <a:r>
              <a:rPr sz="2550" b="0">
                <a:solidFill>
                  <a:srgbClr val="FFFFFF"/>
                </a:solidFill>
                <a:latin typeface="Arial"/>
                <a:ea typeface="Arial"/>
                <a:cs typeface="Arial"/>
              </a:rPr>
              <a:t>الذكاء</a:t>
            </a:r>
          </a:p>
        </p:txBody>
      </p:sp>
      <p:sp>
        <p:nvSpPr>
          <p:cNvPr id="28" name="">
            <a:extLst xmlns:a="http://schemas.openxmlformats.org/drawingml/2006/main">
              <a:ext uri="{FF2B5EF4-FFF2-40B4-BE49-F238E27FC236}">
                <a16:creationId xmlns:a16="http://schemas.microsoft.com/office/drawing/2014/main" id="{D4D7462B-C5C2-4B4C-931C-AF17F3E5E13F}"/>
              </a:ext>
            </a:extLst>
          </p:cNvPr>
          <p:cNvSpPr>
            <a:spLocks xmlns:a="http://schemas.openxmlformats.org/drawingml/2006/main" noGrp="1"/>
          </p:cNvSpPr>
          <p:nvPr/>
        </p:nvSpPr>
        <p:spPr>
          <a:xfrm xmlns:a="http://schemas.openxmlformats.org/drawingml/2006/main">
            <a:off x="7604760" y="7096125"/>
            <a:ext cx="1285875" cy="5019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550" b="0">
                <a:solidFill>
                  <a:srgbClr val="FFFFFF"/>
                </a:solidFill>
                <a:latin typeface="Arial"/>
                <a:ea typeface="Arial"/>
                <a:cs typeface="Arial"/>
              </a:defRPr>
            </a:pPr>
            <a:r>
              <a:rPr sz="2550" b="0">
                <a:solidFill>
                  <a:srgbClr val="FFFFFF"/>
                </a:solidFill>
                <a:latin typeface="Arial"/>
                <a:ea typeface="Arial"/>
                <a:cs typeface="Arial"/>
              </a:rPr>
              <a:t>الاصطناعي</a:t>
            </a:r>
          </a:p>
        </p:txBody>
      </p:sp>
      <p:sp>
        <p:nvSpPr>
          <p:cNvPr id="29" name="">
            <a:extLst xmlns:a="http://schemas.openxmlformats.org/drawingml/2006/main">
              <a:ext uri="{FF2B5EF4-FFF2-40B4-BE49-F238E27FC236}">
                <a16:creationId xmlns:a16="http://schemas.microsoft.com/office/drawing/2014/main" id="{E9A3919F-05FC-4EFF-B2D2-95836D852D4F}"/>
              </a:ext>
            </a:extLst>
          </p:cNvPr>
          <p:cNvSpPr>
            <a:spLocks xmlns:a="http://schemas.openxmlformats.org/drawingml/2006/main" noGrp="1"/>
          </p:cNvSpPr>
          <p:nvPr/>
        </p:nvSpPr>
        <p:spPr>
          <a:xfrm xmlns:a="http://schemas.openxmlformats.org/drawingml/2006/main">
            <a:off x="14611350" y="7810500"/>
            <a:ext cx="723900" cy="5019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550" b="0">
                <a:solidFill>
                  <a:srgbClr val="BAC5DF"/>
                </a:solidFill>
                <a:latin typeface="Arial"/>
                <a:ea typeface="Arial"/>
                <a:cs typeface="Arial"/>
              </a:defRPr>
            </a:pPr>
            <a:r>
              <a:rPr sz="2550" b="0">
                <a:solidFill>
                  <a:srgbClr val="BAC5DF"/>
                </a:solidFill>
                <a:latin typeface="Arial"/>
                <a:ea typeface="Arial"/>
                <a:cs typeface="Arial"/>
              </a:rPr>
              <a:t>المسار</a:t>
            </a:r>
          </a:p>
        </p:txBody>
      </p:sp>
      <p:sp>
        <p:nvSpPr>
          <p:cNvPr id="30" name="">
            <a:extLst xmlns:a="http://schemas.openxmlformats.org/drawingml/2006/main">
              <a:ext uri="{FF2B5EF4-FFF2-40B4-BE49-F238E27FC236}">
                <a16:creationId xmlns:a16="http://schemas.microsoft.com/office/drawing/2014/main" id="{30D1E8FA-08B6-477D-9BC8-64A1D57CC9BC}"/>
              </a:ext>
            </a:extLst>
          </p:cNvPr>
          <p:cNvSpPr>
            <a:spLocks xmlns:a="http://schemas.openxmlformats.org/drawingml/2006/main" noGrp="1"/>
          </p:cNvSpPr>
          <p:nvPr/>
        </p:nvSpPr>
        <p:spPr>
          <a:xfrm xmlns:a="http://schemas.openxmlformats.org/drawingml/2006/main">
            <a:off x="13873639" y="7810500"/>
            <a:ext cx="647700" cy="5019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550" b="0">
                <a:solidFill>
                  <a:srgbClr val="BAC5DF"/>
                </a:solidFill>
                <a:latin typeface="Arial"/>
                <a:ea typeface="Arial"/>
                <a:cs typeface="Arial"/>
              </a:defRPr>
            </a:pPr>
            <a:r>
              <a:rPr sz="2550" b="0">
                <a:solidFill>
                  <a:srgbClr val="BAC5DF"/>
                </a:solidFill>
                <a:latin typeface="Arial"/>
                <a:ea typeface="Arial"/>
                <a:cs typeface="Arial"/>
              </a:rPr>
              <a:t>الرابع</a:t>
            </a:r>
          </a:p>
        </p:txBody>
      </p:sp>
      <p:sp>
        <p:nvSpPr>
          <p:cNvPr id="31" name="">
            <a:extLst xmlns:a="http://schemas.openxmlformats.org/drawingml/2006/main">
              <a:ext uri="{FF2B5EF4-FFF2-40B4-BE49-F238E27FC236}">
                <a16:creationId xmlns:a16="http://schemas.microsoft.com/office/drawing/2014/main" id="{50E4177C-CE09-4487-A36D-68558332F9B9}"/>
              </a:ext>
            </a:extLst>
          </p:cNvPr>
          <p:cNvSpPr>
            <a:spLocks xmlns:a="http://schemas.openxmlformats.org/drawingml/2006/main" noGrp="1"/>
          </p:cNvSpPr>
          <p:nvPr/>
        </p:nvSpPr>
        <p:spPr>
          <a:xfrm xmlns:a="http://schemas.openxmlformats.org/drawingml/2006/main">
            <a:off x="13107353" y="7810500"/>
            <a:ext cx="676275" cy="5019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550" b="0">
                <a:solidFill>
                  <a:srgbClr val="BAC5DF"/>
                </a:solidFill>
                <a:latin typeface="Arial"/>
                <a:ea typeface="Arial"/>
                <a:cs typeface="Arial"/>
              </a:defRPr>
            </a:pPr>
            <a:r>
              <a:rPr sz="2550" b="0">
                <a:solidFill>
                  <a:srgbClr val="BAC5DF"/>
                </a:solidFill>
                <a:latin typeface="Arial"/>
                <a:ea typeface="Arial"/>
                <a:cs typeface="Arial"/>
              </a:rPr>
              <a:t>أدوات</a:t>
            </a:r>
          </a:p>
        </p:txBody>
      </p:sp>
      <p:sp>
        <p:nvSpPr>
          <p:cNvPr id="32" name="">
            <a:extLst xmlns:a="http://schemas.openxmlformats.org/drawingml/2006/main">
              <a:ext uri="{FF2B5EF4-FFF2-40B4-BE49-F238E27FC236}">
                <a16:creationId xmlns:a16="http://schemas.microsoft.com/office/drawing/2014/main" id="{F2347AD4-E202-43F0-BEDC-B98EDAD1391E}"/>
              </a:ext>
            </a:extLst>
          </p:cNvPr>
          <p:cNvSpPr>
            <a:spLocks xmlns:a="http://schemas.openxmlformats.org/drawingml/2006/main" noGrp="1"/>
          </p:cNvSpPr>
          <p:nvPr/>
        </p:nvSpPr>
        <p:spPr>
          <a:xfrm xmlns:a="http://schemas.openxmlformats.org/drawingml/2006/main">
            <a:off x="12198191" y="7810500"/>
            <a:ext cx="819150" cy="5019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550" b="0">
                <a:solidFill>
                  <a:srgbClr val="BAC5DF"/>
                </a:solidFill>
                <a:latin typeface="Arial"/>
                <a:ea typeface="Arial"/>
                <a:cs typeface="Arial"/>
              </a:defRPr>
            </a:pPr>
            <a:r>
              <a:rPr sz="2550" b="0">
                <a:solidFill>
                  <a:srgbClr val="BAC5DF"/>
                </a:solidFill>
                <a:latin typeface="Arial"/>
                <a:ea typeface="Arial"/>
                <a:cs typeface="Arial"/>
              </a:rPr>
              <a:t>المعرفة</a:t>
            </a:r>
          </a:p>
        </p:txBody>
      </p:sp>
      <p:sp>
        <p:nvSpPr>
          <p:cNvPr id="33" name="">
            <a:extLst xmlns:a="http://schemas.openxmlformats.org/drawingml/2006/main">
              <a:ext uri="{FF2B5EF4-FFF2-40B4-BE49-F238E27FC236}">
                <a16:creationId xmlns:a16="http://schemas.microsoft.com/office/drawing/2014/main" id="{DE7812AF-5EE3-4A10-BF2F-300FC97828AD}"/>
              </a:ext>
            </a:extLst>
          </p:cNvPr>
          <p:cNvSpPr>
            <a:spLocks xmlns:a="http://schemas.openxmlformats.org/drawingml/2006/main" noGrp="1"/>
          </p:cNvSpPr>
          <p:nvPr/>
        </p:nvSpPr>
        <p:spPr>
          <a:xfrm xmlns:a="http://schemas.openxmlformats.org/drawingml/2006/main">
            <a:off x="11250930" y="7810500"/>
            <a:ext cx="857250" cy="5019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550" b="0">
                <a:solidFill>
                  <a:srgbClr val="BAC5DF"/>
                </a:solidFill>
                <a:latin typeface="Arial"/>
                <a:ea typeface="Arial"/>
                <a:cs typeface="Arial"/>
              </a:defRPr>
            </a:pPr>
            <a:r>
              <a:rPr sz="2550" b="0">
                <a:solidFill>
                  <a:srgbClr val="BAC5DF"/>
                </a:solidFill>
                <a:latin typeface="Arial"/>
                <a:ea typeface="Arial"/>
                <a:cs typeface="Arial"/>
              </a:rPr>
              <a:t>والتحقق</a:t>
            </a:r>
          </a:p>
        </p:txBody>
      </p:sp>
      <p:sp>
        <p:nvSpPr>
          <p:cNvPr id="34" name="">
            <a:extLst xmlns:a="http://schemas.openxmlformats.org/drawingml/2006/main">
              <a:ext uri="{FF2B5EF4-FFF2-40B4-BE49-F238E27FC236}">
                <a16:creationId xmlns:a16="http://schemas.microsoft.com/office/drawing/2014/main" id="{09C5887D-D53B-441A-8C69-99759CFB0285}"/>
              </a:ext>
            </a:extLst>
          </p:cNvPr>
          <p:cNvSpPr>
            <a:spLocks xmlns:a="http://schemas.openxmlformats.org/drawingml/2006/main" noGrp="1"/>
          </p:cNvSpPr>
          <p:nvPr/>
        </p:nvSpPr>
        <p:spPr>
          <a:xfrm xmlns:a="http://schemas.openxmlformats.org/drawingml/2006/main">
            <a:off x="10446544" y="7810500"/>
            <a:ext cx="714375" cy="5019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550" b="0">
                <a:solidFill>
                  <a:srgbClr val="BAC5DF"/>
                </a:solidFill>
                <a:latin typeface="Arial"/>
                <a:ea typeface="Arial"/>
                <a:cs typeface="Arial"/>
              </a:defRPr>
            </a:pPr>
            <a:r>
              <a:rPr sz="2550" b="0">
                <a:solidFill>
                  <a:srgbClr val="BAC5DF"/>
                </a:solidFill>
                <a:latin typeface="Arial"/>
                <a:ea typeface="Arial"/>
                <a:cs typeface="Arial"/>
              </a:rPr>
              <a:t>لتمكين</a:t>
            </a:r>
          </a:p>
        </p:txBody>
      </p:sp>
      <p:sp>
        <p:nvSpPr>
          <p:cNvPr id="35" name="">
            <a:extLst xmlns:a="http://schemas.openxmlformats.org/drawingml/2006/main">
              <a:ext uri="{FF2B5EF4-FFF2-40B4-BE49-F238E27FC236}">
                <a16:creationId xmlns:a16="http://schemas.microsoft.com/office/drawing/2014/main" id="{CC2847A2-7F43-428E-AAD1-815ED270CF92}"/>
              </a:ext>
            </a:extLst>
          </p:cNvPr>
          <p:cNvSpPr>
            <a:spLocks xmlns:a="http://schemas.openxmlformats.org/drawingml/2006/main" noGrp="1"/>
          </p:cNvSpPr>
          <p:nvPr/>
        </p:nvSpPr>
        <p:spPr>
          <a:xfrm xmlns:a="http://schemas.openxmlformats.org/drawingml/2006/main">
            <a:off x="9413558" y="7810500"/>
            <a:ext cx="942975" cy="5019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550" b="0">
                <a:solidFill>
                  <a:srgbClr val="BAC5DF"/>
                </a:solidFill>
                <a:latin typeface="Arial"/>
                <a:ea typeface="Arial"/>
                <a:cs typeface="Arial"/>
              </a:defRPr>
            </a:pPr>
            <a:r>
              <a:rPr sz="2550" b="0">
                <a:solidFill>
                  <a:srgbClr val="BAC5DF"/>
                </a:solidFill>
                <a:latin typeface="Arial"/>
                <a:ea typeface="Arial"/>
                <a:cs typeface="Arial"/>
              </a:rPr>
              <a:t>المعرّفين</a:t>
            </a:r>
          </a:p>
        </p:txBody>
      </p:sp>
      <p:sp>
        <p:nvSpPr>
          <p:cNvPr id="36" name="">
            <a:extLst xmlns:a="http://schemas.openxmlformats.org/drawingml/2006/main">
              <a:ext uri="{FF2B5EF4-FFF2-40B4-BE49-F238E27FC236}">
                <a16:creationId xmlns:a16="http://schemas.microsoft.com/office/drawing/2014/main" id="{495B1F29-DCE4-4E5B-A2FA-D76653E86E0F}"/>
              </a:ext>
            </a:extLst>
          </p:cNvPr>
          <p:cNvSpPr>
            <a:spLocks xmlns:a="http://schemas.openxmlformats.org/drawingml/2006/main" noGrp="1"/>
          </p:cNvSpPr>
          <p:nvPr/>
        </p:nvSpPr>
        <p:spPr>
          <a:xfrm xmlns:a="http://schemas.openxmlformats.org/drawingml/2006/main">
            <a:off x="8456771" y="7810500"/>
            <a:ext cx="866775" cy="5019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550" b="0">
                <a:solidFill>
                  <a:srgbClr val="BAC5DF"/>
                </a:solidFill>
                <a:latin typeface="Arial"/>
                <a:ea typeface="Arial"/>
                <a:cs typeface="Arial"/>
              </a:defRPr>
            </a:pPr>
            <a:r>
              <a:rPr sz="2550" b="0">
                <a:solidFill>
                  <a:srgbClr val="BAC5DF"/>
                </a:solidFill>
                <a:latin typeface="Arial"/>
                <a:ea typeface="Arial"/>
                <a:cs typeface="Arial"/>
              </a:rPr>
              <a:t>بالإسلام</a:t>
            </a:r>
          </a:p>
        </p:txBody>
      </p:sp>
    </p:spTree>
    <p:extLst>
      <p:ext uri="{BB962C8B-B14F-4D97-AF65-F5344CB8AC3E}">
        <p14:creationId xmlns:p14="http://schemas.microsoft.com/office/powerpoint/2010/main" val="280461557"/>
      </p:ext>
    </p:extLst>
  </p:cSld>
</p:sld>
</file>

<file path=ppt/slides/slide2.xml><?xml version="1.0" encoding="utf-8"?>
<p:sld xmlns:p="http://schemas.openxmlformats.org/presentationml/2006/main">
  <p:cSld>
    <p:bg>
      <p:bgPr>
        <a:solidFill xmlns:a="http://schemas.openxmlformats.org/drawingml/2006/main">
          <a:srgbClr val="F2F4FF"/>
        </a:solidFill>
      </p:bgPr>
    </p:bg>
    <p:spTree>
      <p:nvGrpSpPr>
        <p:cNvPr id="1" name=""/>
        <p:cNvGrpSpPr/>
        <p:nvPr/>
      </p:nvGrpSpPr>
      <p:grpSpPr>
        <a:xfrm xmlns:a="http://schemas.openxmlformats.org/drawingml/2006/main"/>
      </p:grpSpPr>
      <p:sp>
        <p:nvSpPr>
          <p:cNvPr id="70" name="">
            <a:extLst xmlns:a="http://schemas.openxmlformats.org/drawingml/2006/main">
              <a:ext uri="{FF2B5EF4-FFF2-40B4-BE49-F238E27FC236}">
                <a16:creationId xmlns:a16="http://schemas.microsoft.com/office/drawing/2014/main" id="{23EF3FAC-17A1-4D78-8900-A8CEBBAFC958}"/>
              </a:ext>
            </a:extLst>
          </p:cNvPr>
          <p:cNvSpPr>
            <a:spLocks xmlns:a="http://schemas.openxmlformats.org/drawingml/2006/main" noGrp="1"/>
          </p:cNvSpPr>
          <p:nvPr/>
        </p:nvSpPr>
        <p:spPr>
          <a:xfrm xmlns:a="http://schemas.openxmlformats.org/drawingml/2006/main">
            <a:off x="857250" y="9486900"/>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586277"/>
                </a:solidFill>
                <a:latin typeface="Arial"/>
                <a:ea typeface="Arial"/>
                <a:cs typeface="Arial"/>
              </a:defRPr>
            </a:pPr>
            <a:r>
              <a:rPr sz="1725" b="0">
                <a:solidFill>
                  <a:srgbClr val="586277"/>
                </a:solidFill>
                <a:latin typeface="Arial"/>
                <a:ea typeface="Arial"/>
                <a:cs typeface="Arial"/>
              </a:rPr>
              <a:t>IsnadLens / 02</a:t>
            </a:r>
          </a:p>
        </p:txBody>
      </p:sp>
      <p:sp>
        <p:nvSpPr>
          <p:cNvPr id="2" name="">
            <a:extLst xmlns:a="http://schemas.openxmlformats.org/drawingml/2006/main">
              <a:ext uri="{FF2B5EF4-FFF2-40B4-BE49-F238E27FC236}">
                <a16:creationId xmlns:a16="http://schemas.microsoft.com/office/drawing/2014/main" id="{1D2E3564-AA3F-47A5-AF13-23E504737D8D}"/>
              </a:ext>
            </a:extLst>
          </p:cNvPr>
          <p:cNvSpPr>
            <a:spLocks xmlns:a="http://schemas.openxmlformats.org/drawingml/2006/main" noGrp="1"/>
          </p:cNvSpPr>
          <p:nvPr/>
        </p:nvSpPr>
        <p:spPr>
          <a:xfrm xmlns:a="http://schemas.openxmlformats.org/drawingml/2006/main">
            <a:off x="16983075" y="9486900"/>
            <a:ext cx="447675"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586277"/>
                </a:solidFill>
                <a:latin typeface="Arial"/>
                <a:ea typeface="Arial"/>
                <a:cs typeface="Arial"/>
              </a:defRPr>
            </a:pPr>
            <a:r>
              <a:rPr sz="1725" b="0">
                <a:solidFill>
                  <a:srgbClr val="586277"/>
                </a:solidFill>
                <a:latin typeface="Arial"/>
                <a:ea typeface="Arial"/>
                <a:cs typeface="Arial"/>
              </a:rPr>
              <a:t>تحدي</a:t>
            </a:r>
          </a:p>
        </p:txBody>
      </p:sp>
      <p:sp>
        <p:nvSpPr>
          <p:cNvPr id="3" name="">
            <a:extLst xmlns:a="http://schemas.openxmlformats.org/drawingml/2006/main">
              <a:ext uri="{FF2B5EF4-FFF2-40B4-BE49-F238E27FC236}">
                <a16:creationId xmlns:a16="http://schemas.microsoft.com/office/drawing/2014/main" id="{4D114ED2-23FF-4137-8280-C585CE023CA8}"/>
              </a:ext>
            </a:extLst>
          </p:cNvPr>
          <p:cNvSpPr>
            <a:spLocks xmlns:a="http://schemas.openxmlformats.org/drawingml/2006/main" noGrp="1"/>
          </p:cNvSpPr>
          <p:nvPr/>
        </p:nvSpPr>
        <p:spPr>
          <a:xfrm xmlns:a="http://schemas.openxmlformats.org/drawingml/2006/main">
            <a:off x="16440150" y="9486900"/>
            <a:ext cx="45720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586277"/>
                </a:solidFill>
                <a:latin typeface="Arial"/>
                <a:ea typeface="Arial"/>
                <a:cs typeface="Arial"/>
              </a:defRPr>
            </a:pPr>
            <a:r>
              <a:rPr sz="1725" b="0">
                <a:solidFill>
                  <a:srgbClr val="586277"/>
                </a:solidFill>
                <a:latin typeface="Arial"/>
                <a:ea typeface="Arial"/>
                <a:cs typeface="Arial"/>
              </a:rPr>
              <a:t>الذكاء</a:t>
            </a:r>
          </a:p>
        </p:txBody>
      </p:sp>
      <p:sp>
        <p:nvSpPr>
          <p:cNvPr id="4" name="">
            <a:extLst xmlns:a="http://schemas.openxmlformats.org/drawingml/2006/main">
              <a:ext uri="{FF2B5EF4-FFF2-40B4-BE49-F238E27FC236}">
                <a16:creationId xmlns:a16="http://schemas.microsoft.com/office/drawing/2014/main" id="{53A6401B-4FA1-4431-B8DA-2DB94D1A5CBC}"/>
              </a:ext>
            </a:extLst>
          </p:cNvPr>
          <p:cNvSpPr>
            <a:spLocks xmlns:a="http://schemas.openxmlformats.org/drawingml/2006/main" noGrp="1"/>
          </p:cNvSpPr>
          <p:nvPr/>
        </p:nvSpPr>
        <p:spPr>
          <a:xfrm xmlns:a="http://schemas.openxmlformats.org/drawingml/2006/main">
            <a:off x="15468600" y="9486900"/>
            <a:ext cx="885825"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586277"/>
                </a:solidFill>
                <a:latin typeface="Arial"/>
                <a:ea typeface="Arial"/>
                <a:cs typeface="Arial"/>
              </a:defRPr>
            </a:pPr>
            <a:r>
              <a:rPr sz="1725" b="0">
                <a:solidFill>
                  <a:srgbClr val="586277"/>
                </a:solidFill>
                <a:latin typeface="Arial"/>
                <a:ea typeface="Arial"/>
                <a:cs typeface="Arial"/>
              </a:rPr>
              <a:t>الاصطناعي</a:t>
            </a:r>
          </a:p>
        </p:txBody>
      </p:sp>
      <p:sp>
        <p:nvSpPr>
          <p:cNvPr id="5" name="">
            <a:extLst xmlns:a="http://schemas.openxmlformats.org/drawingml/2006/main">
              <a:ext uri="{FF2B5EF4-FFF2-40B4-BE49-F238E27FC236}">
                <a16:creationId xmlns:a16="http://schemas.microsoft.com/office/drawing/2014/main" id="{8FCD00AC-E5D3-4D94-B096-94F606BC7286}"/>
              </a:ext>
            </a:extLst>
          </p:cNvPr>
          <p:cNvSpPr>
            <a:spLocks xmlns:a="http://schemas.openxmlformats.org/drawingml/2006/main" noGrp="1"/>
          </p:cNvSpPr>
          <p:nvPr/>
        </p:nvSpPr>
        <p:spPr>
          <a:xfrm xmlns:a="http://schemas.openxmlformats.org/drawingml/2006/main">
            <a:off x="15135225" y="9486900"/>
            <a:ext cx="24765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586277"/>
                </a:solidFill>
                <a:latin typeface="Arial"/>
                <a:ea typeface="Arial"/>
                <a:cs typeface="Arial"/>
              </a:defRPr>
            </a:pPr>
            <a:r>
              <a:rPr sz="1725" b="0">
                <a:solidFill>
                  <a:srgbClr val="586277"/>
                </a:solidFill>
                <a:latin typeface="Arial"/>
                <a:ea typeface="Arial"/>
                <a:cs typeface="Arial"/>
              </a:rPr>
              <a:t>في</a:t>
            </a:r>
          </a:p>
        </p:txBody>
      </p:sp>
      <p:sp>
        <p:nvSpPr>
          <p:cNvPr id="6" name="">
            <a:extLst xmlns:a="http://schemas.openxmlformats.org/drawingml/2006/main">
              <a:ext uri="{FF2B5EF4-FFF2-40B4-BE49-F238E27FC236}">
                <a16:creationId xmlns:a16="http://schemas.microsoft.com/office/drawing/2014/main" id="{CFAD36EF-01CA-4BAE-9996-7D08587FC2A7}"/>
              </a:ext>
            </a:extLst>
          </p:cNvPr>
          <p:cNvSpPr>
            <a:spLocks xmlns:a="http://schemas.openxmlformats.org/drawingml/2006/main" noGrp="1"/>
          </p:cNvSpPr>
          <p:nvPr/>
        </p:nvSpPr>
        <p:spPr>
          <a:xfrm xmlns:a="http://schemas.openxmlformats.org/drawingml/2006/main">
            <a:off x="14630400" y="9486900"/>
            <a:ext cx="41910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586277"/>
                </a:solidFill>
                <a:latin typeface="Arial"/>
                <a:ea typeface="Arial"/>
                <a:cs typeface="Arial"/>
              </a:defRPr>
            </a:pPr>
            <a:r>
              <a:rPr sz="1725" b="0">
                <a:solidFill>
                  <a:srgbClr val="586277"/>
                </a:solidFill>
                <a:latin typeface="Arial"/>
                <a:ea typeface="Arial"/>
                <a:cs typeface="Arial"/>
              </a:rPr>
              <a:t>خدمة</a:t>
            </a:r>
          </a:p>
        </p:txBody>
      </p:sp>
      <p:sp>
        <p:nvSpPr>
          <p:cNvPr id="7" name="">
            <a:extLst xmlns:a="http://schemas.openxmlformats.org/drawingml/2006/main">
              <a:ext uri="{FF2B5EF4-FFF2-40B4-BE49-F238E27FC236}">
                <a16:creationId xmlns:a16="http://schemas.microsoft.com/office/drawing/2014/main" id="{597CBF8B-B78D-4025-9828-0268A587EE8A}"/>
              </a:ext>
            </a:extLst>
          </p:cNvPr>
          <p:cNvSpPr>
            <a:spLocks xmlns:a="http://schemas.openxmlformats.org/drawingml/2006/main" noGrp="1"/>
          </p:cNvSpPr>
          <p:nvPr/>
        </p:nvSpPr>
        <p:spPr>
          <a:xfrm xmlns:a="http://schemas.openxmlformats.org/drawingml/2006/main">
            <a:off x="13839825" y="9486900"/>
            <a:ext cx="70485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586277"/>
                </a:solidFill>
                <a:latin typeface="Arial"/>
                <a:ea typeface="Arial"/>
                <a:cs typeface="Arial"/>
              </a:defRPr>
            </a:pPr>
            <a:r>
              <a:rPr sz="1725" b="0">
                <a:solidFill>
                  <a:srgbClr val="586277"/>
                </a:solidFill>
                <a:latin typeface="Arial"/>
                <a:ea typeface="Arial"/>
                <a:cs typeface="Arial"/>
              </a:rPr>
              <a:t>الدراسات</a:t>
            </a:r>
          </a:p>
        </p:txBody>
      </p:sp>
      <p:sp>
        <p:nvSpPr>
          <p:cNvPr id="8" name="">
            <a:extLst xmlns:a="http://schemas.openxmlformats.org/drawingml/2006/main">
              <a:ext uri="{FF2B5EF4-FFF2-40B4-BE49-F238E27FC236}">
                <a16:creationId xmlns:a16="http://schemas.microsoft.com/office/drawing/2014/main" id="{E135287C-D562-4745-877D-62231109E05D}"/>
              </a:ext>
            </a:extLst>
          </p:cNvPr>
          <p:cNvSpPr>
            <a:spLocks xmlns:a="http://schemas.openxmlformats.org/drawingml/2006/main" noGrp="1"/>
          </p:cNvSpPr>
          <p:nvPr/>
        </p:nvSpPr>
        <p:spPr>
          <a:xfrm xmlns:a="http://schemas.openxmlformats.org/drawingml/2006/main">
            <a:off x="13058775" y="9486900"/>
            <a:ext cx="695325"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586277"/>
                </a:solidFill>
                <a:latin typeface="Arial"/>
                <a:ea typeface="Arial"/>
                <a:cs typeface="Arial"/>
              </a:defRPr>
            </a:pPr>
            <a:r>
              <a:rPr sz="1725" b="0">
                <a:solidFill>
                  <a:srgbClr val="586277"/>
                </a:solidFill>
                <a:latin typeface="Arial"/>
                <a:ea typeface="Arial"/>
                <a:cs typeface="Arial"/>
              </a:rPr>
              <a:t>الإسلامية</a:t>
            </a:r>
          </a:p>
        </p:txBody>
      </p:sp>
      <p:sp>
        <p:nvSpPr>
          <p:cNvPr id="9" name="">
            <a:extLst xmlns:a="http://schemas.openxmlformats.org/drawingml/2006/main">
              <a:ext uri="{FF2B5EF4-FFF2-40B4-BE49-F238E27FC236}">
                <a16:creationId xmlns:a16="http://schemas.microsoft.com/office/drawing/2014/main" id="{18D8891F-132E-4CD3-B08E-33DF1B5F60D5}"/>
              </a:ext>
            </a:extLst>
          </p:cNvPr>
          <p:cNvSpPr>
            <a:spLocks xmlns:a="http://schemas.openxmlformats.org/drawingml/2006/main" noGrp="1"/>
          </p:cNvSpPr>
          <p:nvPr/>
        </p:nvSpPr>
        <p:spPr>
          <a:xfrm xmlns:a="http://schemas.openxmlformats.org/drawingml/2006/main">
            <a:off x="15621000" y="809625"/>
            <a:ext cx="1714500"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0" b="1">
                <a:solidFill>
                  <a:srgbClr val="12183F"/>
                </a:solidFill>
                <a:latin typeface="Arial"/>
                <a:ea typeface="Arial"/>
                <a:cs typeface="Arial"/>
              </a:defRPr>
            </a:pPr>
            <a:r>
              <a:rPr sz="5250" b="1">
                <a:solidFill>
                  <a:srgbClr val="12183F"/>
                </a:solidFill>
                <a:latin typeface="Arial"/>
                <a:ea typeface="Arial"/>
                <a:cs typeface="Arial"/>
              </a:rPr>
              <a:t>المشكلة</a:t>
            </a:r>
          </a:p>
        </p:txBody>
      </p:sp>
      <p:sp>
        <p:nvSpPr>
          <p:cNvPr id="10" name="">
            <a:extLst xmlns:a="http://schemas.openxmlformats.org/drawingml/2006/main">
              <a:ext uri="{FF2B5EF4-FFF2-40B4-BE49-F238E27FC236}">
                <a16:creationId xmlns:a16="http://schemas.microsoft.com/office/drawing/2014/main" id="{4975026A-F31D-4E21-AF68-14B1EF20C76F}"/>
              </a:ext>
            </a:extLst>
          </p:cNvPr>
          <p:cNvSpPr>
            <a:spLocks xmlns:a="http://schemas.openxmlformats.org/drawingml/2006/main" noGrp="1"/>
          </p:cNvSpPr>
          <p:nvPr/>
        </p:nvSpPr>
        <p:spPr>
          <a:xfrm xmlns:a="http://schemas.openxmlformats.org/drawingml/2006/main">
            <a:off x="14759464" y="809625"/>
            <a:ext cx="676275"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0" b="1">
                <a:solidFill>
                  <a:srgbClr val="12183F"/>
                </a:solidFill>
                <a:latin typeface="Arial"/>
                <a:ea typeface="Arial"/>
                <a:cs typeface="Arial"/>
              </a:defRPr>
            </a:pPr>
            <a:r>
              <a:rPr sz="5250" b="1">
                <a:solidFill>
                  <a:srgbClr val="12183F"/>
                </a:solidFill>
                <a:latin typeface="Arial"/>
                <a:ea typeface="Arial"/>
                <a:cs typeface="Arial"/>
              </a:rPr>
              <a:t>هل</a:t>
            </a:r>
          </a:p>
        </p:txBody>
      </p:sp>
      <p:sp>
        <p:nvSpPr>
          <p:cNvPr id="11" name="">
            <a:extLst xmlns:a="http://schemas.openxmlformats.org/drawingml/2006/main">
              <a:ext uri="{FF2B5EF4-FFF2-40B4-BE49-F238E27FC236}">
                <a16:creationId xmlns:a16="http://schemas.microsoft.com/office/drawing/2014/main" id="{3762B0FF-52BD-4A86-B2D7-F84083EC86C6}"/>
              </a:ext>
            </a:extLst>
          </p:cNvPr>
          <p:cNvSpPr>
            <a:spLocks xmlns:a="http://schemas.openxmlformats.org/drawingml/2006/main" noGrp="1"/>
          </p:cNvSpPr>
          <p:nvPr/>
        </p:nvSpPr>
        <p:spPr>
          <a:xfrm xmlns:a="http://schemas.openxmlformats.org/drawingml/2006/main">
            <a:off x="13497877" y="809625"/>
            <a:ext cx="1076325"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0" b="1">
                <a:solidFill>
                  <a:srgbClr val="12183F"/>
                </a:solidFill>
                <a:latin typeface="Arial"/>
                <a:ea typeface="Arial"/>
                <a:cs typeface="Arial"/>
              </a:defRPr>
            </a:pPr>
            <a:r>
              <a:rPr sz="5250" b="1">
                <a:solidFill>
                  <a:srgbClr val="12183F"/>
                </a:solidFill>
                <a:latin typeface="Arial"/>
                <a:ea typeface="Arial"/>
                <a:cs typeface="Arial"/>
              </a:rPr>
              <a:t>يدعم</a:t>
            </a:r>
          </a:p>
        </p:txBody>
      </p:sp>
      <p:sp>
        <p:nvSpPr>
          <p:cNvPr id="12" name="">
            <a:extLst xmlns:a="http://schemas.openxmlformats.org/drawingml/2006/main">
              <a:ext uri="{FF2B5EF4-FFF2-40B4-BE49-F238E27FC236}">
                <a16:creationId xmlns:a16="http://schemas.microsoft.com/office/drawing/2014/main" id="{79B4F411-5FFF-4DCE-A90D-5F044819CBC3}"/>
              </a:ext>
            </a:extLst>
          </p:cNvPr>
          <p:cNvSpPr>
            <a:spLocks xmlns:a="http://schemas.openxmlformats.org/drawingml/2006/main" noGrp="1"/>
          </p:cNvSpPr>
          <p:nvPr/>
        </p:nvSpPr>
        <p:spPr>
          <a:xfrm xmlns:a="http://schemas.openxmlformats.org/drawingml/2006/main">
            <a:off x="11645741" y="809625"/>
            <a:ext cx="1666875"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0" b="1">
                <a:solidFill>
                  <a:srgbClr val="12183F"/>
                </a:solidFill>
                <a:latin typeface="Arial"/>
                <a:ea typeface="Arial"/>
                <a:cs typeface="Arial"/>
              </a:defRPr>
            </a:pPr>
            <a:r>
              <a:rPr sz="5250" b="1">
                <a:solidFill>
                  <a:srgbClr val="12183F"/>
                </a:solidFill>
                <a:latin typeface="Arial"/>
                <a:ea typeface="Arial"/>
                <a:cs typeface="Arial"/>
              </a:rPr>
              <a:t>المصدر</a:t>
            </a:r>
          </a:p>
        </p:txBody>
      </p:sp>
      <p:sp>
        <p:nvSpPr>
          <p:cNvPr id="13" name="">
            <a:extLst xmlns:a="http://schemas.openxmlformats.org/drawingml/2006/main">
              <a:ext uri="{FF2B5EF4-FFF2-40B4-BE49-F238E27FC236}">
                <a16:creationId xmlns:a16="http://schemas.microsoft.com/office/drawing/2014/main" id="{939303E7-9402-4A78-90E9-75D5DFAEE63A}"/>
              </a:ext>
            </a:extLst>
          </p:cNvPr>
          <p:cNvSpPr>
            <a:spLocks xmlns:a="http://schemas.openxmlformats.org/drawingml/2006/main" noGrp="1"/>
          </p:cNvSpPr>
          <p:nvPr/>
        </p:nvSpPr>
        <p:spPr>
          <a:xfrm xmlns:a="http://schemas.openxmlformats.org/drawingml/2006/main">
            <a:off x="10327005" y="809625"/>
            <a:ext cx="1133475"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0" b="1">
                <a:solidFill>
                  <a:srgbClr val="12183F"/>
                </a:solidFill>
                <a:latin typeface="Arial"/>
                <a:ea typeface="Arial"/>
                <a:cs typeface="Arial"/>
              </a:defRPr>
            </a:pPr>
            <a:r>
              <a:rPr sz="5250" b="1">
                <a:solidFill>
                  <a:srgbClr val="12183F"/>
                </a:solidFill>
                <a:latin typeface="Arial"/>
                <a:ea typeface="Arial"/>
                <a:cs typeface="Arial"/>
              </a:rPr>
              <a:t>معنى</a:t>
            </a:r>
          </a:p>
        </p:txBody>
      </p:sp>
      <p:sp>
        <p:nvSpPr>
          <p:cNvPr id="14" name="">
            <a:extLst xmlns:a="http://schemas.openxmlformats.org/drawingml/2006/main">
              <a:ext uri="{FF2B5EF4-FFF2-40B4-BE49-F238E27FC236}">
                <a16:creationId xmlns:a16="http://schemas.microsoft.com/office/drawing/2014/main" id="{7D4D859D-28F9-4A23-BED1-518715CE8127}"/>
              </a:ext>
            </a:extLst>
          </p:cNvPr>
          <p:cNvSpPr>
            <a:spLocks xmlns:a="http://schemas.openxmlformats.org/drawingml/2006/main" noGrp="1"/>
          </p:cNvSpPr>
          <p:nvPr/>
        </p:nvSpPr>
        <p:spPr>
          <a:xfrm xmlns:a="http://schemas.openxmlformats.org/drawingml/2006/main">
            <a:off x="8684419" y="809625"/>
            <a:ext cx="1457325"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0" b="1">
                <a:solidFill>
                  <a:srgbClr val="12183F"/>
                </a:solidFill>
                <a:latin typeface="Arial"/>
                <a:ea typeface="Arial"/>
                <a:cs typeface="Arial"/>
              </a:defRPr>
            </a:pPr>
            <a:r>
              <a:rPr sz="5250" b="1">
                <a:solidFill>
                  <a:srgbClr val="12183F"/>
                </a:solidFill>
                <a:latin typeface="Arial"/>
                <a:ea typeface="Arial"/>
                <a:cs typeface="Arial"/>
              </a:rPr>
              <a:t>العبارة</a:t>
            </a:r>
          </a:p>
        </p:txBody>
      </p:sp>
      <p:sp>
        <p:nvSpPr>
          <p:cNvPr id="15" name="">
            <a:extLst xmlns:a="http://schemas.openxmlformats.org/drawingml/2006/main">
              <a:ext uri="{FF2B5EF4-FFF2-40B4-BE49-F238E27FC236}">
                <a16:creationId xmlns:a16="http://schemas.microsoft.com/office/drawing/2014/main" id="{337A7EC3-65D2-4778-ADE4-AA305E49EAE8}"/>
              </a:ext>
            </a:extLst>
          </p:cNvPr>
          <p:cNvSpPr>
            <a:spLocks xmlns:a="http://schemas.openxmlformats.org/drawingml/2006/main" noGrp="1"/>
          </p:cNvSpPr>
          <p:nvPr/>
        </p:nvSpPr>
        <p:spPr>
          <a:xfrm xmlns:a="http://schemas.openxmlformats.org/drawingml/2006/main">
            <a:off x="16544925" y="2333625"/>
            <a:ext cx="790575" cy="6053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75" b="0">
                <a:solidFill>
                  <a:srgbClr val="586277"/>
                </a:solidFill>
                <a:latin typeface="Arial"/>
                <a:ea typeface="Arial"/>
                <a:cs typeface="Arial"/>
              </a:defRPr>
            </a:pPr>
            <a:r>
              <a:rPr sz="3075" b="0">
                <a:solidFill>
                  <a:srgbClr val="586277"/>
                </a:solidFill>
                <a:latin typeface="Arial"/>
                <a:ea typeface="Arial"/>
                <a:cs typeface="Arial"/>
              </a:rPr>
              <a:t>تخيّلوا</a:t>
            </a:r>
          </a:p>
        </p:txBody>
      </p:sp>
      <p:sp>
        <p:nvSpPr>
          <p:cNvPr id="16" name="">
            <a:extLst xmlns:a="http://schemas.openxmlformats.org/drawingml/2006/main">
              <a:ext uri="{FF2B5EF4-FFF2-40B4-BE49-F238E27FC236}">
                <a16:creationId xmlns:a16="http://schemas.microsoft.com/office/drawing/2014/main" id="{D62725D3-274B-41A9-9287-8436C5CEDB3B}"/>
              </a:ext>
            </a:extLst>
          </p:cNvPr>
          <p:cNvSpPr>
            <a:spLocks xmlns:a="http://schemas.openxmlformats.org/drawingml/2006/main" noGrp="1"/>
          </p:cNvSpPr>
          <p:nvPr/>
        </p:nvSpPr>
        <p:spPr>
          <a:xfrm xmlns:a="http://schemas.openxmlformats.org/drawingml/2006/main">
            <a:off x="15874460" y="2333625"/>
            <a:ext cx="561975" cy="6053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75" b="0">
                <a:solidFill>
                  <a:srgbClr val="586277"/>
                </a:solidFill>
                <a:latin typeface="Arial"/>
                <a:ea typeface="Arial"/>
                <a:cs typeface="Arial"/>
              </a:defRPr>
            </a:pPr>
            <a:r>
              <a:rPr sz="3075" b="0">
                <a:solidFill>
                  <a:srgbClr val="586277"/>
                </a:solidFill>
                <a:latin typeface="Arial"/>
                <a:ea typeface="Arial"/>
                <a:cs typeface="Arial"/>
              </a:rPr>
              <a:t>أنني</a:t>
            </a:r>
          </a:p>
        </p:txBody>
      </p:sp>
      <p:sp>
        <p:nvSpPr>
          <p:cNvPr id="17" name="">
            <a:extLst xmlns:a="http://schemas.openxmlformats.org/drawingml/2006/main">
              <a:ext uri="{FF2B5EF4-FFF2-40B4-BE49-F238E27FC236}">
                <a16:creationId xmlns:a16="http://schemas.microsoft.com/office/drawing/2014/main" id="{5AB62162-4E3C-4ACC-8D4F-45CA89869FEF}"/>
              </a:ext>
            </a:extLst>
          </p:cNvPr>
          <p:cNvSpPr>
            <a:spLocks xmlns:a="http://schemas.openxmlformats.org/drawingml/2006/main" noGrp="1"/>
          </p:cNvSpPr>
          <p:nvPr/>
        </p:nvSpPr>
        <p:spPr>
          <a:xfrm xmlns:a="http://schemas.openxmlformats.org/drawingml/2006/main">
            <a:off x="15251620" y="2333625"/>
            <a:ext cx="514350" cy="6053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75" b="0">
                <a:solidFill>
                  <a:srgbClr val="586277"/>
                </a:solidFill>
                <a:latin typeface="Arial"/>
                <a:ea typeface="Arial"/>
                <a:cs typeface="Arial"/>
              </a:defRPr>
            </a:pPr>
            <a:r>
              <a:rPr sz="3075" b="0">
                <a:solidFill>
                  <a:srgbClr val="586277"/>
                </a:solidFill>
                <a:latin typeface="Arial"/>
                <a:ea typeface="Arial"/>
                <a:cs typeface="Arial"/>
              </a:rPr>
              <a:t>أقرأ</a:t>
            </a:r>
          </a:p>
        </p:txBody>
      </p:sp>
      <p:sp>
        <p:nvSpPr>
          <p:cNvPr id="18" name="">
            <a:extLst xmlns:a="http://schemas.openxmlformats.org/drawingml/2006/main">
              <a:ext uri="{FF2B5EF4-FFF2-40B4-BE49-F238E27FC236}">
                <a16:creationId xmlns:a16="http://schemas.microsoft.com/office/drawing/2014/main" id="{0B88698F-E163-4209-817B-039C86CE6EF1}"/>
              </a:ext>
            </a:extLst>
          </p:cNvPr>
          <p:cNvSpPr>
            <a:spLocks xmlns:a="http://schemas.openxmlformats.org/drawingml/2006/main" noGrp="1"/>
          </p:cNvSpPr>
          <p:nvPr/>
        </p:nvSpPr>
        <p:spPr>
          <a:xfrm xmlns:a="http://schemas.openxmlformats.org/drawingml/2006/main">
            <a:off x="14181106" y="2333625"/>
            <a:ext cx="962025" cy="6053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75" b="0">
                <a:solidFill>
                  <a:srgbClr val="586277"/>
                </a:solidFill>
                <a:latin typeface="Arial"/>
                <a:ea typeface="Arial"/>
                <a:cs typeface="Arial"/>
              </a:defRPr>
            </a:pPr>
            <a:r>
              <a:rPr sz="3075" b="0">
                <a:solidFill>
                  <a:srgbClr val="586277"/>
                </a:solidFill>
                <a:latin typeface="Arial"/>
                <a:ea typeface="Arial"/>
                <a:cs typeface="Arial"/>
              </a:rPr>
              <a:t>منشوراً</a:t>
            </a:r>
          </a:p>
        </p:txBody>
      </p:sp>
      <p:sp>
        <p:nvSpPr>
          <p:cNvPr id="19" name="">
            <a:extLst xmlns:a="http://schemas.openxmlformats.org/drawingml/2006/main">
              <a:ext uri="{FF2B5EF4-FFF2-40B4-BE49-F238E27FC236}">
                <a16:creationId xmlns:a16="http://schemas.microsoft.com/office/drawing/2014/main" id="{34279EE3-FE6C-466E-B040-C7E0207B2C72}"/>
              </a:ext>
            </a:extLst>
          </p:cNvPr>
          <p:cNvSpPr>
            <a:spLocks xmlns:a="http://schemas.openxmlformats.org/drawingml/2006/main" noGrp="1"/>
          </p:cNvSpPr>
          <p:nvPr/>
        </p:nvSpPr>
        <p:spPr>
          <a:xfrm xmlns:a="http://schemas.openxmlformats.org/drawingml/2006/main">
            <a:off x="13443966" y="2333625"/>
            <a:ext cx="628650" cy="6053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75" b="0">
                <a:solidFill>
                  <a:srgbClr val="586277"/>
                </a:solidFill>
                <a:latin typeface="Arial"/>
                <a:ea typeface="Arial"/>
                <a:cs typeface="Arial"/>
              </a:defRPr>
            </a:pPr>
            <a:r>
              <a:rPr sz="3075" b="0">
                <a:solidFill>
                  <a:srgbClr val="586277"/>
                </a:solidFill>
                <a:latin typeface="Arial"/>
                <a:ea typeface="Arial"/>
                <a:cs typeface="Arial"/>
              </a:rPr>
              <a:t>يقول</a:t>
            </a:r>
          </a:p>
        </p:txBody>
      </p:sp>
      <p:sp>
        <p:nvSpPr>
          <p:cNvPr id="20" name="">
            <a:extLst xmlns:a="http://schemas.openxmlformats.org/drawingml/2006/main">
              <a:ext uri="{FF2B5EF4-FFF2-40B4-BE49-F238E27FC236}">
                <a16:creationId xmlns:a16="http://schemas.microsoft.com/office/drawing/2014/main" id="{2F754082-7FA0-4834-B2CE-A3AA47FE9C36}"/>
              </a:ext>
            </a:extLst>
          </p:cNvPr>
          <p:cNvSpPr>
            <a:spLocks xmlns:a="http://schemas.openxmlformats.org/drawingml/2006/main" noGrp="1"/>
          </p:cNvSpPr>
          <p:nvPr/>
        </p:nvSpPr>
        <p:spPr>
          <a:xfrm xmlns:a="http://schemas.openxmlformats.org/drawingml/2006/main">
            <a:off x="16792575" y="3190875"/>
            <a:ext cx="542925" cy="9596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4875" b="1">
                <a:solidFill>
                  <a:srgbClr val="075642"/>
                </a:solidFill>
                <a:latin typeface="Arial"/>
                <a:ea typeface="Arial"/>
                <a:cs typeface="Arial"/>
              </a:defRPr>
            </a:pPr>
            <a:r>
              <a:rPr sz="4875" b="1">
                <a:solidFill>
                  <a:srgbClr val="075642"/>
                </a:solidFill>
                <a:latin typeface="Arial"/>
                <a:ea typeface="Arial"/>
                <a:cs typeface="Arial"/>
              </a:rPr>
              <a:t>إذا</a:t>
            </a:r>
          </a:p>
        </p:txBody>
      </p:sp>
      <p:sp>
        <p:nvSpPr>
          <p:cNvPr id="21" name="">
            <a:extLst xmlns:a="http://schemas.openxmlformats.org/drawingml/2006/main">
              <a:ext uri="{FF2B5EF4-FFF2-40B4-BE49-F238E27FC236}">
                <a16:creationId xmlns:a16="http://schemas.microsoft.com/office/drawing/2014/main" id="{B8C06D02-60B9-4FBA-9361-5A36444B4BB7}"/>
              </a:ext>
            </a:extLst>
          </p:cNvPr>
          <p:cNvSpPr>
            <a:spLocks xmlns:a="http://schemas.openxmlformats.org/drawingml/2006/main" noGrp="1"/>
          </p:cNvSpPr>
          <p:nvPr/>
        </p:nvSpPr>
        <p:spPr>
          <a:xfrm xmlns:a="http://schemas.openxmlformats.org/drawingml/2006/main">
            <a:off x="15344204" y="3190875"/>
            <a:ext cx="1276350" cy="9596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4875" b="1">
                <a:solidFill>
                  <a:srgbClr val="075642"/>
                </a:solidFill>
                <a:latin typeface="Arial"/>
                <a:ea typeface="Arial"/>
                <a:cs typeface="Arial"/>
              </a:defRPr>
            </a:pPr>
            <a:r>
              <a:rPr sz="4875" b="1">
                <a:solidFill>
                  <a:srgbClr val="075642"/>
                </a:solidFill>
                <a:latin typeface="Arial"/>
                <a:ea typeface="Arial"/>
                <a:cs typeface="Arial"/>
              </a:rPr>
              <a:t>توكلت</a:t>
            </a:r>
          </a:p>
        </p:txBody>
      </p:sp>
      <p:sp>
        <p:nvSpPr>
          <p:cNvPr id="22" name="">
            <a:extLst xmlns:a="http://schemas.openxmlformats.org/drawingml/2006/main">
              <a:ext uri="{FF2B5EF4-FFF2-40B4-BE49-F238E27FC236}">
                <a16:creationId xmlns:a16="http://schemas.microsoft.com/office/drawing/2014/main" id="{49A73FDB-ED69-49DA-83C8-1767AA2E202B}"/>
              </a:ext>
            </a:extLst>
          </p:cNvPr>
          <p:cNvSpPr>
            <a:spLocks xmlns:a="http://schemas.openxmlformats.org/drawingml/2006/main" noGrp="1"/>
          </p:cNvSpPr>
          <p:nvPr/>
        </p:nvSpPr>
        <p:spPr>
          <a:xfrm xmlns:a="http://schemas.openxmlformats.org/drawingml/2006/main">
            <a:off x="14286357" y="3190875"/>
            <a:ext cx="885825" cy="9596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4875" b="1">
                <a:solidFill>
                  <a:srgbClr val="075642"/>
                </a:solidFill>
                <a:latin typeface="Arial"/>
                <a:ea typeface="Arial"/>
                <a:cs typeface="Arial"/>
              </a:defRPr>
            </a:pPr>
            <a:r>
              <a:rPr sz="4875" b="1">
                <a:solidFill>
                  <a:srgbClr val="075642"/>
                </a:solidFill>
                <a:latin typeface="Arial"/>
                <a:ea typeface="Arial"/>
                <a:cs typeface="Arial"/>
              </a:rPr>
              <a:t>على</a:t>
            </a:r>
          </a:p>
        </p:txBody>
      </p:sp>
      <p:sp>
        <p:nvSpPr>
          <p:cNvPr id="23" name="">
            <a:extLst xmlns:a="http://schemas.openxmlformats.org/drawingml/2006/main">
              <a:ext uri="{FF2B5EF4-FFF2-40B4-BE49-F238E27FC236}">
                <a16:creationId xmlns:a16="http://schemas.microsoft.com/office/drawing/2014/main" id="{9C8348C5-460E-4F79-8E76-3833F9A789FF}"/>
              </a:ext>
            </a:extLst>
          </p:cNvPr>
          <p:cNvSpPr>
            <a:spLocks xmlns:a="http://schemas.openxmlformats.org/drawingml/2006/main" noGrp="1"/>
          </p:cNvSpPr>
          <p:nvPr/>
        </p:nvSpPr>
        <p:spPr>
          <a:xfrm xmlns:a="http://schemas.openxmlformats.org/drawingml/2006/main">
            <a:off x="13523786" y="3190875"/>
            <a:ext cx="590550" cy="9596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4875" b="1">
                <a:solidFill>
                  <a:srgbClr val="075642"/>
                </a:solidFill>
                <a:latin typeface="Arial"/>
                <a:ea typeface="Arial"/>
                <a:cs typeface="Arial"/>
              </a:defRPr>
            </a:pPr>
            <a:r>
              <a:rPr sz="4875" b="1">
                <a:solidFill>
                  <a:srgbClr val="075642"/>
                </a:solidFill>
                <a:latin typeface="Arial"/>
                <a:ea typeface="Arial"/>
                <a:cs typeface="Arial"/>
              </a:rPr>
              <a:t>الله</a:t>
            </a:r>
          </a:p>
        </p:txBody>
      </p:sp>
      <p:sp>
        <p:nvSpPr>
          <p:cNvPr id="24" name="">
            <a:extLst xmlns:a="http://schemas.openxmlformats.org/drawingml/2006/main">
              <a:ext uri="{FF2B5EF4-FFF2-40B4-BE49-F238E27FC236}">
                <a16:creationId xmlns:a16="http://schemas.microsoft.com/office/drawing/2014/main" id="{769AD4BA-286D-4A3F-BA8F-E93584EF2B38}"/>
              </a:ext>
            </a:extLst>
          </p:cNvPr>
          <p:cNvSpPr>
            <a:spLocks xmlns:a="http://schemas.openxmlformats.org/drawingml/2006/main" noGrp="1"/>
          </p:cNvSpPr>
          <p:nvPr/>
        </p:nvSpPr>
        <p:spPr>
          <a:xfrm xmlns:a="http://schemas.openxmlformats.org/drawingml/2006/main">
            <a:off x="12770739" y="3190875"/>
            <a:ext cx="581025" cy="9596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4875" b="1">
                <a:solidFill>
                  <a:srgbClr val="075642"/>
                </a:solidFill>
                <a:latin typeface="Arial"/>
                <a:ea typeface="Arial"/>
                <a:cs typeface="Arial"/>
              </a:defRPr>
            </a:pPr>
            <a:r>
              <a:rPr sz="4875" b="1">
                <a:solidFill>
                  <a:srgbClr val="075642"/>
                </a:solidFill>
                <a:latin typeface="Arial"/>
                <a:ea typeface="Arial"/>
                <a:cs typeface="Arial"/>
              </a:rPr>
              <a:t>فلا</a:t>
            </a:r>
          </a:p>
        </p:txBody>
      </p:sp>
      <p:sp>
        <p:nvSpPr>
          <p:cNvPr id="25" name="">
            <a:extLst xmlns:a="http://schemas.openxmlformats.org/drawingml/2006/main">
              <a:ext uri="{FF2B5EF4-FFF2-40B4-BE49-F238E27FC236}">
                <a16:creationId xmlns:a16="http://schemas.microsoft.com/office/drawing/2014/main" id="{FD833A74-13F6-4989-BF82-F6FB762A0225}"/>
              </a:ext>
            </a:extLst>
          </p:cNvPr>
          <p:cNvSpPr>
            <a:spLocks xmlns:a="http://schemas.openxmlformats.org/drawingml/2006/main" noGrp="1"/>
          </p:cNvSpPr>
          <p:nvPr/>
        </p:nvSpPr>
        <p:spPr>
          <a:xfrm xmlns:a="http://schemas.openxmlformats.org/drawingml/2006/main">
            <a:off x="11484293" y="3190875"/>
            <a:ext cx="1114425" cy="9596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4875" b="1">
                <a:solidFill>
                  <a:srgbClr val="075642"/>
                </a:solidFill>
                <a:latin typeface="Arial"/>
                <a:ea typeface="Arial"/>
                <a:cs typeface="Arial"/>
              </a:defRPr>
            </a:pPr>
            <a:r>
              <a:rPr sz="4875" b="1">
                <a:solidFill>
                  <a:srgbClr val="075642"/>
                </a:solidFill>
                <a:latin typeface="Arial"/>
                <a:ea typeface="Arial"/>
                <a:cs typeface="Arial"/>
              </a:rPr>
              <a:t>حاجة</a:t>
            </a:r>
          </a:p>
        </p:txBody>
      </p:sp>
      <p:sp>
        <p:nvSpPr>
          <p:cNvPr id="26" name="">
            <a:extLst xmlns:a="http://schemas.openxmlformats.org/drawingml/2006/main">
              <a:ext uri="{FF2B5EF4-FFF2-40B4-BE49-F238E27FC236}">
                <a16:creationId xmlns:a16="http://schemas.microsoft.com/office/drawing/2014/main" id="{179A201F-E4F2-4857-B6C9-B4DE13EF801B}"/>
              </a:ext>
            </a:extLst>
          </p:cNvPr>
          <p:cNvSpPr>
            <a:spLocks xmlns:a="http://schemas.openxmlformats.org/drawingml/2006/main" noGrp="1"/>
          </p:cNvSpPr>
          <p:nvPr/>
        </p:nvSpPr>
        <p:spPr>
          <a:xfrm xmlns:a="http://schemas.openxmlformats.org/drawingml/2006/main">
            <a:off x="10626471" y="3190875"/>
            <a:ext cx="685800" cy="9596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4875" b="1">
                <a:solidFill>
                  <a:srgbClr val="075642"/>
                </a:solidFill>
                <a:latin typeface="Arial"/>
                <a:ea typeface="Arial"/>
                <a:cs typeface="Arial"/>
              </a:defRPr>
            </a:pPr>
            <a:r>
              <a:rPr sz="4875" b="1">
                <a:solidFill>
                  <a:srgbClr val="075642"/>
                </a:solidFill>
                <a:latin typeface="Arial"/>
                <a:ea typeface="Arial"/>
                <a:cs typeface="Arial"/>
              </a:rPr>
              <a:t>إلى</a:t>
            </a:r>
          </a:p>
        </p:txBody>
      </p:sp>
      <p:sp>
        <p:nvSpPr>
          <p:cNvPr id="27" name="">
            <a:extLst xmlns:a="http://schemas.openxmlformats.org/drawingml/2006/main">
              <a:ext uri="{FF2B5EF4-FFF2-40B4-BE49-F238E27FC236}">
                <a16:creationId xmlns:a16="http://schemas.microsoft.com/office/drawing/2014/main" id="{DF05C885-424D-4486-9D2A-06925F622B6B}"/>
              </a:ext>
            </a:extLst>
          </p:cNvPr>
          <p:cNvSpPr>
            <a:spLocks xmlns:a="http://schemas.openxmlformats.org/drawingml/2006/main" noGrp="1"/>
          </p:cNvSpPr>
          <p:nvPr/>
        </p:nvSpPr>
        <p:spPr>
          <a:xfrm xmlns:a="http://schemas.openxmlformats.org/drawingml/2006/main">
            <a:off x="8806625" y="3190875"/>
            <a:ext cx="1647825" cy="9596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4875" b="1">
                <a:solidFill>
                  <a:srgbClr val="075642"/>
                </a:solidFill>
                <a:latin typeface="Arial"/>
                <a:ea typeface="Arial"/>
                <a:cs typeface="Arial"/>
              </a:defRPr>
            </a:pPr>
            <a:r>
              <a:rPr sz="4875" b="1">
                <a:solidFill>
                  <a:srgbClr val="075642"/>
                </a:solidFill>
                <a:latin typeface="Arial"/>
                <a:ea typeface="Arial"/>
                <a:cs typeface="Arial"/>
              </a:rPr>
              <a:t>التخطيط</a:t>
            </a:r>
          </a:p>
        </p:txBody>
      </p:sp>
      <p:sp>
        <p:nvSpPr>
          <p:cNvPr id="28" name="">
            <a:extLst xmlns:a="http://schemas.openxmlformats.org/drawingml/2006/main">
              <a:ext uri="{FF2B5EF4-FFF2-40B4-BE49-F238E27FC236}">
                <a16:creationId xmlns:a16="http://schemas.microsoft.com/office/drawing/2014/main" id="{347F3BC3-02EB-47B0-B1B9-E67661C89FEF}"/>
              </a:ext>
            </a:extLst>
          </p:cNvPr>
          <p:cNvSpPr>
            <a:spLocks xmlns:a="http://schemas.openxmlformats.org/drawingml/2006/main" noGrp="1"/>
          </p:cNvSpPr>
          <p:nvPr/>
        </p:nvSpPr>
        <p:spPr>
          <a:xfrm xmlns:a="http://schemas.openxmlformats.org/drawingml/2006/main">
            <a:off x="8158353" y="3190875"/>
            <a:ext cx="476250" cy="9596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4875" b="1">
                <a:solidFill>
                  <a:srgbClr val="075642"/>
                </a:solidFill>
                <a:latin typeface="Arial"/>
                <a:ea typeface="Arial"/>
                <a:cs typeface="Arial"/>
              </a:defRPr>
            </a:pPr>
            <a:r>
              <a:rPr sz="4875" b="1">
                <a:solidFill>
                  <a:srgbClr val="075642"/>
                </a:solidFill>
                <a:latin typeface="Arial"/>
                <a:ea typeface="Arial"/>
                <a:cs typeface="Arial"/>
              </a:rPr>
              <a:t>أو</a:t>
            </a:r>
          </a:p>
        </p:txBody>
      </p:sp>
      <p:sp>
        <p:nvSpPr>
          <p:cNvPr id="29" name="">
            <a:extLst xmlns:a="http://schemas.openxmlformats.org/drawingml/2006/main">
              <a:ext uri="{FF2B5EF4-FFF2-40B4-BE49-F238E27FC236}">
                <a16:creationId xmlns:a16="http://schemas.microsoft.com/office/drawing/2014/main" id="{7369CDA7-5E8E-491B-B4E9-B1C7D8A1FB69}"/>
              </a:ext>
            </a:extLst>
          </p:cNvPr>
          <p:cNvSpPr>
            <a:spLocks xmlns:a="http://schemas.openxmlformats.org/drawingml/2006/main" noGrp="1"/>
          </p:cNvSpPr>
          <p:nvPr/>
        </p:nvSpPr>
        <p:spPr>
          <a:xfrm xmlns:a="http://schemas.openxmlformats.org/drawingml/2006/main">
            <a:off x="6948107" y="3190875"/>
            <a:ext cx="1038225" cy="9596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4875" b="1">
                <a:solidFill>
                  <a:srgbClr val="075642"/>
                </a:solidFill>
                <a:latin typeface="Arial"/>
                <a:ea typeface="Arial"/>
                <a:cs typeface="Arial"/>
              </a:defRPr>
            </a:pPr>
            <a:r>
              <a:rPr sz="4875" b="1">
                <a:solidFill>
                  <a:srgbClr val="075642"/>
                </a:solidFill>
                <a:latin typeface="Arial"/>
                <a:ea typeface="Arial"/>
                <a:cs typeface="Arial"/>
              </a:rPr>
              <a:t>الأخذ</a:t>
            </a:r>
          </a:p>
        </p:txBody>
      </p:sp>
      <p:sp>
        <p:nvSpPr>
          <p:cNvPr id="30" name="">
            <a:extLst xmlns:a="http://schemas.openxmlformats.org/drawingml/2006/main">
              <a:ext uri="{FF2B5EF4-FFF2-40B4-BE49-F238E27FC236}">
                <a16:creationId xmlns:a16="http://schemas.microsoft.com/office/drawing/2014/main" id="{518A393D-0203-4F18-A4E6-98ED2800D7E0}"/>
              </a:ext>
            </a:extLst>
          </p:cNvPr>
          <p:cNvSpPr>
            <a:spLocks xmlns:a="http://schemas.openxmlformats.org/drawingml/2006/main" noGrp="1"/>
          </p:cNvSpPr>
          <p:nvPr/>
        </p:nvSpPr>
        <p:spPr>
          <a:xfrm xmlns:a="http://schemas.openxmlformats.org/drawingml/2006/main">
            <a:off x="5004435" y="3190875"/>
            <a:ext cx="1771650" cy="9596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4875" b="1">
                <a:solidFill>
                  <a:srgbClr val="075642"/>
                </a:solidFill>
                <a:latin typeface="Arial"/>
                <a:ea typeface="Arial"/>
                <a:cs typeface="Arial"/>
              </a:defRPr>
            </a:pPr>
            <a:r>
              <a:rPr sz="4875" b="1">
                <a:solidFill>
                  <a:srgbClr val="075642"/>
                </a:solidFill>
                <a:latin typeface="Arial"/>
                <a:ea typeface="Arial"/>
                <a:cs typeface="Arial"/>
              </a:rPr>
              <a:t>بالأسباب</a:t>
            </a:r>
          </a:p>
        </p:txBody>
      </p:sp>
      <p:sp>
        <p:nvSpPr>
          <p:cNvPr id="31" name="">
            <a:extLst xmlns:a="http://schemas.openxmlformats.org/drawingml/2006/main">
              <a:ext uri="{FF2B5EF4-FFF2-40B4-BE49-F238E27FC236}">
                <a16:creationId xmlns:a16="http://schemas.microsoft.com/office/drawing/2014/main" id="{A9E7EC47-D12A-43B9-8515-37E76A11CBE9}"/>
              </a:ext>
            </a:extLst>
          </p:cNvPr>
          <p:cNvSpPr>
            <a:spLocks xmlns:a="http://schemas.openxmlformats.org/drawingml/2006/main" noGrp="1"/>
          </p:cNvSpPr>
          <p:nvPr/>
        </p:nvSpPr>
        <p:spPr>
          <a:xfrm xmlns:a="http://schemas.openxmlformats.org/drawingml/2006/main">
            <a:off x="16497300" y="4810125"/>
            <a:ext cx="838200" cy="679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450" b="0">
                <a:solidFill>
                  <a:srgbClr val="12183F"/>
                </a:solidFill>
                <a:latin typeface="Arial"/>
                <a:ea typeface="Arial"/>
                <a:cs typeface="Arial"/>
              </a:defRPr>
            </a:pPr>
            <a:r>
              <a:rPr sz="3450" b="0">
                <a:solidFill>
                  <a:srgbClr val="12183F"/>
                </a:solidFill>
                <a:latin typeface="Arial"/>
                <a:ea typeface="Arial"/>
                <a:cs typeface="Arial"/>
              </a:rPr>
              <a:t>أحتاج</a:t>
            </a:r>
          </a:p>
        </p:txBody>
      </p:sp>
      <p:sp>
        <p:nvSpPr>
          <p:cNvPr id="32" name="">
            <a:extLst xmlns:a="http://schemas.openxmlformats.org/drawingml/2006/main">
              <a:ext uri="{FF2B5EF4-FFF2-40B4-BE49-F238E27FC236}">
                <a16:creationId xmlns:a16="http://schemas.microsoft.com/office/drawing/2014/main" id="{6E88EF2E-3D8B-471F-844E-DE4DD0101358}"/>
              </a:ext>
            </a:extLst>
          </p:cNvPr>
          <p:cNvSpPr>
            <a:spLocks xmlns:a="http://schemas.openxmlformats.org/drawingml/2006/main" noGrp="1"/>
          </p:cNvSpPr>
          <p:nvPr/>
        </p:nvSpPr>
        <p:spPr>
          <a:xfrm xmlns:a="http://schemas.openxmlformats.org/drawingml/2006/main">
            <a:off x="15870746" y="4810125"/>
            <a:ext cx="504825" cy="679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450" b="0">
                <a:solidFill>
                  <a:srgbClr val="12183F"/>
                </a:solidFill>
                <a:latin typeface="Arial"/>
                <a:ea typeface="Arial"/>
                <a:cs typeface="Arial"/>
              </a:defRPr>
            </a:pPr>
            <a:r>
              <a:rPr sz="3450" b="0">
                <a:solidFill>
                  <a:srgbClr val="12183F"/>
                </a:solidFill>
                <a:latin typeface="Arial"/>
                <a:ea typeface="Arial"/>
                <a:cs typeface="Arial"/>
              </a:rPr>
              <a:t>إلى</a:t>
            </a:r>
          </a:p>
        </p:txBody>
      </p:sp>
      <p:sp>
        <p:nvSpPr>
          <p:cNvPr id="33" name="">
            <a:extLst xmlns:a="http://schemas.openxmlformats.org/drawingml/2006/main">
              <a:ext uri="{FF2B5EF4-FFF2-40B4-BE49-F238E27FC236}">
                <a16:creationId xmlns:a16="http://schemas.microsoft.com/office/drawing/2014/main" id="{231AA1F3-608A-4469-AD32-FFE988FEF577}"/>
              </a:ext>
            </a:extLst>
          </p:cNvPr>
          <p:cNvSpPr>
            <a:spLocks xmlns:a="http://schemas.openxmlformats.org/drawingml/2006/main" noGrp="1"/>
          </p:cNvSpPr>
          <p:nvPr/>
        </p:nvSpPr>
        <p:spPr>
          <a:xfrm xmlns:a="http://schemas.openxmlformats.org/drawingml/2006/main">
            <a:off x="15006066" y="4810125"/>
            <a:ext cx="742950" cy="679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450" b="0">
                <a:solidFill>
                  <a:srgbClr val="12183F"/>
                </a:solidFill>
                <a:latin typeface="Arial"/>
                <a:ea typeface="Arial"/>
                <a:cs typeface="Arial"/>
              </a:defRPr>
            </a:pPr>
            <a:r>
              <a:rPr sz="3450" b="0">
                <a:solidFill>
                  <a:srgbClr val="12183F"/>
                </a:solidFill>
                <a:latin typeface="Arial"/>
                <a:ea typeface="Arial"/>
                <a:cs typeface="Arial"/>
              </a:rPr>
              <a:t>أصل</a:t>
            </a:r>
          </a:p>
        </p:txBody>
      </p:sp>
      <p:sp>
        <p:nvSpPr>
          <p:cNvPr id="34" name="">
            <a:extLst xmlns:a="http://schemas.openxmlformats.org/drawingml/2006/main">
              <a:ext uri="{FF2B5EF4-FFF2-40B4-BE49-F238E27FC236}">
                <a16:creationId xmlns:a16="http://schemas.microsoft.com/office/drawing/2014/main" id="{09BE8F66-655F-4F96-9974-1749045D926B}"/>
              </a:ext>
            </a:extLst>
          </p:cNvPr>
          <p:cNvSpPr>
            <a:spLocks xmlns:a="http://schemas.openxmlformats.org/drawingml/2006/main" noGrp="1"/>
          </p:cNvSpPr>
          <p:nvPr/>
        </p:nvSpPr>
        <p:spPr>
          <a:xfrm xmlns:a="http://schemas.openxmlformats.org/drawingml/2006/main">
            <a:off x="14055662" y="4810125"/>
            <a:ext cx="828675" cy="679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450" b="0">
                <a:solidFill>
                  <a:srgbClr val="12183F"/>
                </a:solidFill>
                <a:latin typeface="Arial"/>
                <a:ea typeface="Arial"/>
                <a:cs typeface="Arial"/>
              </a:defRPr>
            </a:pPr>
            <a:r>
              <a:rPr sz="3450" b="0">
                <a:solidFill>
                  <a:srgbClr val="12183F"/>
                </a:solidFill>
                <a:latin typeface="Arial"/>
                <a:ea typeface="Arial"/>
                <a:cs typeface="Arial"/>
              </a:rPr>
              <a:t>النص</a:t>
            </a:r>
          </a:p>
        </p:txBody>
      </p:sp>
      <p:sp>
        <p:nvSpPr>
          <p:cNvPr id="35" name="">
            <a:extLst xmlns:a="http://schemas.openxmlformats.org/drawingml/2006/main">
              <a:ext uri="{FF2B5EF4-FFF2-40B4-BE49-F238E27FC236}">
                <a16:creationId xmlns:a16="http://schemas.microsoft.com/office/drawing/2014/main" id="{54D10F14-2104-4AFF-99B5-730DF7C1F777}"/>
              </a:ext>
            </a:extLst>
          </p:cNvPr>
          <p:cNvSpPr>
            <a:spLocks xmlns:a="http://schemas.openxmlformats.org/drawingml/2006/main" noGrp="1"/>
          </p:cNvSpPr>
          <p:nvPr/>
        </p:nvSpPr>
        <p:spPr>
          <a:xfrm xmlns:a="http://schemas.openxmlformats.org/drawingml/2006/main">
            <a:off x="13619607" y="4810125"/>
            <a:ext cx="314325" cy="679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450" b="0">
                <a:solidFill>
                  <a:srgbClr val="12183F"/>
                </a:solidFill>
                <a:latin typeface="Arial"/>
                <a:ea typeface="Arial"/>
                <a:cs typeface="Arial"/>
              </a:defRPr>
            </a:pPr>
            <a:r>
              <a:rPr sz="3450" b="0">
                <a:solidFill>
                  <a:srgbClr val="12183F"/>
                </a:solidFill>
                <a:latin typeface="Arial"/>
                <a:ea typeface="Arial"/>
                <a:cs typeface="Arial"/>
              </a:rPr>
              <a:t>ثم</a:t>
            </a:r>
          </a:p>
        </p:txBody>
      </p:sp>
      <p:sp>
        <p:nvSpPr>
          <p:cNvPr id="36" name="">
            <a:extLst xmlns:a="http://schemas.openxmlformats.org/drawingml/2006/main">
              <a:ext uri="{FF2B5EF4-FFF2-40B4-BE49-F238E27FC236}">
                <a16:creationId xmlns:a16="http://schemas.microsoft.com/office/drawing/2014/main" id="{B500A9E0-C046-43BA-B432-04DA4A0E8FB1}"/>
              </a:ext>
            </a:extLst>
          </p:cNvPr>
          <p:cNvSpPr>
            <a:spLocks xmlns:a="http://schemas.openxmlformats.org/drawingml/2006/main" noGrp="1"/>
          </p:cNvSpPr>
          <p:nvPr/>
        </p:nvSpPr>
        <p:spPr>
          <a:xfrm xmlns:a="http://schemas.openxmlformats.org/drawingml/2006/main">
            <a:off x="12716828" y="4810125"/>
            <a:ext cx="781050" cy="679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450" b="0">
                <a:solidFill>
                  <a:srgbClr val="12183F"/>
                </a:solidFill>
                <a:latin typeface="Arial"/>
                <a:ea typeface="Arial"/>
                <a:cs typeface="Arial"/>
              </a:defRPr>
            </a:pPr>
            <a:r>
              <a:rPr sz="3450" b="0">
                <a:solidFill>
                  <a:srgbClr val="12183F"/>
                </a:solidFill>
                <a:latin typeface="Arial"/>
                <a:ea typeface="Arial"/>
                <a:cs typeface="Arial"/>
              </a:rPr>
              <a:t>سياقه</a:t>
            </a:r>
          </a:p>
        </p:txBody>
      </p:sp>
      <p:sp>
        <p:nvSpPr>
          <p:cNvPr id="37" name="">
            <a:extLst xmlns:a="http://schemas.openxmlformats.org/drawingml/2006/main">
              <a:ext uri="{FF2B5EF4-FFF2-40B4-BE49-F238E27FC236}">
                <a16:creationId xmlns:a16="http://schemas.microsoft.com/office/drawing/2014/main" id="{70B3B132-CC65-4D3D-AE20-81C5912A65A0}"/>
              </a:ext>
            </a:extLst>
          </p:cNvPr>
          <p:cNvSpPr>
            <a:spLocks xmlns:a="http://schemas.openxmlformats.org/drawingml/2006/main" noGrp="1"/>
          </p:cNvSpPr>
          <p:nvPr/>
        </p:nvSpPr>
        <p:spPr>
          <a:xfrm xmlns:a="http://schemas.openxmlformats.org/drawingml/2006/main">
            <a:off x="12280773" y="4810125"/>
            <a:ext cx="314325" cy="679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450" b="0">
                <a:solidFill>
                  <a:srgbClr val="12183F"/>
                </a:solidFill>
                <a:latin typeface="Arial"/>
                <a:ea typeface="Arial"/>
                <a:cs typeface="Arial"/>
              </a:defRPr>
            </a:pPr>
            <a:r>
              <a:rPr sz="3450" b="0">
                <a:solidFill>
                  <a:srgbClr val="12183F"/>
                </a:solidFill>
                <a:latin typeface="Arial"/>
                <a:ea typeface="Arial"/>
                <a:cs typeface="Arial"/>
              </a:rPr>
              <a:t>ثم</a:t>
            </a:r>
          </a:p>
        </p:txBody>
      </p:sp>
      <p:sp>
        <p:nvSpPr>
          <p:cNvPr id="38" name="">
            <a:extLst xmlns:a="http://schemas.openxmlformats.org/drawingml/2006/main">
              <a:ext uri="{FF2B5EF4-FFF2-40B4-BE49-F238E27FC236}">
                <a16:creationId xmlns:a16="http://schemas.microsoft.com/office/drawing/2014/main" id="{B5D0C3BE-4D3B-4912-BD71-2A1CD12F12B6}"/>
              </a:ext>
            </a:extLst>
          </p:cNvPr>
          <p:cNvSpPr>
            <a:spLocks xmlns:a="http://schemas.openxmlformats.org/drawingml/2006/main" noGrp="1"/>
          </p:cNvSpPr>
          <p:nvPr/>
        </p:nvSpPr>
        <p:spPr>
          <a:xfrm xmlns:a="http://schemas.openxmlformats.org/drawingml/2006/main">
            <a:off x="11663744" y="4810125"/>
            <a:ext cx="495300" cy="679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450" b="0">
                <a:solidFill>
                  <a:srgbClr val="12183F"/>
                </a:solidFill>
                <a:latin typeface="Arial"/>
                <a:ea typeface="Arial"/>
                <a:cs typeface="Arial"/>
              </a:defRPr>
            </a:pPr>
            <a:r>
              <a:rPr sz="3450" b="0">
                <a:solidFill>
                  <a:srgbClr val="12183F"/>
                </a:solidFill>
                <a:latin typeface="Arial"/>
                <a:ea typeface="Arial"/>
                <a:cs typeface="Arial"/>
              </a:rPr>
              <a:t>فهم</a:t>
            </a:r>
          </a:p>
        </p:txBody>
      </p:sp>
      <p:sp>
        <p:nvSpPr>
          <p:cNvPr id="39" name="">
            <a:extLst xmlns:a="http://schemas.openxmlformats.org/drawingml/2006/main">
              <a:ext uri="{FF2B5EF4-FFF2-40B4-BE49-F238E27FC236}">
                <a16:creationId xmlns:a16="http://schemas.microsoft.com/office/drawing/2014/main" id="{2873E1A5-ED11-4EDA-87AA-260D427A4B46}"/>
              </a:ext>
            </a:extLst>
          </p:cNvPr>
          <p:cNvSpPr>
            <a:spLocks xmlns:a="http://schemas.openxmlformats.org/drawingml/2006/main" noGrp="1"/>
          </p:cNvSpPr>
          <p:nvPr/>
        </p:nvSpPr>
        <p:spPr>
          <a:xfrm xmlns:a="http://schemas.openxmlformats.org/drawingml/2006/main">
            <a:off x="10751439" y="4810125"/>
            <a:ext cx="790575" cy="679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450" b="0">
                <a:solidFill>
                  <a:srgbClr val="12183F"/>
                </a:solidFill>
                <a:latin typeface="Arial"/>
                <a:ea typeface="Arial"/>
                <a:cs typeface="Arial"/>
              </a:defRPr>
            </a:pPr>
            <a:r>
              <a:rPr sz="3450" b="0">
                <a:solidFill>
                  <a:srgbClr val="12183F"/>
                </a:solidFill>
                <a:latin typeface="Arial"/>
                <a:ea typeface="Arial"/>
                <a:cs typeface="Arial"/>
              </a:rPr>
              <a:t>صلته</a:t>
            </a:r>
          </a:p>
        </p:txBody>
      </p:sp>
      <p:sp>
        <p:nvSpPr>
          <p:cNvPr id="40" name="">
            <a:extLst xmlns:a="http://schemas.openxmlformats.org/drawingml/2006/main">
              <a:ext uri="{FF2B5EF4-FFF2-40B4-BE49-F238E27FC236}">
                <a16:creationId xmlns:a16="http://schemas.microsoft.com/office/drawing/2014/main" id="{CF8416E3-26C3-4A9A-BCDA-D70FD1C21194}"/>
              </a:ext>
            </a:extLst>
          </p:cNvPr>
          <p:cNvSpPr>
            <a:spLocks xmlns:a="http://schemas.openxmlformats.org/drawingml/2006/main" noGrp="1"/>
          </p:cNvSpPr>
          <p:nvPr/>
        </p:nvSpPr>
        <p:spPr>
          <a:xfrm xmlns:a="http://schemas.openxmlformats.org/drawingml/2006/main">
            <a:off x="9458135" y="4810125"/>
            <a:ext cx="1171575" cy="679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450" b="0">
                <a:solidFill>
                  <a:srgbClr val="12183F"/>
                </a:solidFill>
                <a:latin typeface="Arial"/>
                <a:ea typeface="Arial"/>
                <a:cs typeface="Arial"/>
              </a:defRPr>
            </a:pPr>
            <a:r>
              <a:rPr sz="3450" b="0">
                <a:solidFill>
                  <a:srgbClr val="12183F"/>
                </a:solidFill>
                <a:latin typeface="Arial"/>
                <a:ea typeface="Arial"/>
                <a:cs typeface="Arial"/>
              </a:rPr>
              <a:t>بالادعاء</a:t>
            </a:r>
          </a:p>
        </p:txBody>
      </p:sp>
      <p:sp>
        <p:nvSpPr>
          <p:cNvPr id="41" name="">
            <a:extLst xmlns:a="http://schemas.openxmlformats.org/drawingml/2006/main">
              <a:ext uri="{FF2B5EF4-FFF2-40B4-BE49-F238E27FC236}">
                <a16:creationId xmlns:a16="http://schemas.microsoft.com/office/drawing/2014/main" id="{BB16D72A-8C54-47E0-8759-FCABC54433F7}"/>
              </a:ext>
            </a:extLst>
          </p:cNvPr>
          <p:cNvSpPr>
            <a:spLocks xmlns:a="http://schemas.openxmlformats.org/drawingml/2006/main" noGrp="1"/>
          </p:cNvSpPr>
          <p:nvPr/>
        </p:nvSpPr>
        <p:spPr>
          <a:xfrm xmlns:a="http://schemas.openxmlformats.org/drawingml/2006/main">
            <a:off x="16783050" y="5810250"/>
            <a:ext cx="552450" cy="693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525" b="1">
                <a:solidFill>
                  <a:srgbClr val="6150EA"/>
                </a:solidFill>
                <a:latin typeface="Arial"/>
                <a:ea typeface="Arial"/>
                <a:cs typeface="Arial"/>
              </a:defRPr>
            </a:pPr>
            <a:r>
              <a:rPr sz="3525" b="1">
                <a:solidFill>
                  <a:srgbClr val="6150EA"/>
                </a:solidFill>
                <a:latin typeface="Arial"/>
                <a:ea typeface="Arial"/>
                <a:cs typeface="Arial"/>
              </a:rPr>
              <a:t>وقد</a:t>
            </a:r>
          </a:p>
        </p:txBody>
      </p:sp>
      <p:sp>
        <p:nvSpPr>
          <p:cNvPr id="42" name="">
            <a:extLst xmlns:a="http://schemas.openxmlformats.org/drawingml/2006/main">
              <a:ext uri="{FF2B5EF4-FFF2-40B4-BE49-F238E27FC236}">
                <a16:creationId xmlns:a16="http://schemas.microsoft.com/office/drawing/2014/main" id="{B8F377EF-AEE9-4AB8-88C9-0B69E7C9D78F}"/>
              </a:ext>
            </a:extLst>
          </p:cNvPr>
          <p:cNvSpPr>
            <a:spLocks xmlns:a="http://schemas.openxmlformats.org/drawingml/2006/main" noGrp="1"/>
          </p:cNvSpPr>
          <p:nvPr/>
        </p:nvSpPr>
        <p:spPr>
          <a:xfrm xmlns:a="http://schemas.openxmlformats.org/drawingml/2006/main">
            <a:off x="15868078" y="5810250"/>
            <a:ext cx="790575" cy="693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525" b="1">
                <a:solidFill>
                  <a:srgbClr val="6150EA"/>
                </a:solidFill>
                <a:latin typeface="Arial"/>
                <a:ea typeface="Arial"/>
                <a:cs typeface="Arial"/>
              </a:defRPr>
            </a:pPr>
            <a:r>
              <a:rPr sz="3525" b="1">
                <a:solidFill>
                  <a:srgbClr val="6150EA"/>
                </a:solidFill>
                <a:latin typeface="Arial"/>
                <a:ea typeface="Arial"/>
                <a:cs typeface="Arial"/>
              </a:rPr>
              <a:t>يكون</a:t>
            </a:r>
          </a:p>
        </p:txBody>
      </p:sp>
      <p:sp>
        <p:nvSpPr>
          <p:cNvPr id="43" name="">
            <a:extLst xmlns:a="http://schemas.openxmlformats.org/drawingml/2006/main">
              <a:ext uri="{FF2B5EF4-FFF2-40B4-BE49-F238E27FC236}">
                <a16:creationId xmlns:a16="http://schemas.microsoft.com/office/drawing/2014/main" id="{0C849A0C-CE7E-4EEA-B3CB-8894E65A28B1}"/>
              </a:ext>
            </a:extLst>
          </p:cNvPr>
          <p:cNvSpPr>
            <a:spLocks xmlns:a="http://schemas.openxmlformats.org/drawingml/2006/main" noGrp="1"/>
          </p:cNvSpPr>
          <p:nvPr/>
        </p:nvSpPr>
        <p:spPr>
          <a:xfrm xmlns:a="http://schemas.openxmlformats.org/drawingml/2006/main">
            <a:off x="14476857" y="5810250"/>
            <a:ext cx="1266825" cy="693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525" b="1">
                <a:solidFill>
                  <a:srgbClr val="6150EA"/>
                </a:solidFill>
                <a:latin typeface="Arial"/>
                <a:ea typeface="Arial"/>
                <a:cs typeface="Arial"/>
              </a:defRPr>
            </a:pPr>
            <a:r>
              <a:rPr sz="3525" b="1">
                <a:solidFill>
                  <a:srgbClr val="6150EA"/>
                </a:solidFill>
                <a:latin typeface="Arial"/>
                <a:ea typeface="Arial"/>
                <a:cs typeface="Arial"/>
              </a:rPr>
              <a:t>الاقتباس</a:t>
            </a:r>
          </a:p>
        </p:txBody>
      </p:sp>
      <p:sp>
        <p:nvSpPr>
          <p:cNvPr id="44" name="">
            <a:extLst xmlns:a="http://schemas.openxmlformats.org/drawingml/2006/main">
              <a:ext uri="{FF2B5EF4-FFF2-40B4-BE49-F238E27FC236}">
                <a16:creationId xmlns:a16="http://schemas.microsoft.com/office/drawing/2014/main" id="{237DD693-D1AE-47FA-9351-0FEFBE5F0714}"/>
              </a:ext>
            </a:extLst>
          </p:cNvPr>
          <p:cNvSpPr>
            <a:spLocks xmlns:a="http://schemas.openxmlformats.org/drawingml/2006/main" noGrp="1"/>
          </p:cNvSpPr>
          <p:nvPr/>
        </p:nvSpPr>
        <p:spPr>
          <a:xfrm xmlns:a="http://schemas.openxmlformats.org/drawingml/2006/main">
            <a:off x="13247560" y="5810250"/>
            <a:ext cx="1104900" cy="693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525" b="1">
                <a:solidFill>
                  <a:srgbClr val="6150EA"/>
                </a:solidFill>
                <a:latin typeface="Arial"/>
                <a:ea typeface="Arial"/>
                <a:cs typeface="Arial"/>
              </a:defRPr>
            </a:pPr>
            <a:r>
              <a:rPr sz="3525" b="1">
                <a:solidFill>
                  <a:srgbClr val="6150EA"/>
                </a:solidFill>
                <a:latin typeface="Arial"/>
                <a:ea typeface="Arial"/>
                <a:cs typeface="Arial"/>
              </a:rPr>
              <a:t>صحيحاً</a:t>
            </a:r>
          </a:p>
        </p:txBody>
      </p:sp>
      <p:sp>
        <p:nvSpPr>
          <p:cNvPr id="45" name="">
            <a:extLst xmlns:a="http://schemas.openxmlformats.org/drawingml/2006/main">
              <a:ext uri="{FF2B5EF4-FFF2-40B4-BE49-F238E27FC236}">
                <a16:creationId xmlns:a16="http://schemas.microsoft.com/office/drawing/2014/main" id="{45EFE15C-ECA4-4037-BEB6-087788F8769D}"/>
              </a:ext>
            </a:extLst>
          </p:cNvPr>
          <p:cNvSpPr>
            <a:spLocks xmlns:a="http://schemas.openxmlformats.org/drawingml/2006/main" noGrp="1"/>
          </p:cNvSpPr>
          <p:nvPr/>
        </p:nvSpPr>
        <p:spPr>
          <a:xfrm xmlns:a="http://schemas.openxmlformats.org/drawingml/2006/main">
            <a:off x="12408789" y="5810250"/>
            <a:ext cx="714375" cy="693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525" b="1">
                <a:solidFill>
                  <a:srgbClr val="6150EA"/>
                </a:solidFill>
                <a:latin typeface="Arial"/>
                <a:ea typeface="Arial"/>
                <a:cs typeface="Arial"/>
              </a:defRPr>
            </a:pPr>
            <a:r>
              <a:rPr sz="3525" b="1">
                <a:solidFill>
                  <a:srgbClr val="6150EA"/>
                </a:solidFill>
                <a:latin typeface="Arial"/>
                <a:ea typeface="Arial"/>
                <a:cs typeface="Arial"/>
              </a:rPr>
              <a:t>بينما</a:t>
            </a:r>
          </a:p>
        </p:txBody>
      </p:sp>
      <p:sp>
        <p:nvSpPr>
          <p:cNvPr id="46" name="">
            <a:extLst xmlns:a="http://schemas.openxmlformats.org/drawingml/2006/main">
              <a:ext uri="{FF2B5EF4-FFF2-40B4-BE49-F238E27FC236}">
                <a16:creationId xmlns:a16="http://schemas.microsoft.com/office/drawing/2014/main" id="{A71440AD-1FAB-42FD-AB52-C90421F61B2D}"/>
              </a:ext>
            </a:extLst>
          </p:cNvPr>
          <p:cNvSpPr>
            <a:spLocks xmlns:a="http://schemas.openxmlformats.org/drawingml/2006/main" noGrp="1"/>
          </p:cNvSpPr>
          <p:nvPr/>
        </p:nvSpPr>
        <p:spPr>
          <a:xfrm xmlns:a="http://schemas.openxmlformats.org/drawingml/2006/main">
            <a:off x="10903267" y="5810250"/>
            <a:ext cx="1381125" cy="693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525" b="1">
                <a:solidFill>
                  <a:srgbClr val="6150EA"/>
                </a:solidFill>
                <a:latin typeface="Arial"/>
                <a:ea typeface="Arial"/>
                <a:cs typeface="Arial"/>
              </a:defRPr>
            </a:pPr>
            <a:r>
              <a:rPr sz="3525" b="1">
                <a:solidFill>
                  <a:srgbClr val="6150EA"/>
                </a:solidFill>
                <a:latin typeface="Arial"/>
                <a:ea typeface="Arial"/>
                <a:cs typeface="Arial"/>
              </a:rPr>
              <a:t>الاستنتاج</a:t>
            </a:r>
          </a:p>
        </p:txBody>
      </p:sp>
      <p:sp>
        <p:nvSpPr>
          <p:cNvPr id="47" name="">
            <a:extLst xmlns:a="http://schemas.openxmlformats.org/drawingml/2006/main">
              <a:ext uri="{FF2B5EF4-FFF2-40B4-BE49-F238E27FC236}">
                <a16:creationId xmlns:a16="http://schemas.microsoft.com/office/drawing/2014/main" id="{411C1E67-9B88-4114-AB4E-A3061C19D5B4}"/>
              </a:ext>
            </a:extLst>
          </p:cNvPr>
          <p:cNvSpPr>
            <a:spLocks xmlns:a="http://schemas.openxmlformats.org/drawingml/2006/main" noGrp="1"/>
          </p:cNvSpPr>
          <p:nvPr/>
        </p:nvSpPr>
        <p:spPr>
          <a:xfrm xmlns:a="http://schemas.openxmlformats.org/drawingml/2006/main">
            <a:off x="10502646" y="5810250"/>
            <a:ext cx="276225" cy="693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525" b="1">
                <a:solidFill>
                  <a:srgbClr val="6150EA"/>
                </a:solidFill>
                <a:latin typeface="Arial"/>
                <a:ea typeface="Arial"/>
                <a:cs typeface="Arial"/>
              </a:defRPr>
            </a:pPr>
            <a:r>
              <a:rPr sz="3525" b="1">
                <a:solidFill>
                  <a:srgbClr val="6150EA"/>
                </a:solidFill>
                <a:latin typeface="Arial"/>
                <a:ea typeface="Arial"/>
                <a:cs typeface="Arial"/>
              </a:rPr>
              <a:t>لا</a:t>
            </a:r>
          </a:p>
        </p:txBody>
      </p:sp>
      <p:sp>
        <p:nvSpPr>
          <p:cNvPr id="48" name="">
            <a:extLst xmlns:a="http://schemas.openxmlformats.org/drawingml/2006/main">
              <a:ext uri="{FF2B5EF4-FFF2-40B4-BE49-F238E27FC236}">
                <a16:creationId xmlns:a16="http://schemas.microsoft.com/office/drawing/2014/main" id="{6F288C9F-C1B7-444A-B1FB-E133ACEBB4C6}"/>
              </a:ext>
            </a:extLst>
          </p:cNvPr>
          <p:cNvSpPr>
            <a:spLocks xmlns:a="http://schemas.openxmlformats.org/drawingml/2006/main" noGrp="1"/>
          </p:cNvSpPr>
          <p:nvPr/>
        </p:nvSpPr>
        <p:spPr>
          <a:xfrm xmlns:a="http://schemas.openxmlformats.org/drawingml/2006/main">
            <a:off x="9425749" y="5810250"/>
            <a:ext cx="952500" cy="693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525" b="1">
                <a:solidFill>
                  <a:srgbClr val="6150EA"/>
                </a:solidFill>
                <a:latin typeface="Arial"/>
                <a:ea typeface="Arial"/>
                <a:cs typeface="Arial"/>
              </a:defRPr>
            </a:pPr>
            <a:r>
              <a:rPr sz="3525" b="1">
                <a:solidFill>
                  <a:srgbClr val="6150EA"/>
                </a:solidFill>
                <a:latin typeface="Arial"/>
                <a:ea typeface="Arial"/>
                <a:cs typeface="Arial"/>
              </a:rPr>
              <a:t>يدعمه</a:t>
            </a:r>
          </a:p>
        </p:txBody>
      </p:sp>
      <p:sp>
        <p:nvSpPr>
          <p:cNvPr id="49" name="">
            <a:extLst xmlns:a="http://schemas.openxmlformats.org/drawingml/2006/main">
              <a:ext uri="{FF2B5EF4-FFF2-40B4-BE49-F238E27FC236}">
                <a16:creationId xmlns:a16="http://schemas.microsoft.com/office/drawing/2014/main" id="{7EC1183E-C391-4F10-9B26-F08CAA1F2247}"/>
              </a:ext>
            </a:extLst>
          </p:cNvPr>
          <p:cNvSpPr>
            <a:spLocks xmlns:a="http://schemas.openxmlformats.org/drawingml/2006/main" noGrp="1"/>
          </p:cNvSpPr>
          <p:nvPr/>
        </p:nvSpPr>
        <p:spPr>
          <a:xfrm xmlns:a="http://schemas.openxmlformats.org/drawingml/2006/main">
            <a:off x="16259175" y="7210425"/>
            <a:ext cx="1076325"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225" b="0">
                <a:solidFill>
                  <a:srgbClr val="12183F"/>
                </a:solidFill>
                <a:latin typeface="Arial"/>
                <a:ea typeface="Arial"/>
                <a:cs typeface="Arial"/>
              </a:defRPr>
            </a:pPr>
            <a:r>
              <a:rPr sz="3225" b="0">
                <a:solidFill>
                  <a:srgbClr val="12183F"/>
                </a:solidFill>
                <a:latin typeface="Arial"/>
                <a:ea typeface="Arial"/>
                <a:cs typeface="Arial"/>
              </a:rPr>
              <a:t>للمعرّف</a:t>
            </a:r>
          </a:p>
        </p:txBody>
      </p:sp>
      <p:sp>
        <p:nvSpPr>
          <p:cNvPr id="50" name="">
            <a:extLst xmlns:a="http://schemas.openxmlformats.org/drawingml/2006/main">
              <a:ext uri="{FF2B5EF4-FFF2-40B4-BE49-F238E27FC236}">
                <a16:creationId xmlns:a16="http://schemas.microsoft.com/office/drawing/2014/main" id="{10802A3F-8E83-481F-A43C-D33FD3684B9B}"/>
              </a:ext>
            </a:extLst>
          </p:cNvPr>
          <p:cNvSpPr>
            <a:spLocks xmlns:a="http://schemas.openxmlformats.org/drawingml/2006/main" noGrp="1"/>
          </p:cNvSpPr>
          <p:nvPr/>
        </p:nvSpPr>
        <p:spPr>
          <a:xfrm xmlns:a="http://schemas.openxmlformats.org/drawingml/2006/main">
            <a:off x="15069026" y="7210425"/>
            <a:ext cx="1076325"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225" b="0">
                <a:solidFill>
                  <a:srgbClr val="12183F"/>
                </a:solidFill>
                <a:latin typeface="Arial"/>
                <a:ea typeface="Arial"/>
                <a:cs typeface="Arial"/>
              </a:defRPr>
            </a:pPr>
            <a:r>
              <a:rPr sz="3225" b="0">
                <a:solidFill>
                  <a:srgbClr val="12183F"/>
                </a:solidFill>
                <a:latin typeface="Arial"/>
                <a:ea typeface="Arial"/>
                <a:cs typeface="Arial"/>
              </a:rPr>
              <a:t>بالإسلام</a:t>
            </a:r>
          </a:p>
        </p:txBody>
      </p:sp>
      <p:sp>
        <p:nvSpPr>
          <p:cNvPr id="51" name="">
            <a:extLst xmlns:a="http://schemas.openxmlformats.org/drawingml/2006/main">
              <a:ext uri="{FF2B5EF4-FFF2-40B4-BE49-F238E27FC236}">
                <a16:creationId xmlns:a16="http://schemas.microsoft.com/office/drawing/2014/main" id="{25186137-60B8-46AA-B094-9439AFA45679}"/>
              </a:ext>
            </a:extLst>
          </p:cNvPr>
          <p:cNvSpPr>
            <a:spLocks xmlns:a="http://schemas.openxmlformats.org/drawingml/2006/main" noGrp="1"/>
          </p:cNvSpPr>
          <p:nvPr/>
        </p:nvSpPr>
        <p:spPr>
          <a:xfrm xmlns:a="http://schemas.openxmlformats.org/drawingml/2006/main">
            <a:off x="13993178" y="7210425"/>
            <a:ext cx="962025"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225" b="0">
                <a:solidFill>
                  <a:srgbClr val="12183F"/>
                </a:solidFill>
                <a:latin typeface="Arial"/>
                <a:ea typeface="Arial"/>
                <a:cs typeface="Arial"/>
              </a:defRPr>
            </a:pPr>
            <a:r>
              <a:rPr sz="3225" b="0">
                <a:solidFill>
                  <a:srgbClr val="12183F"/>
                </a:solidFill>
                <a:latin typeface="Arial"/>
                <a:ea typeface="Arial"/>
                <a:cs typeface="Arial"/>
              </a:rPr>
              <a:t>وصانع</a:t>
            </a:r>
          </a:p>
        </p:txBody>
      </p:sp>
      <p:sp>
        <p:nvSpPr>
          <p:cNvPr id="52" name="">
            <a:extLst xmlns:a="http://schemas.openxmlformats.org/drawingml/2006/main">
              <a:ext uri="{FF2B5EF4-FFF2-40B4-BE49-F238E27FC236}">
                <a16:creationId xmlns:a16="http://schemas.microsoft.com/office/drawing/2014/main" id="{C8787A8C-0C0A-4530-8B6F-70F7E04AC7C3}"/>
              </a:ext>
            </a:extLst>
          </p:cNvPr>
          <p:cNvSpPr>
            <a:spLocks xmlns:a="http://schemas.openxmlformats.org/drawingml/2006/main" noGrp="1"/>
          </p:cNvSpPr>
          <p:nvPr/>
        </p:nvSpPr>
        <p:spPr>
          <a:xfrm xmlns:a="http://schemas.openxmlformats.org/drawingml/2006/main">
            <a:off x="12726829" y="7210425"/>
            <a:ext cx="1152525"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225" b="0">
                <a:solidFill>
                  <a:srgbClr val="12183F"/>
                </a:solidFill>
                <a:latin typeface="Arial"/>
                <a:ea typeface="Arial"/>
                <a:cs typeface="Arial"/>
              </a:defRPr>
            </a:pPr>
            <a:r>
              <a:rPr sz="3225" b="0">
                <a:solidFill>
                  <a:srgbClr val="12183F"/>
                </a:solidFill>
                <a:latin typeface="Arial"/>
                <a:ea typeface="Arial"/>
                <a:cs typeface="Arial"/>
              </a:rPr>
              <a:t>المحتوى</a:t>
            </a:r>
          </a:p>
        </p:txBody>
      </p:sp>
      <p:sp>
        <p:nvSpPr>
          <p:cNvPr id="53" name="">
            <a:extLst xmlns:a="http://schemas.openxmlformats.org/drawingml/2006/main">
              <a:ext uri="{FF2B5EF4-FFF2-40B4-BE49-F238E27FC236}">
                <a16:creationId xmlns:a16="http://schemas.microsoft.com/office/drawing/2014/main" id="{A721E4E4-1A5D-4ED7-B757-BF3F2FAD4E46}"/>
              </a:ext>
            </a:extLst>
          </p:cNvPr>
          <p:cNvSpPr>
            <a:spLocks xmlns:a="http://schemas.openxmlformats.org/drawingml/2006/main" noGrp="1"/>
          </p:cNvSpPr>
          <p:nvPr/>
        </p:nvSpPr>
        <p:spPr>
          <a:xfrm xmlns:a="http://schemas.openxmlformats.org/drawingml/2006/main">
            <a:off x="12146280" y="7210425"/>
            <a:ext cx="466725"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225" b="0">
                <a:solidFill>
                  <a:srgbClr val="12183F"/>
                </a:solidFill>
                <a:latin typeface="Arial"/>
                <a:ea typeface="Arial"/>
                <a:cs typeface="Arial"/>
              </a:defRPr>
            </a:pPr>
            <a:r>
              <a:rPr sz="3225" b="0">
                <a:solidFill>
                  <a:srgbClr val="12183F"/>
                </a:solidFill>
                <a:latin typeface="Arial"/>
                <a:ea typeface="Arial"/>
                <a:cs typeface="Arial"/>
              </a:rPr>
              <a:t>فهم</a:t>
            </a:r>
          </a:p>
        </p:txBody>
      </p:sp>
      <p:sp>
        <p:nvSpPr>
          <p:cNvPr id="54" name="">
            <a:extLst xmlns:a="http://schemas.openxmlformats.org/drawingml/2006/main">
              <a:ext uri="{FF2B5EF4-FFF2-40B4-BE49-F238E27FC236}">
                <a16:creationId xmlns:a16="http://schemas.microsoft.com/office/drawing/2014/main" id="{CF880E6B-034F-4407-861F-F8BE32C91091}"/>
              </a:ext>
            </a:extLst>
          </p:cNvPr>
          <p:cNvSpPr>
            <a:spLocks xmlns:a="http://schemas.openxmlformats.org/drawingml/2006/main" noGrp="1"/>
          </p:cNvSpPr>
          <p:nvPr/>
        </p:nvSpPr>
        <p:spPr>
          <a:xfrm xmlns:a="http://schemas.openxmlformats.org/drawingml/2006/main">
            <a:off x="11270456" y="7210425"/>
            <a:ext cx="762000"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225" b="0">
                <a:solidFill>
                  <a:srgbClr val="12183F"/>
                </a:solidFill>
                <a:latin typeface="Arial"/>
                <a:ea typeface="Arial"/>
                <a:cs typeface="Arial"/>
              </a:defRPr>
            </a:pPr>
            <a:r>
              <a:rPr sz="3225" b="0">
                <a:solidFill>
                  <a:srgbClr val="12183F"/>
                </a:solidFill>
                <a:latin typeface="Arial"/>
                <a:ea typeface="Arial"/>
                <a:cs typeface="Arial"/>
              </a:rPr>
              <a:t>الدليل</a:t>
            </a:r>
          </a:p>
        </p:txBody>
      </p:sp>
      <p:sp>
        <p:nvSpPr>
          <p:cNvPr id="55" name="">
            <a:extLst xmlns:a="http://schemas.openxmlformats.org/drawingml/2006/main">
              <a:ext uri="{FF2B5EF4-FFF2-40B4-BE49-F238E27FC236}">
                <a16:creationId xmlns:a16="http://schemas.microsoft.com/office/drawing/2014/main" id="{BC387A24-AB1E-4DDE-9FDA-9D59D26E06D5}"/>
              </a:ext>
            </a:extLst>
          </p:cNvPr>
          <p:cNvSpPr>
            <a:spLocks xmlns:a="http://schemas.openxmlformats.org/drawingml/2006/main" noGrp="1"/>
          </p:cNvSpPr>
          <p:nvPr/>
        </p:nvSpPr>
        <p:spPr>
          <a:xfrm xmlns:a="http://schemas.openxmlformats.org/drawingml/2006/main">
            <a:off x="10127933" y="7210425"/>
            <a:ext cx="1028700"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225" b="0">
                <a:solidFill>
                  <a:srgbClr val="12183F"/>
                </a:solidFill>
                <a:latin typeface="Arial"/>
                <a:ea typeface="Arial"/>
                <a:cs typeface="Arial"/>
              </a:defRPr>
            </a:pPr>
            <a:r>
              <a:rPr sz="3225" b="0">
                <a:solidFill>
                  <a:srgbClr val="12183F"/>
                </a:solidFill>
                <a:latin typeface="Arial"/>
                <a:ea typeface="Arial"/>
                <a:cs typeface="Arial"/>
              </a:rPr>
              <a:t>وحدوده</a:t>
            </a:r>
          </a:p>
        </p:txBody>
      </p:sp>
      <p:sp>
        <p:nvSpPr>
          <p:cNvPr id="56" name="">
            <a:extLst xmlns:a="http://schemas.openxmlformats.org/drawingml/2006/main">
              <a:ext uri="{FF2B5EF4-FFF2-40B4-BE49-F238E27FC236}">
                <a16:creationId xmlns:a16="http://schemas.microsoft.com/office/drawing/2014/main" id="{6D04B9DF-CDC9-400E-894C-6BD1D2BDC54E}"/>
              </a:ext>
            </a:extLst>
          </p:cNvPr>
          <p:cNvSpPr>
            <a:spLocks xmlns:a="http://schemas.openxmlformats.org/drawingml/2006/main" noGrp="1"/>
          </p:cNvSpPr>
          <p:nvPr/>
        </p:nvSpPr>
        <p:spPr>
          <a:xfrm xmlns:a="http://schemas.openxmlformats.org/drawingml/2006/main">
            <a:off x="9537859" y="7210425"/>
            <a:ext cx="476250"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225" b="0">
                <a:solidFill>
                  <a:srgbClr val="12183F"/>
                </a:solidFill>
                <a:latin typeface="Arial"/>
                <a:ea typeface="Arial"/>
                <a:cs typeface="Arial"/>
              </a:defRPr>
            </a:pPr>
            <a:r>
              <a:rPr sz="3225" b="0">
                <a:solidFill>
                  <a:srgbClr val="12183F"/>
                </a:solidFill>
                <a:latin typeface="Arial"/>
                <a:ea typeface="Arial"/>
                <a:cs typeface="Arial"/>
              </a:rPr>
              <a:t>قبل</a:t>
            </a:r>
          </a:p>
        </p:txBody>
      </p:sp>
      <p:sp>
        <p:nvSpPr>
          <p:cNvPr id="57" name="">
            <a:extLst xmlns:a="http://schemas.openxmlformats.org/drawingml/2006/main">
              <a:ext uri="{FF2B5EF4-FFF2-40B4-BE49-F238E27FC236}">
                <a16:creationId xmlns:a16="http://schemas.microsoft.com/office/drawing/2014/main" id="{60DF5185-4E99-4BCD-B271-8A5E60D8F4CA}"/>
              </a:ext>
            </a:extLst>
          </p:cNvPr>
          <p:cNvSpPr>
            <a:spLocks xmlns:a="http://schemas.openxmlformats.org/drawingml/2006/main" noGrp="1"/>
          </p:cNvSpPr>
          <p:nvPr/>
        </p:nvSpPr>
        <p:spPr>
          <a:xfrm xmlns:a="http://schemas.openxmlformats.org/drawingml/2006/main">
            <a:off x="8671560" y="7210425"/>
            <a:ext cx="752475"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225" b="0">
                <a:solidFill>
                  <a:srgbClr val="12183F"/>
                </a:solidFill>
                <a:latin typeface="Arial"/>
                <a:ea typeface="Arial"/>
                <a:cs typeface="Arial"/>
              </a:defRPr>
            </a:pPr>
            <a:r>
              <a:rPr sz="3225" b="0">
                <a:solidFill>
                  <a:srgbClr val="12183F"/>
                </a:solidFill>
                <a:latin typeface="Arial"/>
                <a:ea typeface="Arial"/>
                <a:cs typeface="Arial"/>
              </a:rPr>
              <a:t>النشر</a:t>
            </a:r>
          </a:p>
        </p:txBody>
      </p:sp>
      <p:sp>
        <p:nvSpPr>
          <p:cNvPr id="58" name="">
            <a:extLst xmlns:a="http://schemas.openxmlformats.org/drawingml/2006/main">
              <a:ext uri="{FF2B5EF4-FFF2-40B4-BE49-F238E27FC236}">
                <a16:creationId xmlns:a16="http://schemas.microsoft.com/office/drawing/2014/main" id="{CFD0676F-317E-4D1B-8C04-902A1889F3B0}"/>
              </a:ext>
            </a:extLst>
          </p:cNvPr>
          <p:cNvSpPr>
            <a:spLocks xmlns:a="http://schemas.openxmlformats.org/drawingml/2006/main" noGrp="1"/>
          </p:cNvSpPr>
          <p:nvPr/>
        </p:nvSpPr>
        <p:spPr>
          <a:xfrm xmlns:a="http://schemas.openxmlformats.org/drawingml/2006/main">
            <a:off x="8233886" y="7210425"/>
            <a:ext cx="323850"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225" b="0">
                <a:solidFill>
                  <a:srgbClr val="12183F"/>
                </a:solidFill>
                <a:latin typeface="Arial"/>
                <a:ea typeface="Arial"/>
                <a:cs typeface="Arial"/>
              </a:defRPr>
            </a:pPr>
            <a:r>
              <a:rPr sz="3225" b="0">
                <a:solidFill>
                  <a:srgbClr val="12183F"/>
                </a:solidFill>
                <a:latin typeface="Arial"/>
                <a:ea typeface="Arial"/>
                <a:cs typeface="Arial"/>
              </a:rPr>
              <a:t>أو</a:t>
            </a:r>
          </a:p>
        </p:txBody>
      </p:sp>
      <p:sp>
        <p:nvSpPr>
          <p:cNvPr id="59" name="">
            <a:extLst xmlns:a="http://schemas.openxmlformats.org/drawingml/2006/main">
              <a:ext uri="{FF2B5EF4-FFF2-40B4-BE49-F238E27FC236}">
                <a16:creationId xmlns:a16="http://schemas.microsoft.com/office/drawing/2014/main" id="{D3E75DB2-587B-42E6-A660-D666C765E219}"/>
              </a:ext>
            </a:extLst>
          </p:cNvPr>
          <p:cNvSpPr>
            <a:spLocks xmlns:a="http://schemas.openxmlformats.org/drawingml/2006/main" noGrp="1"/>
          </p:cNvSpPr>
          <p:nvPr/>
        </p:nvSpPr>
        <p:spPr>
          <a:xfrm xmlns:a="http://schemas.openxmlformats.org/drawingml/2006/main">
            <a:off x="7186613" y="7210425"/>
            <a:ext cx="933450"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225" b="0">
                <a:solidFill>
                  <a:srgbClr val="12183F"/>
                </a:solidFill>
                <a:latin typeface="Arial"/>
                <a:ea typeface="Arial"/>
                <a:cs typeface="Arial"/>
              </a:defRPr>
            </a:pPr>
            <a:r>
              <a:rPr sz="3225" b="0">
                <a:solidFill>
                  <a:srgbClr val="12183F"/>
                </a:solidFill>
                <a:latin typeface="Arial"/>
                <a:ea typeface="Arial"/>
                <a:cs typeface="Arial"/>
              </a:rPr>
              <a:t>الإجابة</a:t>
            </a:r>
          </a:p>
        </p:txBody>
      </p:sp>
      <p:sp>
        <p:nvSpPr>
          <p:cNvPr id="60" name="">
            <a:extLst xmlns:a="http://schemas.openxmlformats.org/drawingml/2006/main">
              <a:ext uri="{FF2B5EF4-FFF2-40B4-BE49-F238E27FC236}">
                <a16:creationId xmlns:a16="http://schemas.microsoft.com/office/drawing/2014/main" id="{3EB8A4A7-71E1-425F-B5E0-A9FDF78B36AB}"/>
              </a:ext>
            </a:extLst>
          </p:cNvPr>
          <p:cNvSpPr>
            <a:spLocks xmlns:a="http://schemas.openxmlformats.org/drawingml/2006/main" noGrp="1"/>
          </p:cNvSpPr>
          <p:nvPr/>
        </p:nvSpPr>
        <p:spPr>
          <a:xfrm xmlns:a="http://schemas.openxmlformats.org/drawingml/2006/main">
            <a:off x="16640175" y="8686800"/>
            <a:ext cx="695325"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86277"/>
                </a:solidFill>
                <a:latin typeface="Arial"/>
                <a:ea typeface="Arial"/>
                <a:cs typeface="Arial"/>
              </a:defRPr>
            </a:pPr>
            <a:r>
              <a:rPr sz="2175" b="0">
                <a:solidFill>
                  <a:srgbClr val="586277"/>
                </a:solidFill>
                <a:latin typeface="Arial"/>
                <a:ea typeface="Arial"/>
                <a:cs typeface="Arial"/>
              </a:rPr>
              <a:t>الموقف</a:t>
            </a:r>
          </a:p>
        </p:txBody>
      </p:sp>
      <p:sp>
        <p:nvSpPr>
          <p:cNvPr id="61" name="">
            <a:extLst xmlns:a="http://schemas.openxmlformats.org/drawingml/2006/main">
              <a:ext uri="{FF2B5EF4-FFF2-40B4-BE49-F238E27FC236}">
                <a16:creationId xmlns:a16="http://schemas.microsoft.com/office/drawing/2014/main" id="{12AA24F8-EBC1-48BB-AED4-F145316A8148}"/>
              </a:ext>
            </a:extLst>
          </p:cNvPr>
          <p:cNvSpPr>
            <a:spLocks xmlns:a="http://schemas.openxmlformats.org/drawingml/2006/main" noGrp="1"/>
          </p:cNvSpPr>
          <p:nvPr/>
        </p:nvSpPr>
        <p:spPr>
          <a:xfrm xmlns:a="http://schemas.openxmlformats.org/drawingml/2006/main">
            <a:off x="15697200" y="8686800"/>
            <a:ext cx="85725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86277"/>
                </a:solidFill>
                <a:latin typeface="Arial"/>
                <a:ea typeface="Arial"/>
                <a:cs typeface="Arial"/>
              </a:defRPr>
            </a:pPr>
            <a:r>
              <a:rPr sz="2175" b="0">
                <a:solidFill>
                  <a:srgbClr val="586277"/>
                </a:solidFill>
                <a:latin typeface="Arial"/>
                <a:ea typeface="Arial"/>
                <a:cs typeface="Arial"/>
              </a:rPr>
              <a:t>توضيحي</a:t>
            </a:r>
          </a:p>
        </p:txBody>
      </p:sp>
      <p:sp>
        <p:nvSpPr>
          <p:cNvPr id="62" name="">
            <a:extLst xmlns:a="http://schemas.openxmlformats.org/drawingml/2006/main">
              <a:ext uri="{FF2B5EF4-FFF2-40B4-BE49-F238E27FC236}">
                <a16:creationId xmlns:a16="http://schemas.microsoft.com/office/drawing/2014/main" id="{3D6AFCEC-0151-4E01-A8E2-039CF7817DD0}"/>
              </a:ext>
            </a:extLst>
          </p:cNvPr>
          <p:cNvSpPr>
            <a:spLocks xmlns:a="http://schemas.openxmlformats.org/drawingml/2006/main" noGrp="1"/>
          </p:cNvSpPr>
          <p:nvPr/>
        </p:nvSpPr>
        <p:spPr>
          <a:xfrm xmlns:a="http://schemas.openxmlformats.org/drawingml/2006/main">
            <a:off x="15401925" y="8686800"/>
            <a:ext cx="20955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86277"/>
                </a:solidFill>
                <a:latin typeface="Arial"/>
                <a:ea typeface="Arial"/>
                <a:cs typeface="Arial"/>
              </a:defRPr>
            </a:pPr>
            <a:r>
              <a:rPr sz="2175" b="0">
                <a:solidFill>
                  <a:srgbClr val="586277"/>
                </a:solidFill>
                <a:latin typeface="Arial"/>
                <a:ea typeface="Arial"/>
                <a:cs typeface="Arial"/>
              </a:rPr>
              <a:t>لم</a:t>
            </a:r>
          </a:p>
        </p:txBody>
      </p:sp>
      <p:sp>
        <p:nvSpPr>
          <p:cNvPr id="63" name="">
            <a:extLst xmlns:a="http://schemas.openxmlformats.org/drawingml/2006/main">
              <a:ext uri="{FF2B5EF4-FFF2-40B4-BE49-F238E27FC236}">
                <a16:creationId xmlns:a16="http://schemas.microsoft.com/office/drawing/2014/main" id="{F487FAED-9548-4AD9-802A-408B0C3999FF}"/>
              </a:ext>
            </a:extLst>
          </p:cNvPr>
          <p:cNvSpPr>
            <a:spLocks xmlns:a="http://schemas.openxmlformats.org/drawingml/2006/main" noGrp="1"/>
          </p:cNvSpPr>
          <p:nvPr/>
        </p:nvSpPr>
        <p:spPr>
          <a:xfrm xmlns:a="http://schemas.openxmlformats.org/drawingml/2006/main">
            <a:off x="14897100" y="8686800"/>
            <a:ext cx="41910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86277"/>
                </a:solidFill>
                <a:latin typeface="Arial"/>
                <a:ea typeface="Arial"/>
                <a:cs typeface="Arial"/>
              </a:defRPr>
            </a:pPr>
            <a:r>
              <a:rPr sz="2175" b="0">
                <a:solidFill>
                  <a:srgbClr val="586277"/>
                </a:solidFill>
                <a:latin typeface="Arial"/>
                <a:ea typeface="Arial"/>
                <a:cs typeface="Arial"/>
              </a:rPr>
              <a:t>أقس</a:t>
            </a:r>
          </a:p>
        </p:txBody>
      </p:sp>
      <p:sp>
        <p:nvSpPr>
          <p:cNvPr id="64" name="">
            <a:extLst xmlns:a="http://schemas.openxmlformats.org/drawingml/2006/main">
              <a:ext uri="{FF2B5EF4-FFF2-40B4-BE49-F238E27FC236}">
                <a16:creationId xmlns:a16="http://schemas.microsoft.com/office/drawing/2014/main" id="{DB202648-1839-4AFC-86B1-D76CCFB02CD0}"/>
              </a:ext>
            </a:extLst>
          </p:cNvPr>
          <p:cNvSpPr>
            <a:spLocks xmlns:a="http://schemas.openxmlformats.org/drawingml/2006/main" noGrp="1"/>
          </p:cNvSpPr>
          <p:nvPr/>
        </p:nvSpPr>
        <p:spPr>
          <a:xfrm xmlns:a="http://schemas.openxmlformats.org/drawingml/2006/main">
            <a:off x="14211300" y="8686800"/>
            <a:ext cx="600075"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86277"/>
                </a:solidFill>
                <a:latin typeface="Arial"/>
                <a:ea typeface="Arial"/>
                <a:cs typeface="Arial"/>
              </a:defRPr>
            </a:pPr>
            <a:r>
              <a:rPr sz="2175" b="0">
                <a:solidFill>
                  <a:srgbClr val="586277"/>
                </a:solidFill>
                <a:latin typeface="Arial"/>
                <a:ea typeface="Arial"/>
                <a:cs typeface="Arial"/>
              </a:rPr>
              <a:t>انتشار</a:t>
            </a:r>
          </a:p>
        </p:txBody>
      </p:sp>
      <p:sp>
        <p:nvSpPr>
          <p:cNvPr id="65" name="">
            <a:extLst xmlns:a="http://schemas.openxmlformats.org/drawingml/2006/main">
              <a:ext uri="{FF2B5EF4-FFF2-40B4-BE49-F238E27FC236}">
                <a16:creationId xmlns:a16="http://schemas.microsoft.com/office/drawing/2014/main" id="{3B395F9A-39E9-4109-9AEE-AEE3DAF12094}"/>
              </a:ext>
            </a:extLst>
          </p:cNvPr>
          <p:cNvSpPr>
            <a:spLocks xmlns:a="http://schemas.openxmlformats.org/drawingml/2006/main" noGrp="1"/>
          </p:cNvSpPr>
          <p:nvPr/>
        </p:nvSpPr>
        <p:spPr>
          <a:xfrm xmlns:a="http://schemas.openxmlformats.org/drawingml/2006/main">
            <a:off x="13420725" y="8686800"/>
            <a:ext cx="70485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86277"/>
                </a:solidFill>
                <a:latin typeface="Arial"/>
                <a:ea typeface="Arial"/>
                <a:cs typeface="Arial"/>
              </a:defRPr>
            </a:pPr>
            <a:r>
              <a:rPr sz="2175" b="0">
                <a:solidFill>
                  <a:srgbClr val="586277"/>
                </a:solidFill>
                <a:latin typeface="Arial"/>
                <a:ea typeface="Arial"/>
                <a:cs typeface="Arial"/>
              </a:rPr>
              <a:t>المشكلة</a:t>
            </a:r>
          </a:p>
        </p:txBody>
      </p:sp>
      <p:sp>
        <p:nvSpPr>
          <p:cNvPr id="66" name="">
            <a:extLst xmlns:a="http://schemas.openxmlformats.org/drawingml/2006/main">
              <a:ext uri="{FF2B5EF4-FFF2-40B4-BE49-F238E27FC236}">
                <a16:creationId xmlns:a16="http://schemas.microsoft.com/office/drawing/2014/main" id="{6E659E07-EDB6-404D-B939-B5264B034CFB}"/>
              </a:ext>
            </a:extLst>
          </p:cNvPr>
          <p:cNvSpPr>
            <a:spLocks xmlns:a="http://schemas.openxmlformats.org/drawingml/2006/main" noGrp="1"/>
          </p:cNvSpPr>
          <p:nvPr/>
        </p:nvSpPr>
        <p:spPr>
          <a:xfrm xmlns:a="http://schemas.openxmlformats.org/drawingml/2006/main">
            <a:off x="13096875" y="8686800"/>
            <a:ext cx="238125"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86277"/>
                </a:solidFill>
                <a:latin typeface="Arial"/>
                <a:ea typeface="Arial"/>
                <a:cs typeface="Arial"/>
              </a:defRPr>
            </a:pPr>
            <a:r>
              <a:rPr sz="2175" b="0">
                <a:solidFill>
                  <a:srgbClr val="586277"/>
                </a:solidFill>
                <a:latin typeface="Arial"/>
                <a:ea typeface="Arial"/>
                <a:cs typeface="Arial"/>
              </a:rPr>
              <a:t>أو</a:t>
            </a:r>
          </a:p>
        </p:txBody>
      </p:sp>
      <p:sp>
        <p:nvSpPr>
          <p:cNvPr id="67" name="">
            <a:extLst xmlns:a="http://schemas.openxmlformats.org/drawingml/2006/main">
              <a:ext uri="{FF2B5EF4-FFF2-40B4-BE49-F238E27FC236}">
                <a16:creationId xmlns:a16="http://schemas.microsoft.com/office/drawing/2014/main" id="{6B104135-89DD-41C4-839A-83226821C2D9}"/>
              </a:ext>
            </a:extLst>
          </p:cNvPr>
          <p:cNvSpPr>
            <a:spLocks xmlns:a="http://schemas.openxmlformats.org/drawingml/2006/main" noGrp="1"/>
          </p:cNvSpPr>
          <p:nvPr/>
        </p:nvSpPr>
        <p:spPr>
          <a:xfrm xmlns:a="http://schemas.openxmlformats.org/drawingml/2006/main">
            <a:off x="12449175" y="8686800"/>
            <a:ext cx="561975"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86277"/>
                </a:solidFill>
                <a:latin typeface="Arial"/>
                <a:ea typeface="Arial"/>
                <a:cs typeface="Arial"/>
              </a:defRPr>
            </a:pPr>
            <a:r>
              <a:rPr sz="2175" b="0">
                <a:solidFill>
                  <a:srgbClr val="586277"/>
                </a:solidFill>
                <a:latin typeface="Arial"/>
                <a:ea typeface="Arial"/>
                <a:cs typeface="Arial"/>
              </a:rPr>
              <a:t>الوقت</a:t>
            </a:r>
          </a:p>
        </p:txBody>
      </p:sp>
      <p:sp>
        <p:nvSpPr>
          <p:cNvPr id="68" name="">
            <a:extLst xmlns:a="http://schemas.openxmlformats.org/drawingml/2006/main">
              <a:ext uri="{FF2B5EF4-FFF2-40B4-BE49-F238E27FC236}">
                <a16:creationId xmlns:a16="http://schemas.microsoft.com/office/drawing/2014/main" id="{A409E4F9-E595-46ED-A7D5-57674965AF1C}"/>
              </a:ext>
            </a:extLst>
          </p:cNvPr>
          <p:cNvSpPr>
            <a:spLocks xmlns:a="http://schemas.openxmlformats.org/drawingml/2006/main" noGrp="1"/>
          </p:cNvSpPr>
          <p:nvPr/>
        </p:nvSpPr>
        <p:spPr>
          <a:xfrm xmlns:a="http://schemas.openxmlformats.org/drawingml/2006/main">
            <a:off x="11915775" y="8686800"/>
            <a:ext cx="447675"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86277"/>
                </a:solidFill>
                <a:latin typeface="Arial"/>
                <a:ea typeface="Arial"/>
                <a:cs typeface="Arial"/>
              </a:defRPr>
            </a:pPr>
            <a:r>
              <a:rPr sz="2175" b="0">
                <a:solidFill>
                  <a:srgbClr val="586277"/>
                </a:solidFill>
                <a:latin typeface="Arial"/>
                <a:ea typeface="Arial"/>
                <a:cs typeface="Arial"/>
              </a:rPr>
              <a:t>الذي</a:t>
            </a:r>
          </a:p>
        </p:txBody>
      </p:sp>
      <p:sp>
        <p:nvSpPr>
          <p:cNvPr id="69" name="">
            <a:extLst xmlns:a="http://schemas.openxmlformats.org/drawingml/2006/main">
              <a:ext uri="{FF2B5EF4-FFF2-40B4-BE49-F238E27FC236}">
                <a16:creationId xmlns:a16="http://schemas.microsoft.com/office/drawing/2014/main" id="{ED891883-6A13-4C20-81C8-7C8B2492A2B8}"/>
              </a:ext>
            </a:extLst>
          </p:cNvPr>
          <p:cNvSpPr>
            <a:spLocks xmlns:a="http://schemas.openxmlformats.org/drawingml/2006/main" noGrp="1"/>
          </p:cNvSpPr>
          <p:nvPr/>
        </p:nvSpPr>
        <p:spPr>
          <a:xfrm xmlns:a="http://schemas.openxmlformats.org/drawingml/2006/main">
            <a:off x="11068050" y="8686800"/>
            <a:ext cx="76200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86277"/>
                </a:solidFill>
                <a:latin typeface="Arial"/>
                <a:ea typeface="Arial"/>
                <a:cs typeface="Arial"/>
              </a:defRPr>
            </a:pPr>
            <a:r>
              <a:rPr sz="2175" b="0">
                <a:solidFill>
                  <a:srgbClr val="586277"/>
                </a:solidFill>
                <a:latin typeface="Arial"/>
                <a:ea typeface="Arial"/>
                <a:cs typeface="Arial"/>
              </a:rPr>
              <a:t>تستغرقه</a:t>
            </a:r>
          </a:p>
        </p:txBody>
      </p:sp>
    </p:spTree>
    <p:extLst>
      <p:ext uri="{BB962C8B-B14F-4D97-AF65-F5344CB8AC3E}">
        <p14:creationId xmlns:p14="http://schemas.microsoft.com/office/powerpoint/2010/main" val="1770180866"/>
      </p:ext>
    </p:extLst>
  </p:cSld>
</p:sld>
</file>

<file path=ppt/slides/slide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2F4FF"/>
        </a:solidFill>
      </p:bgPr>
    </p:bg>
    <p:spTree>
      <p:nvGrpSpPr>
        <p:cNvPr id="1" name=""/>
        <p:cNvGrpSpPr/>
        <p:nvPr/>
      </p:nvGrpSpPr>
      <p:grpSpPr>
        <a:xfrm/>
      </p:grpSpPr>
      <p:sp>
        <p:nvSpPr>
          <p:cNvPr id="27" name="">
            <a:extLst>
              <a:ext uri="{FF2B5EF4-FFF2-40B4-BE49-F238E27FC236}">
                <ns2:creationId id="{534A88FF-5917-45F5-A653-F9E15F7B5F93}"/>
              </a:ext>
            </a:extLst>
          </p:cNvPr>
          <p:cNvSpPr>
            <a:spLocks noGrp="1"/>
          </p:cNvSpPr>
          <p:nvPr/>
        </p:nvSpPr>
        <p:spPr>
          <a:xfrm>
            <a:off x="857250" y="9486900"/>
            <a:ext cx="6191250" cy="333375"/>
          </a:xfrm>
          <a:prstGeom prst="rect">
            <a:avLst/>
          </a:prstGeom>
          <a:noFill/>
          <a:ln w="0">
            <a:noFill/>
          </a:ln>
        </p:spPr>
        <p:txBody>
          <a:bodyPr wrap="none" lIns="0" tIns="0" rIns="0" bIns="0" anchor="t">
            <a:noAutofit/>
          </a:bodyPr>
          <a:lstStyle/>
          <a:p>
            <a:pPr algn="l">
              <a:defRPr sz="1725" b="0">
                <a:solidFill>
                  <a:srgbClr val="586277"/>
                </a:solidFill>
                <a:latin typeface="Arial"/>
                <a:ea typeface="Arial"/>
                <a:cs typeface="Arial"/>
              </a:defRPr>
            </a:pPr>
            <a:r>
              <a:rPr sz="1725" b="0">
                <a:solidFill>
                  <a:srgbClr val="586277"/>
                </a:solidFill>
                <a:latin typeface="Arial"/>
                <a:ea typeface="Arial"/>
                <a:cs typeface="Arial"/>
              </a:rPr>
              <a:t>IsnadLens / 03</a:t>
            </a:r>
          </a:p>
        </p:txBody>
      </p:sp>
      <p:sp>
        <p:nvSpPr>
          <p:cNvPr id="2" name="">
            <a:extLst>
              <a:ext uri="{FF2B5EF4-FFF2-40B4-BE49-F238E27FC236}">
                <ns2:creationId id="{16A2FB88-D0E7-493A-AB7B-04E953147125}"/>
              </a:ext>
            </a:extLst>
          </p:cNvPr>
          <p:cNvSpPr>
            <a:spLocks noGrp="1"/>
          </p:cNvSpPr>
          <p:nvPr/>
        </p:nvSpPr>
        <p:spPr>
          <a:xfrm>
            <a:off x="16983075" y="9486900"/>
            <a:ext cx="447675" cy="339566"/>
          </a:xfrm>
          <a:prstGeom prst="rect">
            <a:avLst/>
          </a:prstGeom>
          <a:noFill/>
          <a:ln w="0">
            <a:noFill/>
          </a:ln>
        </p:spPr>
        <p:txBody>
          <a:bodyPr wrap="none" lIns="0" tIns="0" rIns="0" bIns="0" anchor="t">
            <a:noAutofit/>
          </a:bodyPr>
          <a:lstStyle/>
          <a:p>
            <a:pPr algn="ctr">
              <a:defRPr sz="1725" b="0">
                <a:solidFill>
                  <a:srgbClr val="586277"/>
                </a:solidFill>
                <a:latin typeface="Arial"/>
                <a:ea typeface="Arial"/>
                <a:cs typeface="Arial"/>
              </a:defRPr>
            </a:pPr>
            <a:r>
              <a:rPr sz="1725" b="0">
                <a:solidFill>
                  <a:srgbClr val="586277"/>
                </a:solidFill>
                <a:latin typeface="Arial"/>
                <a:ea typeface="Arial"/>
                <a:cs typeface="Arial"/>
              </a:rPr>
              <a:t>تحدي</a:t>
            </a:r>
          </a:p>
        </p:txBody>
      </p:sp>
      <p:sp>
        <p:nvSpPr>
          <p:cNvPr id="3" name="">
            <a:extLst>
              <a:ext uri="{FF2B5EF4-FFF2-40B4-BE49-F238E27FC236}">
                <ns2:creationId id="{13C1A157-DA52-44A7-B789-CE7F3023D7D8}"/>
              </a:ext>
            </a:extLst>
          </p:cNvPr>
          <p:cNvSpPr>
            <a:spLocks noGrp="1"/>
          </p:cNvSpPr>
          <p:nvPr/>
        </p:nvSpPr>
        <p:spPr>
          <a:xfrm>
            <a:off x="16440150" y="9486900"/>
            <a:ext cx="457200" cy="339566"/>
          </a:xfrm>
          <a:prstGeom prst="rect">
            <a:avLst/>
          </a:prstGeom>
          <a:noFill/>
          <a:ln w="0">
            <a:noFill/>
          </a:ln>
        </p:spPr>
        <p:txBody>
          <a:bodyPr wrap="none" lIns="0" tIns="0" rIns="0" bIns="0" anchor="t">
            <a:noAutofit/>
          </a:bodyPr>
          <a:lstStyle/>
          <a:p>
            <a:pPr algn="ctr">
              <a:defRPr sz="1725" b="0">
                <a:solidFill>
                  <a:srgbClr val="586277"/>
                </a:solidFill>
                <a:latin typeface="Arial"/>
                <a:ea typeface="Arial"/>
                <a:cs typeface="Arial"/>
              </a:defRPr>
            </a:pPr>
            <a:r>
              <a:rPr sz="1725" b="0">
                <a:solidFill>
                  <a:srgbClr val="586277"/>
                </a:solidFill>
                <a:latin typeface="Arial"/>
                <a:ea typeface="Arial"/>
                <a:cs typeface="Arial"/>
              </a:rPr>
              <a:t>الذكاء</a:t>
            </a:r>
          </a:p>
        </p:txBody>
      </p:sp>
      <p:sp>
        <p:nvSpPr>
          <p:cNvPr id="4" name="">
            <a:extLst>
              <a:ext uri="{FF2B5EF4-FFF2-40B4-BE49-F238E27FC236}">
                <ns2:creationId id="{0A2DD687-C921-47F4-9184-B7047F4E46E5}"/>
              </a:ext>
            </a:extLst>
          </p:cNvPr>
          <p:cNvSpPr>
            <a:spLocks noGrp="1"/>
          </p:cNvSpPr>
          <p:nvPr/>
        </p:nvSpPr>
        <p:spPr>
          <a:xfrm>
            <a:off x="15468600" y="9486900"/>
            <a:ext cx="885825" cy="339566"/>
          </a:xfrm>
          <a:prstGeom prst="rect">
            <a:avLst/>
          </a:prstGeom>
          <a:noFill/>
          <a:ln w="0">
            <a:noFill/>
          </a:ln>
        </p:spPr>
        <p:txBody>
          <a:bodyPr wrap="none" lIns="0" tIns="0" rIns="0" bIns="0" anchor="t">
            <a:noAutofit/>
          </a:bodyPr>
          <a:lstStyle/>
          <a:p>
            <a:pPr algn="ctr">
              <a:defRPr sz="1725" b="0">
                <a:solidFill>
                  <a:srgbClr val="586277"/>
                </a:solidFill>
                <a:latin typeface="Arial"/>
                <a:ea typeface="Arial"/>
                <a:cs typeface="Arial"/>
              </a:defRPr>
            </a:pPr>
            <a:r>
              <a:rPr sz="1725" b="0">
                <a:solidFill>
                  <a:srgbClr val="586277"/>
                </a:solidFill>
                <a:latin typeface="Arial"/>
                <a:ea typeface="Arial"/>
                <a:cs typeface="Arial"/>
              </a:rPr>
              <a:t>الاصطناعي</a:t>
            </a:r>
          </a:p>
        </p:txBody>
      </p:sp>
      <p:sp>
        <p:nvSpPr>
          <p:cNvPr id="5" name="">
            <a:extLst>
              <a:ext uri="{FF2B5EF4-FFF2-40B4-BE49-F238E27FC236}">
                <ns2:creationId id="{4C90447B-BEDD-4196-93BD-6B710FC6CD28}"/>
              </a:ext>
            </a:extLst>
          </p:cNvPr>
          <p:cNvSpPr>
            <a:spLocks noGrp="1"/>
          </p:cNvSpPr>
          <p:nvPr/>
        </p:nvSpPr>
        <p:spPr>
          <a:xfrm>
            <a:off x="15135225" y="9486900"/>
            <a:ext cx="247650" cy="339566"/>
          </a:xfrm>
          <a:prstGeom prst="rect">
            <a:avLst/>
          </a:prstGeom>
          <a:noFill/>
          <a:ln w="0">
            <a:noFill/>
          </a:ln>
        </p:spPr>
        <p:txBody>
          <a:bodyPr wrap="none" lIns="0" tIns="0" rIns="0" bIns="0" anchor="t">
            <a:noAutofit/>
          </a:bodyPr>
          <a:lstStyle/>
          <a:p>
            <a:pPr algn="ctr">
              <a:defRPr sz="1725" b="0">
                <a:solidFill>
                  <a:srgbClr val="586277"/>
                </a:solidFill>
                <a:latin typeface="Arial"/>
                <a:ea typeface="Arial"/>
                <a:cs typeface="Arial"/>
              </a:defRPr>
            </a:pPr>
            <a:r>
              <a:rPr sz="1725" b="0">
                <a:solidFill>
                  <a:srgbClr val="586277"/>
                </a:solidFill>
                <a:latin typeface="Arial"/>
                <a:ea typeface="Arial"/>
                <a:cs typeface="Arial"/>
              </a:rPr>
              <a:t>في</a:t>
            </a:r>
          </a:p>
        </p:txBody>
      </p:sp>
      <p:sp>
        <p:nvSpPr>
          <p:cNvPr id="6" name="">
            <a:extLst>
              <a:ext uri="{FF2B5EF4-FFF2-40B4-BE49-F238E27FC236}">
                <ns2:creationId id="{E11A4334-FB23-408C-BE49-BB684C5C21CE}"/>
              </a:ext>
            </a:extLst>
          </p:cNvPr>
          <p:cNvSpPr>
            <a:spLocks noGrp="1"/>
          </p:cNvSpPr>
          <p:nvPr/>
        </p:nvSpPr>
        <p:spPr>
          <a:xfrm>
            <a:off x="14630400" y="9486900"/>
            <a:ext cx="419100" cy="339566"/>
          </a:xfrm>
          <a:prstGeom prst="rect">
            <a:avLst/>
          </a:prstGeom>
          <a:noFill/>
          <a:ln w="0">
            <a:noFill/>
          </a:ln>
        </p:spPr>
        <p:txBody>
          <a:bodyPr wrap="none" lIns="0" tIns="0" rIns="0" bIns="0" anchor="t">
            <a:noAutofit/>
          </a:bodyPr>
          <a:lstStyle/>
          <a:p>
            <a:pPr algn="ctr">
              <a:defRPr sz="1725" b="0">
                <a:solidFill>
                  <a:srgbClr val="586277"/>
                </a:solidFill>
                <a:latin typeface="Arial"/>
                <a:ea typeface="Arial"/>
                <a:cs typeface="Arial"/>
              </a:defRPr>
            </a:pPr>
            <a:r>
              <a:rPr sz="1725" b="0">
                <a:solidFill>
                  <a:srgbClr val="586277"/>
                </a:solidFill>
                <a:latin typeface="Arial"/>
                <a:ea typeface="Arial"/>
                <a:cs typeface="Arial"/>
              </a:rPr>
              <a:t>خدمة</a:t>
            </a:r>
          </a:p>
        </p:txBody>
      </p:sp>
      <p:sp>
        <p:nvSpPr>
          <p:cNvPr id="7" name="">
            <a:extLst>
              <a:ext uri="{FF2B5EF4-FFF2-40B4-BE49-F238E27FC236}">
                <ns2:creationId id="{28D2582E-6656-4C6B-AA72-C6EE741CDCC6}"/>
              </a:ext>
            </a:extLst>
          </p:cNvPr>
          <p:cNvSpPr>
            <a:spLocks noGrp="1"/>
          </p:cNvSpPr>
          <p:nvPr/>
        </p:nvSpPr>
        <p:spPr>
          <a:xfrm>
            <a:off x="13839825" y="9486900"/>
            <a:ext cx="704850" cy="339566"/>
          </a:xfrm>
          <a:prstGeom prst="rect">
            <a:avLst/>
          </a:prstGeom>
          <a:noFill/>
          <a:ln w="0">
            <a:noFill/>
          </a:ln>
        </p:spPr>
        <p:txBody>
          <a:bodyPr wrap="none" lIns="0" tIns="0" rIns="0" bIns="0" anchor="t">
            <a:noAutofit/>
          </a:bodyPr>
          <a:lstStyle/>
          <a:p>
            <a:pPr algn="ctr">
              <a:defRPr sz="1725" b="0">
                <a:solidFill>
                  <a:srgbClr val="586277"/>
                </a:solidFill>
                <a:latin typeface="Arial"/>
                <a:ea typeface="Arial"/>
                <a:cs typeface="Arial"/>
              </a:defRPr>
            </a:pPr>
            <a:r>
              <a:rPr sz="1725" b="0">
                <a:solidFill>
                  <a:srgbClr val="586277"/>
                </a:solidFill>
                <a:latin typeface="Arial"/>
                <a:ea typeface="Arial"/>
                <a:cs typeface="Arial"/>
              </a:rPr>
              <a:t>الدراسات</a:t>
            </a:r>
          </a:p>
        </p:txBody>
      </p:sp>
      <p:sp>
        <p:nvSpPr>
          <p:cNvPr id="8" name="">
            <a:extLst>
              <a:ext uri="{FF2B5EF4-FFF2-40B4-BE49-F238E27FC236}">
                <ns2:creationId id="{36215B26-C0EA-41A6-B21D-641735697516}"/>
              </a:ext>
            </a:extLst>
          </p:cNvPr>
          <p:cNvSpPr>
            <a:spLocks noGrp="1"/>
          </p:cNvSpPr>
          <p:nvPr/>
        </p:nvSpPr>
        <p:spPr>
          <a:xfrm>
            <a:off x="13058775" y="9486900"/>
            <a:ext cx="695325" cy="339566"/>
          </a:xfrm>
          <a:prstGeom prst="rect">
            <a:avLst/>
          </a:prstGeom>
          <a:noFill/>
          <a:ln w="0">
            <a:noFill/>
          </a:ln>
        </p:spPr>
        <p:txBody>
          <a:bodyPr wrap="none" lIns="0" tIns="0" rIns="0" bIns="0" anchor="t">
            <a:noAutofit/>
          </a:bodyPr>
          <a:lstStyle/>
          <a:p>
            <a:pPr algn="ctr">
              <a:defRPr sz="1725" b="0">
                <a:solidFill>
                  <a:srgbClr val="586277"/>
                </a:solidFill>
                <a:latin typeface="Arial"/>
                <a:ea typeface="Arial"/>
                <a:cs typeface="Arial"/>
              </a:defRPr>
            </a:pPr>
            <a:r>
              <a:rPr sz="1725" b="0">
                <a:solidFill>
                  <a:srgbClr val="586277"/>
                </a:solidFill>
                <a:latin typeface="Arial"/>
                <a:ea typeface="Arial"/>
                <a:cs typeface="Arial"/>
              </a:rPr>
              <a:t>الإسلامية</a:t>
            </a:r>
          </a:p>
        </p:txBody>
      </p:sp>
      <p:sp>
        <p:nvSpPr>
          <p:cNvPr id="9" name="">
            <a:extLst>
              <a:ext uri="{FF2B5EF4-FFF2-40B4-BE49-F238E27FC236}">
                <ns2:creationId id="{6422662A-DEE1-48D4-930C-0B5AB798CCB1}"/>
              </a:ext>
            </a:extLst>
          </p:cNvPr>
          <p:cNvSpPr>
            <a:spLocks noGrp="1"/>
          </p:cNvSpPr>
          <p:nvPr/>
        </p:nvSpPr>
        <p:spPr>
          <a:xfrm>
            <a:off x="15878175" y="809625"/>
            <a:ext cx="1457325" cy="1033463"/>
          </a:xfrm>
          <a:prstGeom prst="rect">
            <a:avLst/>
          </a:prstGeom>
          <a:noFill/>
          <a:ln w="0">
            <a:noFill/>
          </a:ln>
        </p:spPr>
        <p:txBody>
          <a:bodyPr wrap="none" lIns="0" tIns="0" rIns="0" bIns="0" anchor="t">
            <a:noAutofit/>
          </a:bodyPr>
          <a:lstStyle/>
          <a:p>
            <a:pPr algn="ctr">
              <a:defRPr sz="5250" b="1">
                <a:solidFill>
                  <a:srgbClr val="12183F"/>
                </a:solidFill>
                <a:latin typeface="Arial"/>
                <a:ea typeface="Arial"/>
                <a:cs typeface="Arial"/>
              </a:defRPr>
            </a:pPr>
            <a:r>
              <a:rPr sz="5250" b="1">
                <a:solidFill>
                  <a:srgbClr val="12183F"/>
                </a:solidFill>
                <a:latin typeface="Arial"/>
                <a:ea typeface="Arial"/>
                <a:cs typeface="Arial"/>
              </a:rPr>
              <a:t>سؤالي</a:t>
            </a:r>
          </a:p>
        </p:txBody>
      </p:sp>
      <p:sp>
        <p:nvSpPr>
          <p:cNvPr id="10" name="">
            <a:extLst>
              <a:ext uri="{FF2B5EF4-FFF2-40B4-BE49-F238E27FC236}">
                <ns2:creationId id="{D36390F5-1841-485A-A1A8-700F993455DC}"/>
              </a:ext>
            </a:extLst>
          </p:cNvPr>
          <p:cNvSpPr>
            <a:spLocks noGrp="1"/>
          </p:cNvSpPr>
          <p:nvPr/>
        </p:nvSpPr>
        <p:spPr>
          <a:xfrm>
            <a:off x="14159389" y="809625"/>
            <a:ext cx="1533525" cy="1033463"/>
          </a:xfrm>
          <a:prstGeom prst="rect">
            <a:avLst/>
          </a:prstGeom>
          <a:noFill/>
          <a:ln w="0">
            <a:noFill/>
          </a:ln>
        </p:spPr>
        <p:txBody>
          <a:bodyPr wrap="none" lIns="0" tIns="0" rIns="0" bIns="0" anchor="t">
            <a:noAutofit/>
          </a:bodyPr>
          <a:lstStyle/>
          <a:p>
            <a:pPr algn="ctr">
              <a:defRPr sz="5250" b="1">
                <a:solidFill>
                  <a:srgbClr val="12183F"/>
                </a:solidFill>
                <a:latin typeface="Arial"/>
                <a:ea typeface="Arial"/>
                <a:cs typeface="Arial"/>
              </a:defRPr>
            </a:pPr>
            <a:r>
              <a:rPr sz="5250" b="1">
                <a:solidFill>
                  <a:srgbClr val="12183F"/>
                </a:solidFill>
                <a:latin typeface="Arial"/>
                <a:ea typeface="Arial"/>
                <a:cs typeface="Arial"/>
              </a:rPr>
              <a:t>والدليل</a:t>
            </a:r>
          </a:p>
        </p:txBody>
      </p:sp>
      <p:sp>
        <p:nvSpPr>
          <p:cNvPr id="11" name="">
            <a:extLst>
              <a:ext uri="{FF2B5EF4-FFF2-40B4-BE49-F238E27FC236}">
                <ns2:creationId id="{B8BAD779-6519-4321-9D25-415639C4EF83}"/>
              </a:ext>
            </a:extLst>
          </p:cNvPr>
          <p:cNvSpPr>
            <a:spLocks noGrp="1"/>
          </p:cNvSpPr>
          <p:nvPr/>
        </p:nvSpPr>
        <p:spPr>
          <a:xfrm>
            <a:off x="13326427" y="809625"/>
            <a:ext cx="647700" cy="1033463"/>
          </a:xfrm>
          <a:prstGeom prst="rect">
            <a:avLst/>
          </a:prstGeom>
          <a:noFill/>
          <a:ln w="0">
            <a:noFill/>
          </a:ln>
        </p:spPr>
        <p:txBody>
          <a:bodyPr wrap="none" lIns="0" tIns="0" rIns="0" bIns="0" anchor="t">
            <a:noAutofit/>
          </a:bodyPr>
          <a:lstStyle/>
          <a:p>
            <a:pPr algn="ctr">
              <a:defRPr sz="5250" b="1">
                <a:solidFill>
                  <a:srgbClr val="12183F"/>
                </a:solidFill>
                <a:latin typeface="Arial"/>
                <a:ea typeface="Arial"/>
                <a:cs typeface="Arial"/>
              </a:defRPr>
            </a:pPr>
            <a:r>
              <a:rPr sz="5250" b="1">
                <a:solidFill>
                  <a:srgbClr val="12183F"/>
                </a:solidFill>
                <a:latin typeface="Arial"/>
                <a:ea typeface="Arial"/>
                <a:cs typeface="Arial"/>
              </a:rPr>
              <a:t>في</a:t>
            </a:r>
          </a:p>
        </p:txBody>
      </p:sp>
      <p:sp>
        <p:nvSpPr>
          <p:cNvPr id="12" name="">
            <a:extLst>
              <a:ext uri="{FF2B5EF4-FFF2-40B4-BE49-F238E27FC236}">
                <ns2:creationId id="{2DEC75D4-7447-4F72-ACD1-819ED6A04F6D}"/>
              </a:ext>
            </a:extLst>
          </p:cNvPr>
          <p:cNvSpPr>
            <a:spLocks noGrp="1"/>
          </p:cNvSpPr>
          <p:nvPr/>
        </p:nvSpPr>
        <p:spPr>
          <a:xfrm>
            <a:off x="11617166" y="809625"/>
            <a:ext cx="1524000" cy="1033463"/>
          </a:xfrm>
          <a:prstGeom prst="rect">
            <a:avLst/>
          </a:prstGeom>
          <a:noFill/>
          <a:ln w="0">
            <a:noFill/>
          </a:ln>
        </p:spPr>
        <p:txBody>
          <a:bodyPr wrap="none" lIns="0" tIns="0" rIns="0" bIns="0" anchor="t">
            <a:noAutofit/>
          </a:bodyPr>
          <a:lstStyle/>
          <a:p>
            <a:pPr algn="ctr">
              <a:defRPr sz="5250" b="1">
                <a:solidFill>
                  <a:srgbClr val="12183F"/>
                </a:solidFill>
                <a:latin typeface="Arial"/>
                <a:ea typeface="Arial"/>
                <a:cs typeface="Arial"/>
              </a:defRPr>
            </a:pPr>
            <a:r>
              <a:rPr sz="5250" b="1">
                <a:solidFill>
                  <a:srgbClr val="12183F"/>
                </a:solidFill>
                <a:latin typeface="Arial"/>
                <a:ea typeface="Arial"/>
                <a:cs typeface="Arial"/>
              </a:rPr>
              <a:t>مساحة</a:t>
            </a:r>
          </a:p>
        </p:txBody>
      </p:sp>
      <p:sp>
        <p:nvSpPr>
          <p:cNvPr id="13" name="">
            <a:extLst>
              <a:ext uri="{FF2B5EF4-FFF2-40B4-BE49-F238E27FC236}">
                <ns2:creationId id="{84A681B8-AF2E-4B5A-B74B-5BBC3B7EB9EB}"/>
              </a:ext>
            </a:extLst>
          </p:cNvPr>
          <p:cNvSpPr>
            <a:spLocks noGrp="1"/>
          </p:cNvSpPr>
          <p:nvPr/>
        </p:nvSpPr>
        <p:spPr>
          <a:xfrm>
            <a:off x="10117455" y="809625"/>
            <a:ext cx="1314450" cy="1033463"/>
          </a:xfrm>
          <a:prstGeom prst="rect">
            <a:avLst/>
          </a:prstGeom>
          <a:noFill/>
          <a:ln w="0">
            <a:noFill/>
          </a:ln>
        </p:spPr>
        <p:txBody>
          <a:bodyPr wrap="none" lIns="0" tIns="0" rIns="0" bIns="0" anchor="t">
            <a:noAutofit/>
          </a:bodyPr>
          <a:lstStyle/>
          <a:p>
            <a:pPr algn="ctr">
              <a:defRPr sz="5250" b="1">
                <a:solidFill>
                  <a:srgbClr val="12183F"/>
                </a:solidFill>
                <a:latin typeface="Arial"/>
                <a:ea typeface="Arial"/>
                <a:cs typeface="Arial"/>
              </a:defRPr>
            </a:pPr>
            <a:r>
              <a:rPr sz="5250" b="1">
                <a:solidFill>
                  <a:srgbClr val="12183F"/>
                </a:solidFill>
                <a:latin typeface="Arial"/>
                <a:ea typeface="Arial"/>
                <a:cs typeface="Arial"/>
              </a:rPr>
              <a:t>واحدة</a:t>
            </a:r>
          </a:p>
        </p:txBody>
      </p:sp>
      <p:pic>
        <p:nvPicPr>
          <p:cNvPr id="40" name=""/>
          <p:cNvPicPr>
            <a:picLocks noChangeAspect="1"/>
          </p:cNvPicPr>
          <p:nvPr/>
        </p:nvPicPr>
        <p:blipFill>
          <a:blip ns3:embed="R750123808e7b46f7"/>
          <a:srcRect l="2959" r="39908" t="28609" b="9711"/>
          <a:stretch/>
        </p:blipFill>
        <p:spPr>
          <a:xfrm>
            <a:off x="3067050" y="2076450"/>
            <a:ext cx="12153900" cy="6572250"/>
          </a:xfrm>
          <a:prstGeom prst="rect">
            <a:avLst/>
          </a:prstGeom>
        </p:spPr>
      </p:pic>
      <p:sp>
        <p:nvSpPr>
          <p:cNvPr id="15" name="">
            <a:extLst>
              <a:ext uri="{FF2B5EF4-FFF2-40B4-BE49-F238E27FC236}">
                <ns2:creationId id="{3ECFB27F-EC99-49FF-95B7-BED20B1C3FFE}"/>
              </a:ext>
            </a:extLst>
          </p:cNvPr>
          <p:cNvSpPr>
            <a:spLocks noGrp="1"/>
          </p:cNvSpPr>
          <p:nvPr/>
        </p:nvSpPr>
        <p:spPr>
          <a:xfrm>
            <a:off x="16878300" y="8801100"/>
            <a:ext cx="457200" cy="428149"/>
          </a:xfrm>
          <a:prstGeom prst="rect">
            <a:avLst/>
          </a:prstGeom>
          <a:noFill/>
          <a:ln w="0">
            <a:noFill/>
          </a:ln>
        </p:spPr>
        <p:txBody>
          <a:bodyPr wrap="none" lIns="0" tIns="0" rIns="0" bIns="0" anchor="t">
            <a:noAutofit/>
          </a:bodyPr>
          <a:lstStyle/>
          <a:p>
            <a:pPr algn="ctr">
              <a:defRPr sz="2175" b="0">
                <a:solidFill>
                  <a:srgbClr val="586277"/>
                </a:solidFill>
                <a:latin typeface="Arial"/>
                <a:ea typeface="Arial"/>
                <a:cs typeface="Arial"/>
              </a:defRPr>
            </a:pPr>
            <a:r>
              <a:rPr sz="2175" b="0">
                <a:solidFill>
                  <a:srgbClr val="586277"/>
                </a:solidFill>
                <a:latin typeface="Arial"/>
                <a:ea typeface="Arial"/>
                <a:cs typeface="Arial"/>
              </a:rPr>
              <a:t>لقطة</a:t>
            </a:r>
          </a:p>
        </p:txBody>
      </p:sp>
      <p:sp>
        <p:nvSpPr>
          <p:cNvPr id="16" name="">
            <a:extLst>
              <a:ext uri="{FF2B5EF4-FFF2-40B4-BE49-F238E27FC236}">
                <ns2:creationId id="{356E77DD-0E1E-451F-A299-0CD8AED6319F}"/>
              </a:ext>
            </a:extLst>
          </p:cNvPr>
          <p:cNvSpPr>
            <a:spLocks noGrp="1"/>
          </p:cNvSpPr>
          <p:nvPr/>
        </p:nvSpPr>
        <p:spPr>
          <a:xfrm>
            <a:off x="16478250" y="8801100"/>
            <a:ext cx="314325" cy="428149"/>
          </a:xfrm>
          <a:prstGeom prst="rect">
            <a:avLst/>
          </a:prstGeom>
          <a:noFill/>
          <a:ln w="0">
            <a:noFill/>
          </a:ln>
        </p:spPr>
        <p:txBody>
          <a:bodyPr wrap="none" lIns="0" tIns="0" rIns="0" bIns="0" anchor="t">
            <a:noAutofit/>
          </a:bodyPr>
          <a:lstStyle/>
          <a:p>
            <a:pPr algn="ctr">
              <a:defRPr sz="2175" b="0">
                <a:solidFill>
                  <a:srgbClr val="586277"/>
                </a:solidFill>
                <a:latin typeface="Arial"/>
                <a:ea typeface="Arial"/>
                <a:cs typeface="Arial"/>
              </a:defRPr>
            </a:pPr>
            <a:r>
              <a:rPr sz="2175" b="0">
                <a:solidFill>
                  <a:srgbClr val="586277"/>
                </a:solidFill>
                <a:latin typeface="Arial"/>
                <a:ea typeface="Arial"/>
                <a:cs typeface="Arial"/>
              </a:rPr>
              <a:t>من</a:t>
            </a:r>
          </a:p>
        </p:txBody>
      </p:sp>
      <p:sp>
        <p:nvSpPr>
          <p:cNvPr id="17" name="">
            <a:extLst>
              <a:ext uri="{FF2B5EF4-FFF2-40B4-BE49-F238E27FC236}">
                <ns2:creationId id="{A91A62B8-18CE-4A4E-B11E-2541BFA7E89B}"/>
              </a:ext>
            </a:extLst>
          </p:cNvPr>
          <p:cNvSpPr>
            <a:spLocks noGrp="1"/>
          </p:cNvSpPr>
          <p:nvPr/>
        </p:nvSpPr>
        <p:spPr>
          <a:xfrm>
            <a:off x="15954375" y="8801100"/>
            <a:ext cx="438150" cy="428149"/>
          </a:xfrm>
          <a:prstGeom prst="rect">
            <a:avLst/>
          </a:prstGeom>
          <a:noFill/>
          <a:ln w="0">
            <a:noFill/>
          </a:ln>
        </p:spPr>
        <p:txBody>
          <a:bodyPr wrap="none" lIns="0" tIns="0" rIns="0" bIns="0" anchor="t">
            <a:noAutofit/>
          </a:bodyPr>
          <a:lstStyle/>
          <a:p>
            <a:pPr algn="ctr">
              <a:defRPr sz="2175" b="0">
                <a:solidFill>
                  <a:srgbClr val="586277"/>
                </a:solidFill>
                <a:latin typeface="Arial"/>
                <a:ea typeface="Arial"/>
                <a:cs typeface="Arial"/>
              </a:defRPr>
            </a:pPr>
            <a:r>
              <a:rPr sz="2175" b="0">
                <a:solidFill>
                  <a:srgbClr val="586277"/>
                </a:solidFill>
                <a:latin typeface="Arial"/>
                <a:ea typeface="Arial"/>
                <a:cs typeface="Arial"/>
              </a:rPr>
              <a:t>مثال</a:t>
            </a:r>
          </a:p>
        </p:txBody>
      </p:sp>
      <p:sp>
        <p:nvSpPr>
          <p:cNvPr id="18" name="">
            <a:extLst>
              <a:ext uri="{FF2B5EF4-FFF2-40B4-BE49-F238E27FC236}">
                <ns2:creationId id="{3BC0A0D2-6A2E-4DE9-9307-AF7AEA57433A}"/>
              </a:ext>
            </a:extLst>
          </p:cNvPr>
          <p:cNvSpPr>
            <a:spLocks noGrp="1"/>
          </p:cNvSpPr>
          <p:nvPr/>
        </p:nvSpPr>
        <p:spPr>
          <a:xfrm>
            <a:off x="15497175" y="8801100"/>
            <a:ext cx="371475" cy="428149"/>
          </a:xfrm>
          <a:prstGeom prst="rect">
            <a:avLst/>
          </a:prstGeom>
          <a:noFill/>
          <a:ln w="0">
            <a:noFill/>
          </a:ln>
        </p:spPr>
        <p:txBody>
          <a:bodyPr wrap="none" lIns="0" tIns="0" rIns="0" bIns="0" anchor="t">
            <a:noAutofit/>
          </a:bodyPr>
          <a:lstStyle/>
          <a:p>
            <a:pPr algn="ctr">
              <a:defRPr sz="2175" b="0">
                <a:solidFill>
                  <a:srgbClr val="586277"/>
                </a:solidFill>
                <a:latin typeface="Arial"/>
                <a:ea typeface="Arial"/>
                <a:cs typeface="Arial"/>
              </a:defRPr>
            </a:pPr>
            <a:r>
              <a:rPr sz="2175" b="0">
                <a:solidFill>
                  <a:srgbClr val="586277"/>
                </a:solidFill>
                <a:latin typeface="Arial"/>
                <a:ea typeface="Arial"/>
                <a:cs typeface="Arial"/>
              </a:rPr>
              <a:t>مُعد</a:t>
            </a:r>
          </a:p>
        </p:txBody>
      </p:sp>
      <p:sp>
        <p:nvSpPr>
          <p:cNvPr id="19" name="">
            <a:extLst>
              <a:ext uri="{FF2B5EF4-FFF2-40B4-BE49-F238E27FC236}">
                <ns2:creationId id="{CC6A855A-B106-4849-9EDC-B831086A977B}"/>
              </a:ext>
            </a:extLst>
          </p:cNvPr>
          <p:cNvSpPr>
            <a:spLocks noGrp="1"/>
          </p:cNvSpPr>
          <p:nvPr/>
        </p:nvSpPr>
        <p:spPr>
          <a:xfrm>
            <a:off x="14887575" y="8801100"/>
            <a:ext cx="523875" cy="428149"/>
          </a:xfrm>
          <a:prstGeom prst="rect">
            <a:avLst/>
          </a:prstGeom>
          <a:noFill/>
          <a:ln w="0">
            <a:noFill/>
          </a:ln>
        </p:spPr>
        <p:txBody>
          <a:bodyPr wrap="none" lIns="0" tIns="0" rIns="0" bIns="0" anchor="t">
            <a:noAutofit/>
          </a:bodyPr>
          <a:lstStyle/>
          <a:p>
            <a:pPr algn="ctr">
              <a:defRPr sz="2175" b="0">
                <a:solidFill>
                  <a:srgbClr val="586277"/>
                </a:solidFill>
                <a:latin typeface="Arial"/>
                <a:ea typeface="Arial"/>
                <a:cs typeface="Arial"/>
              </a:defRPr>
            </a:pPr>
            <a:r>
              <a:rPr sz="2175" b="0">
                <a:solidFill>
                  <a:srgbClr val="586277"/>
                </a:solidFill>
                <a:latin typeface="Arial"/>
                <a:ea typeface="Arial"/>
                <a:cs typeface="Arial"/>
              </a:rPr>
              <a:t>مسبقاً</a:t>
            </a:r>
          </a:p>
        </p:txBody>
      </p:sp>
      <p:sp>
        <p:nvSpPr>
          <p:cNvPr id="20" name="">
            <a:extLst>
              <a:ext uri="{FF2B5EF4-FFF2-40B4-BE49-F238E27FC236}">
                <ns2:creationId id="{9C4A47D7-339D-40D4-AE76-9A5D20634396}"/>
              </a:ext>
            </a:extLst>
          </p:cNvPr>
          <p:cNvSpPr>
            <a:spLocks noGrp="1"/>
          </p:cNvSpPr>
          <p:nvPr/>
        </p:nvSpPr>
        <p:spPr>
          <a:xfrm>
            <a:off x="14506575" y="8801100"/>
            <a:ext cx="295275" cy="428149"/>
          </a:xfrm>
          <a:prstGeom prst="rect">
            <a:avLst/>
          </a:prstGeom>
          <a:noFill/>
          <a:ln w="0">
            <a:noFill/>
          </a:ln>
        </p:spPr>
        <p:txBody>
          <a:bodyPr wrap="none" lIns="0" tIns="0" rIns="0" bIns="0" anchor="t">
            <a:noAutofit/>
          </a:bodyPr>
          <a:lstStyle/>
          <a:p>
            <a:pPr algn="ctr">
              <a:defRPr sz="2175" b="0">
                <a:solidFill>
                  <a:srgbClr val="586277"/>
                </a:solidFill>
                <a:latin typeface="Arial"/>
                <a:ea typeface="Arial"/>
                <a:cs typeface="Arial"/>
              </a:defRPr>
            </a:pPr>
            <a:r>
              <a:rPr sz="2175" b="0">
                <a:solidFill>
                  <a:srgbClr val="586277"/>
                </a:solidFill>
                <a:latin typeface="Arial"/>
                <a:ea typeface="Arial"/>
                <a:cs typeface="Arial"/>
              </a:rPr>
              <a:t>في</a:t>
            </a:r>
          </a:p>
        </p:txBody>
      </p:sp>
      <p:sp>
        <p:nvSpPr>
          <p:cNvPr id="21" name="">
            <a:extLst>
              <a:ext uri="{FF2B5EF4-FFF2-40B4-BE49-F238E27FC236}">
                <ns2:creationId id="{9213898E-A1FF-4F18-A73F-0752A56AA643}"/>
              </a:ext>
            </a:extLst>
          </p:cNvPr>
          <p:cNvSpPr>
            <a:spLocks noGrp="1"/>
          </p:cNvSpPr>
          <p:nvPr/>
        </p:nvSpPr>
        <p:spPr>
          <a:xfrm>
            <a:off x="13725525" y="8801100"/>
            <a:ext cx="695325" cy="428149"/>
          </a:xfrm>
          <a:prstGeom prst="rect">
            <a:avLst/>
          </a:prstGeom>
          <a:noFill/>
          <a:ln w="0">
            <a:noFill/>
          </a:ln>
        </p:spPr>
        <p:txBody>
          <a:bodyPr wrap="none" lIns="0" tIns="0" rIns="0" bIns="0" anchor="t">
            <a:noAutofit/>
          </a:bodyPr>
          <a:lstStyle/>
          <a:p>
            <a:pPr algn="ctr">
              <a:defRPr sz="2175" b="0">
                <a:solidFill>
                  <a:srgbClr val="586277"/>
                </a:solidFill>
                <a:latin typeface="Arial"/>
                <a:ea typeface="Arial"/>
                <a:cs typeface="Arial"/>
              </a:defRPr>
            </a:pPr>
            <a:r>
              <a:rPr sz="2175" b="0">
                <a:solidFill>
                  <a:srgbClr val="586277"/>
                </a:solidFill>
                <a:latin typeface="Arial"/>
                <a:ea typeface="Arial"/>
                <a:cs typeface="Arial"/>
              </a:rPr>
              <a:t>التطبيق</a:t>
            </a:r>
          </a:p>
        </p:txBody>
      </p:sp>
      <p:sp>
        <p:nvSpPr>
          <p:cNvPr id="22" name="">
            <a:extLst>
              <a:ext uri="{FF2B5EF4-FFF2-40B4-BE49-F238E27FC236}">
                <ns2:creationId id="{64B0CD48-5449-44FF-A2F8-CFFFE2508FE4}"/>
              </a:ext>
            </a:extLst>
          </p:cNvPr>
          <p:cNvSpPr>
            <a:spLocks noGrp="1"/>
          </p:cNvSpPr>
          <p:nvPr/>
        </p:nvSpPr>
        <p:spPr>
          <a:xfrm>
            <a:off x="13430250" y="8801100"/>
            <a:ext cx="209550" cy="428149"/>
          </a:xfrm>
          <a:prstGeom prst="rect">
            <a:avLst/>
          </a:prstGeom>
          <a:noFill/>
          <a:ln w="0">
            <a:noFill/>
          </a:ln>
        </p:spPr>
        <p:txBody>
          <a:bodyPr wrap="none" lIns="0" tIns="0" rIns="0" bIns="0" anchor="t">
            <a:noAutofit/>
          </a:bodyPr>
          <a:lstStyle/>
          <a:p>
            <a:pPr algn="ctr">
              <a:defRPr sz="2175" b="0">
                <a:solidFill>
                  <a:srgbClr val="586277"/>
                </a:solidFill>
                <a:latin typeface="Arial"/>
                <a:ea typeface="Arial"/>
                <a:cs typeface="Arial"/>
              </a:defRPr>
            </a:pPr>
            <a:r>
              <a:rPr sz="2175" b="0">
                <a:solidFill>
                  <a:srgbClr val="586277"/>
                </a:solidFill>
                <a:latin typeface="Arial"/>
                <a:ea typeface="Arial"/>
                <a:cs typeface="Arial"/>
              </a:rPr>
              <a:t>لا</a:t>
            </a:r>
          </a:p>
        </p:txBody>
      </p:sp>
      <p:sp>
        <p:nvSpPr>
          <p:cNvPr id="23" name="">
            <a:extLst>
              <a:ext uri="{FF2B5EF4-FFF2-40B4-BE49-F238E27FC236}">
                <ns2:creationId id="{040C1934-15D2-4B64-8993-CFB5E75850C9}"/>
              </a:ext>
            </a:extLst>
          </p:cNvPr>
          <p:cNvSpPr>
            <a:spLocks noGrp="1"/>
          </p:cNvSpPr>
          <p:nvPr/>
        </p:nvSpPr>
        <p:spPr>
          <a:xfrm>
            <a:off x="12896850" y="8801100"/>
            <a:ext cx="447675" cy="428149"/>
          </a:xfrm>
          <a:prstGeom prst="rect">
            <a:avLst/>
          </a:prstGeom>
          <a:noFill/>
          <a:ln w="0">
            <a:noFill/>
          </a:ln>
        </p:spPr>
        <p:txBody>
          <a:bodyPr wrap="none" lIns="0" tIns="0" rIns="0" bIns="0" anchor="t">
            <a:noAutofit/>
          </a:bodyPr>
          <a:lstStyle/>
          <a:p>
            <a:pPr algn="ctr">
              <a:defRPr sz="2175" b="0">
                <a:solidFill>
                  <a:srgbClr val="586277"/>
                </a:solidFill>
                <a:latin typeface="Arial"/>
                <a:ea typeface="Arial"/>
                <a:cs typeface="Arial"/>
              </a:defRPr>
            </a:pPr>
            <a:r>
              <a:rPr sz="2175" b="0">
                <a:solidFill>
                  <a:srgbClr val="586277"/>
                </a:solidFill>
                <a:latin typeface="Arial"/>
                <a:ea typeface="Arial"/>
                <a:cs typeface="Arial"/>
              </a:rPr>
              <a:t>تمثل</a:t>
            </a:r>
          </a:p>
        </p:txBody>
      </p:sp>
      <p:sp>
        <p:nvSpPr>
          <p:cNvPr id="24" name="">
            <a:extLst>
              <a:ext uri="{FF2B5EF4-FFF2-40B4-BE49-F238E27FC236}">
                <ns2:creationId id="{5DE9A87B-3FCA-4226-B175-0E0E079DF03F}"/>
              </a:ext>
            </a:extLst>
          </p:cNvPr>
          <p:cNvSpPr>
            <a:spLocks noGrp="1"/>
          </p:cNvSpPr>
          <p:nvPr/>
        </p:nvSpPr>
        <p:spPr>
          <a:xfrm>
            <a:off x="12230100" y="8801100"/>
            <a:ext cx="581025" cy="428149"/>
          </a:xfrm>
          <a:prstGeom prst="rect">
            <a:avLst/>
          </a:prstGeom>
          <a:noFill/>
          <a:ln w="0">
            <a:noFill/>
          </a:ln>
        </p:spPr>
        <p:txBody>
          <a:bodyPr wrap="none" lIns="0" tIns="0" rIns="0" bIns="0" anchor="t">
            <a:noAutofit/>
          </a:bodyPr>
          <a:lstStyle/>
          <a:p>
            <a:pPr algn="ctr">
              <a:defRPr sz="2175" b="0">
                <a:solidFill>
                  <a:srgbClr val="586277"/>
                </a:solidFill>
                <a:latin typeface="Arial"/>
                <a:ea typeface="Arial"/>
                <a:cs typeface="Arial"/>
              </a:defRPr>
            </a:pPr>
            <a:r>
              <a:rPr sz="2175" b="0">
                <a:solidFill>
                  <a:srgbClr val="586277"/>
                </a:solidFill>
                <a:latin typeface="Arial"/>
                <a:ea typeface="Arial"/>
                <a:cs typeface="Arial"/>
              </a:rPr>
              <a:t>فحصاً</a:t>
            </a:r>
          </a:p>
        </p:txBody>
      </p:sp>
      <p:sp>
        <p:nvSpPr>
          <p:cNvPr id="25" name="">
            <a:extLst>
              <a:ext uri="{FF2B5EF4-FFF2-40B4-BE49-F238E27FC236}">
                <ns2:creationId id="{D64FF2F0-BF2D-485A-8AB6-93A38CA088BE}"/>
              </a:ext>
            </a:extLst>
          </p:cNvPr>
          <p:cNvSpPr>
            <a:spLocks noGrp="1"/>
          </p:cNvSpPr>
          <p:nvPr/>
        </p:nvSpPr>
        <p:spPr>
          <a:xfrm>
            <a:off x="11801475" y="8801100"/>
            <a:ext cx="342900" cy="428149"/>
          </a:xfrm>
          <a:prstGeom prst="rect">
            <a:avLst/>
          </a:prstGeom>
          <a:noFill/>
          <a:ln w="0">
            <a:noFill/>
          </a:ln>
        </p:spPr>
        <p:txBody>
          <a:bodyPr wrap="none" lIns="0" tIns="0" rIns="0" bIns="0" anchor="t">
            <a:noAutofit/>
          </a:bodyPr>
          <a:lstStyle/>
          <a:p>
            <a:pPr algn="ctr">
              <a:defRPr sz="2175" b="0">
                <a:solidFill>
                  <a:srgbClr val="586277"/>
                </a:solidFill>
                <a:latin typeface="Arial"/>
                <a:ea typeface="Arial"/>
                <a:cs typeface="Arial"/>
              </a:defRPr>
            </a:pPr>
            <a:r>
              <a:rPr sz="2175" b="0">
                <a:solidFill>
                  <a:srgbClr val="586277"/>
                </a:solidFill>
                <a:latin typeface="Arial"/>
                <a:ea typeface="Arial"/>
                <a:cs typeface="Arial"/>
              </a:rPr>
              <a:t>حياً</a:t>
            </a:r>
          </a:p>
        </p:txBody>
      </p:sp>
      <p:sp>
        <p:nvSpPr>
          <p:cNvPr id="26" name="">
            <a:extLst>
              <a:ext uri="{FF2B5EF4-FFF2-40B4-BE49-F238E27FC236}">
                <ns2:creationId id="{111B73ED-75C7-4707-BFA5-CC94E090A023}"/>
              </a:ext>
            </a:extLst>
          </p:cNvPr>
          <p:cNvSpPr>
            <a:spLocks noGrp="1"/>
          </p:cNvSpPr>
          <p:nvPr/>
        </p:nvSpPr>
        <p:spPr>
          <a:xfrm>
            <a:off x="11191875" y="8801100"/>
            <a:ext cx="523875" cy="428149"/>
          </a:xfrm>
          <a:prstGeom prst="rect">
            <a:avLst/>
          </a:prstGeom>
          <a:noFill/>
          <a:ln w="0">
            <a:noFill/>
          </a:ln>
        </p:spPr>
        <p:txBody>
          <a:bodyPr wrap="none" lIns="0" tIns="0" rIns="0" bIns="0" anchor="t">
            <a:noAutofit/>
          </a:bodyPr>
          <a:lstStyle/>
          <a:p>
            <a:pPr algn="ctr">
              <a:defRPr sz="2175" b="0">
                <a:solidFill>
                  <a:srgbClr val="586277"/>
                </a:solidFill>
                <a:latin typeface="Arial"/>
                <a:ea typeface="Arial"/>
                <a:cs typeface="Arial"/>
              </a:defRPr>
            </a:pPr>
            <a:r>
              <a:rPr sz="2175" b="0">
                <a:solidFill>
                  <a:srgbClr val="586277"/>
                </a:solidFill>
                <a:latin typeface="Arial"/>
                <a:ea typeface="Arial"/>
                <a:cs typeface="Arial"/>
              </a:rPr>
              <a:t>جديداً</a:t>
            </a:r>
          </a:p>
        </p:txBody>
      </p:sp>
    </p:spTree>
    <p:extLst>
      <p:ext uri="{BB962C8B-B14F-4D97-AF65-F5344CB8AC3E}">
        <ns4:creationId val="14275315"/>
      </p:ext>
    </p:extLst>
  </p:cSld>
</p:sld>
</file>

<file path=ppt/slides/slide4.xml><?xml version="1.0" encoding="utf-8"?>
<p:sld xmlns:p="http://schemas.openxmlformats.org/presentationml/2006/main">
  <p:cSld>
    <p:bg>
      <p:bgPr>
        <a:solidFill xmlns:a="http://schemas.openxmlformats.org/drawingml/2006/main">
          <a:srgbClr val="12183F"/>
        </a:solidFill>
      </p:bgPr>
    </p:bg>
    <p:spTree>
      <p:nvGrpSpPr>
        <p:cNvPr id="1" name=""/>
        <p:cNvGrpSpPr/>
        <p:nvPr/>
      </p:nvGrpSpPr>
      <p:grpSpPr>
        <a:xfrm xmlns:a="http://schemas.openxmlformats.org/drawingml/2006/main"/>
      </p:grpSpPr>
      <p:sp>
        <p:nvSpPr>
          <p:cNvPr id="78" name="">
            <a:extLst xmlns:a="http://schemas.openxmlformats.org/drawingml/2006/main">
              <a:ext uri="{FF2B5EF4-FFF2-40B4-BE49-F238E27FC236}">
                <a16:creationId xmlns:a16="http://schemas.microsoft.com/office/drawing/2014/main" id="{16A8F918-DE8E-4E67-83EB-8D5D41A85FCD}"/>
              </a:ext>
            </a:extLst>
          </p:cNvPr>
          <p:cNvSpPr>
            <a:spLocks xmlns:a="http://schemas.openxmlformats.org/drawingml/2006/main" noGrp="1"/>
          </p:cNvSpPr>
          <p:nvPr/>
        </p:nvSpPr>
        <p:spPr>
          <a:xfrm xmlns:a="http://schemas.openxmlformats.org/drawingml/2006/main">
            <a:off x="857250" y="9486900"/>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BAC5DF"/>
                </a:solidFill>
                <a:latin typeface="Arial"/>
                <a:ea typeface="Arial"/>
                <a:cs typeface="Arial"/>
              </a:defRPr>
            </a:pPr>
            <a:r>
              <a:rPr sz="1725" b="0">
                <a:solidFill>
                  <a:srgbClr val="BAC5DF"/>
                </a:solidFill>
                <a:latin typeface="Arial"/>
                <a:ea typeface="Arial"/>
                <a:cs typeface="Arial"/>
              </a:rPr>
              <a:t>IsnadLens / 04</a:t>
            </a:r>
          </a:p>
        </p:txBody>
      </p:sp>
      <p:sp>
        <p:nvSpPr>
          <p:cNvPr id="2" name="">
            <a:extLst xmlns:a="http://schemas.openxmlformats.org/drawingml/2006/main">
              <a:ext uri="{FF2B5EF4-FFF2-40B4-BE49-F238E27FC236}">
                <a16:creationId xmlns:a16="http://schemas.microsoft.com/office/drawing/2014/main" id="{89E34B88-88D1-4977-9547-981BB000E918}"/>
              </a:ext>
            </a:extLst>
          </p:cNvPr>
          <p:cNvSpPr>
            <a:spLocks xmlns:a="http://schemas.openxmlformats.org/drawingml/2006/main" noGrp="1"/>
          </p:cNvSpPr>
          <p:nvPr/>
        </p:nvSpPr>
        <p:spPr>
          <a:xfrm xmlns:a="http://schemas.openxmlformats.org/drawingml/2006/main">
            <a:off x="16983075" y="9486900"/>
            <a:ext cx="447675"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BAC5DF"/>
                </a:solidFill>
                <a:latin typeface="Arial"/>
                <a:ea typeface="Arial"/>
                <a:cs typeface="Arial"/>
              </a:defRPr>
            </a:pPr>
            <a:r>
              <a:rPr sz="1725" b="0">
                <a:solidFill>
                  <a:srgbClr val="BAC5DF"/>
                </a:solidFill>
                <a:latin typeface="Arial"/>
                <a:ea typeface="Arial"/>
                <a:cs typeface="Arial"/>
              </a:rPr>
              <a:t>تحدي</a:t>
            </a:r>
          </a:p>
        </p:txBody>
      </p:sp>
      <p:sp>
        <p:nvSpPr>
          <p:cNvPr id="3" name="">
            <a:extLst xmlns:a="http://schemas.openxmlformats.org/drawingml/2006/main">
              <a:ext uri="{FF2B5EF4-FFF2-40B4-BE49-F238E27FC236}">
                <a16:creationId xmlns:a16="http://schemas.microsoft.com/office/drawing/2014/main" id="{C614F9D6-CFC7-4235-A09F-A9E19F3D8301}"/>
              </a:ext>
            </a:extLst>
          </p:cNvPr>
          <p:cNvSpPr>
            <a:spLocks xmlns:a="http://schemas.openxmlformats.org/drawingml/2006/main" noGrp="1"/>
          </p:cNvSpPr>
          <p:nvPr/>
        </p:nvSpPr>
        <p:spPr>
          <a:xfrm xmlns:a="http://schemas.openxmlformats.org/drawingml/2006/main">
            <a:off x="16440150" y="9486900"/>
            <a:ext cx="45720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BAC5DF"/>
                </a:solidFill>
                <a:latin typeface="Arial"/>
                <a:ea typeface="Arial"/>
                <a:cs typeface="Arial"/>
              </a:defRPr>
            </a:pPr>
            <a:r>
              <a:rPr sz="1725" b="0">
                <a:solidFill>
                  <a:srgbClr val="BAC5DF"/>
                </a:solidFill>
                <a:latin typeface="Arial"/>
                <a:ea typeface="Arial"/>
                <a:cs typeface="Arial"/>
              </a:rPr>
              <a:t>الذكاء</a:t>
            </a:r>
          </a:p>
        </p:txBody>
      </p:sp>
      <p:sp>
        <p:nvSpPr>
          <p:cNvPr id="4" name="">
            <a:extLst xmlns:a="http://schemas.openxmlformats.org/drawingml/2006/main">
              <a:ext uri="{FF2B5EF4-FFF2-40B4-BE49-F238E27FC236}">
                <a16:creationId xmlns:a16="http://schemas.microsoft.com/office/drawing/2014/main" id="{85E7937A-66A5-4254-B5B0-44F8D153D8F5}"/>
              </a:ext>
            </a:extLst>
          </p:cNvPr>
          <p:cNvSpPr>
            <a:spLocks xmlns:a="http://schemas.openxmlformats.org/drawingml/2006/main" noGrp="1"/>
          </p:cNvSpPr>
          <p:nvPr/>
        </p:nvSpPr>
        <p:spPr>
          <a:xfrm xmlns:a="http://schemas.openxmlformats.org/drawingml/2006/main">
            <a:off x="15468600" y="9486900"/>
            <a:ext cx="885825"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BAC5DF"/>
                </a:solidFill>
                <a:latin typeface="Arial"/>
                <a:ea typeface="Arial"/>
                <a:cs typeface="Arial"/>
              </a:defRPr>
            </a:pPr>
            <a:r>
              <a:rPr sz="1725" b="0">
                <a:solidFill>
                  <a:srgbClr val="BAC5DF"/>
                </a:solidFill>
                <a:latin typeface="Arial"/>
                <a:ea typeface="Arial"/>
                <a:cs typeface="Arial"/>
              </a:rPr>
              <a:t>الاصطناعي</a:t>
            </a:r>
          </a:p>
        </p:txBody>
      </p:sp>
      <p:sp>
        <p:nvSpPr>
          <p:cNvPr id="5" name="">
            <a:extLst xmlns:a="http://schemas.openxmlformats.org/drawingml/2006/main">
              <a:ext uri="{FF2B5EF4-FFF2-40B4-BE49-F238E27FC236}">
                <a16:creationId xmlns:a16="http://schemas.microsoft.com/office/drawing/2014/main" id="{2B8BED93-4987-4CE0-81E5-D9F48E257063}"/>
              </a:ext>
            </a:extLst>
          </p:cNvPr>
          <p:cNvSpPr>
            <a:spLocks xmlns:a="http://schemas.openxmlformats.org/drawingml/2006/main" noGrp="1"/>
          </p:cNvSpPr>
          <p:nvPr/>
        </p:nvSpPr>
        <p:spPr>
          <a:xfrm xmlns:a="http://schemas.openxmlformats.org/drawingml/2006/main">
            <a:off x="15135225" y="9486900"/>
            <a:ext cx="24765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BAC5DF"/>
                </a:solidFill>
                <a:latin typeface="Arial"/>
                <a:ea typeface="Arial"/>
                <a:cs typeface="Arial"/>
              </a:defRPr>
            </a:pPr>
            <a:r>
              <a:rPr sz="1725" b="0">
                <a:solidFill>
                  <a:srgbClr val="BAC5DF"/>
                </a:solidFill>
                <a:latin typeface="Arial"/>
                <a:ea typeface="Arial"/>
                <a:cs typeface="Arial"/>
              </a:rPr>
              <a:t>في</a:t>
            </a:r>
          </a:p>
        </p:txBody>
      </p:sp>
      <p:sp>
        <p:nvSpPr>
          <p:cNvPr id="6" name="">
            <a:extLst xmlns:a="http://schemas.openxmlformats.org/drawingml/2006/main">
              <a:ext uri="{FF2B5EF4-FFF2-40B4-BE49-F238E27FC236}">
                <a16:creationId xmlns:a16="http://schemas.microsoft.com/office/drawing/2014/main" id="{81E86FFE-B74B-4864-A97C-49C37A01EC69}"/>
              </a:ext>
            </a:extLst>
          </p:cNvPr>
          <p:cNvSpPr>
            <a:spLocks xmlns:a="http://schemas.openxmlformats.org/drawingml/2006/main" noGrp="1"/>
          </p:cNvSpPr>
          <p:nvPr/>
        </p:nvSpPr>
        <p:spPr>
          <a:xfrm xmlns:a="http://schemas.openxmlformats.org/drawingml/2006/main">
            <a:off x="14630400" y="9486900"/>
            <a:ext cx="41910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BAC5DF"/>
                </a:solidFill>
                <a:latin typeface="Arial"/>
                <a:ea typeface="Arial"/>
                <a:cs typeface="Arial"/>
              </a:defRPr>
            </a:pPr>
            <a:r>
              <a:rPr sz="1725" b="0">
                <a:solidFill>
                  <a:srgbClr val="BAC5DF"/>
                </a:solidFill>
                <a:latin typeface="Arial"/>
                <a:ea typeface="Arial"/>
                <a:cs typeface="Arial"/>
              </a:rPr>
              <a:t>خدمة</a:t>
            </a:r>
          </a:p>
        </p:txBody>
      </p:sp>
      <p:sp>
        <p:nvSpPr>
          <p:cNvPr id="7" name="">
            <a:extLst xmlns:a="http://schemas.openxmlformats.org/drawingml/2006/main">
              <a:ext uri="{FF2B5EF4-FFF2-40B4-BE49-F238E27FC236}">
                <a16:creationId xmlns:a16="http://schemas.microsoft.com/office/drawing/2014/main" id="{601156E7-F6AD-4CA5-8B8F-E6700CC05F73}"/>
              </a:ext>
            </a:extLst>
          </p:cNvPr>
          <p:cNvSpPr>
            <a:spLocks xmlns:a="http://schemas.openxmlformats.org/drawingml/2006/main" noGrp="1"/>
          </p:cNvSpPr>
          <p:nvPr/>
        </p:nvSpPr>
        <p:spPr>
          <a:xfrm xmlns:a="http://schemas.openxmlformats.org/drawingml/2006/main">
            <a:off x="13839825" y="9486900"/>
            <a:ext cx="70485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BAC5DF"/>
                </a:solidFill>
                <a:latin typeface="Arial"/>
                <a:ea typeface="Arial"/>
                <a:cs typeface="Arial"/>
              </a:defRPr>
            </a:pPr>
            <a:r>
              <a:rPr sz="1725" b="0">
                <a:solidFill>
                  <a:srgbClr val="BAC5DF"/>
                </a:solidFill>
                <a:latin typeface="Arial"/>
                <a:ea typeface="Arial"/>
                <a:cs typeface="Arial"/>
              </a:rPr>
              <a:t>الدراسات</a:t>
            </a:r>
          </a:p>
        </p:txBody>
      </p:sp>
      <p:sp>
        <p:nvSpPr>
          <p:cNvPr id="8" name="">
            <a:extLst xmlns:a="http://schemas.openxmlformats.org/drawingml/2006/main">
              <a:ext uri="{FF2B5EF4-FFF2-40B4-BE49-F238E27FC236}">
                <a16:creationId xmlns:a16="http://schemas.microsoft.com/office/drawing/2014/main" id="{969496B3-C354-4730-8184-C236883A5B4B}"/>
              </a:ext>
            </a:extLst>
          </p:cNvPr>
          <p:cNvSpPr>
            <a:spLocks xmlns:a="http://schemas.openxmlformats.org/drawingml/2006/main" noGrp="1"/>
          </p:cNvSpPr>
          <p:nvPr/>
        </p:nvSpPr>
        <p:spPr>
          <a:xfrm xmlns:a="http://schemas.openxmlformats.org/drawingml/2006/main">
            <a:off x="13058775" y="9486900"/>
            <a:ext cx="695325"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BAC5DF"/>
                </a:solidFill>
                <a:latin typeface="Arial"/>
                <a:ea typeface="Arial"/>
                <a:cs typeface="Arial"/>
              </a:defRPr>
            </a:pPr>
            <a:r>
              <a:rPr sz="1725" b="0">
                <a:solidFill>
                  <a:srgbClr val="BAC5DF"/>
                </a:solidFill>
                <a:latin typeface="Arial"/>
                <a:ea typeface="Arial"/>
                <a:cs typeface="Arial"/>
              </a:rPr>
              <a:t>الإسلامية</a:t>
            </a:r>
          </a:p>
        </p:txBody>
      </p:sp>
      <p:sp>
        <p:nvSpPr>
          <p:cNvPr id="9" name="">
            <a:extLst xmlns:a="http://schemas.openxmlformats.org/drawingml/2006/main">
              <a:ext uri="{FF2B5EF4-FFF2-40B4-BE49-F238E27FC236}">
                <a16:creationId xmlns:a16="http://schemas.microsoft.com/office/drawing/2014/main" id="{75B8DD59-D113-4AC6-BFEB-A4D929195E10}"/>
              </a:ext>
            </a:extLst>
          </p:cNvPr>
          <p:cNvSpPr>
            <a:spLocks xmlns:a="http://schemas.openxmlformats.org/drawingml/2006/main" noGrp="1"/>
          </p:cNvSpPr>
          <p:nvPr/>
        </p:nvSpPr>
        <p:spPr>
          <a:xfrm xmlns:a="http://schemas.openxmlformats.org/drawingml/2006/main">
            <a:off x="16459200" y="809625"/>
            <a:ext cx="876300"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0" b="1">
                <a:solidFill>
                  <a:srgbClr val="FFFFFF"/>
                </a:solidFill>
                <a:latin typeface="Arial"/>
                <a:ea typeface="Arial"/>
                <a:cs typeface="Arial"/>
              </a:defRPr>
            </a:pPr>
            <a:r>
              <a:rPr sz="5250" b="1">
                <a:solidFill>
                  <a:srgbClr val="FFFFFF"/>
                </a:solidFill>
                <a:latin typeface="Arial"/>
                <a:ea typeface="Arial"/>
                <a:cs typeface="Arial"/>
              </a:rPr>
              <a:t>دور</a:t>
            </a:r>
          </a:p>
        </p:txBody>
      </p:sp>
      <p:sp>
        <p:nvSpPr>
          <p:cNvPr id="10" name="">
            <a:extLst xmlns:a="http://schemas.openxmlformats.org/drawingml/2006/main">
              <a:ext uri="{FF2B5EF4-FFF2-40B4-BE49-F238E27FC236}">
                <a16:creationId xmlns:a16="http://schemas.microsoft.com/office/drawing/2014/main" id="{FADAA027-0B69-4FCD-A000-F4E6AD1C1FD7}"/>
              </a:ext>
            </a:extLst>
          </p:cNvPr>
          <p:cNvSpPr>
            <a:spLocks xmlns:a="http://schemas.openxmlformats.org/drawingml/2006/main" noGrp="1"/>
          </p:cNvSpPr>
          <p:nvPr/>
        </p:nvSpPr>
        <p:spPr>
          <a:xfrm xmlns:a="http://schemas.openxmlformats.org/drawingml/2006/main">
            <a:off x="14969014" y="809625"/>
            <a:ext cx="1304925"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0" b="1">
                <a:solidFill>
                  <a:srgbClr val="FFFFFF"/>
                </a:solidFill>
                <a:latin typeface="Arial"/>
                <a:ea typeface="Arial"/>
                <a:cs typeface="Arial"/>
              </a:defRPr>
            </a:pPr>
            <a:r>
              <a:rPr sz="5250" b="1">
                <a:solidFill>
                  <a:srgbClr val="FFFFFF"/>
                </a:solidFill>
                <a:latin typeface="Arial"/>
                <a:ea typeface="Arial"/>
                <a:cs typeface="Arial"/>
              </a:rPr>
              <a:t>الذكاء</a:t>
            </a:r>
          </a:p>
        </p:txBody>
      </p:sp>
      <p:sp>
        <p:nvSpPr>
          <p:cNvPr id="11" name="">
            <a:extLst xmlns:a="http://schemas.openxmlformats.org/drawingml/2006/main">
              <a:ext uri="{FF2B5EF4-FFF2-40B4-BE49-F238E27FC236}">
                <a16:creationId xmlns:a16="http://schemas.microsoft.com/office/drawing/2014/main" id="{3E025C8A-D4A4-4946-9155-3D59B3E63729}"/>
              </a:ext>
            </a:extLst>
          </p:cNvPr>
          <p:cNvSpPr>
            <a:spLocks xmlns:a="http://schemas.openxmlformats.org/drawingml/2006/main" noGrp="1"/>
          </p:cNvSpPr>
          <p:nvPr/>
        </p:nvSpPr>
        <p:spPr>
          <a:xfrm xmlns:a="http://schemas.openxmlformats.org/drawingml/2006/main">
            <a:off x="12307252" y="809625"/>
            <a:ext cx="2476500"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0" b="1">
                <a:solidFill>
                  <a:srgbClr val="FFFFFF"/>
                </a:solidFill>
                <a:latin typeface="Arial"/>
                <a:ea typeface="Arial"/>
                <a:cs typeface="Arial"/>
              </a:defRPr>
            </a:pPr>
            <a:r>
              <a:rPr sz="5250" b="1">
                <a:solidFill>
                  <a:srgbClr val="FFFFFF"/>
                </a:solidFill>
                <a:latin typeface="Arial"/>
                <a:ea typeface="Arial"/>
                <a:cs typeface="Arial"/>
              </a:rPr>
              <a:t>الاصطناعي</a:t>
            </a:r>
          </a:p>
        </p:txBody>
      </p:sp>
      <p:sp>
        <p:nvSpPr>
          <p:cNvPr id="12" name="">
            <a:extLst xmlns:a="http://schemas.openxmlformats.org/drawingml/2006/main">
              <a:ext uri="{FF2B5EF4-FFF2-40B4-BE49-F238E27FC236}">
                <a16:creationId xmlns:a16="http://schemas.microsoft.com/office/drawing/2014/main" id="{77958BD9-00F0-463A-BF5E-714D05863B90}"/>
              </a:ext>
            </a:extLst>
          </p:cNvPr>
          <p:cNvSpPr>
            <a:spLocks xmlns:a="http://schemas.openxmlformats.org/drawingml/2006/main" noGrp="1"/>
          </p:cNvSpPr>
          <p:nvPr/>
        </p:nvSpPr>
        <p:spPr>
          <a:xfrm xmlns:a="http://schemas.openxmlformats.org/drawingml/2006/main">
            <a:off x="10197941" y="809625"/>
            <a:ext cx="1924050"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0" b="1">
                <a:solidFill>
                  <a:srgbClr val="FFFFFF"/>
                </a:solidFill>
                <a:latin typeface="Arial"/>
                <a:ea typeface="Arial"/>
                <a:cs typeface="Arial"/>
              </a:defRPr>
            </a:pPr>
            <a:r>
              <a:rPr sz="5250" b="1">
                <a:solidFill>
                  <a:srgbClr val="FFFFFF"/>
                </a:solidFill>
                <a:latin typeface="Arial"/>
                <a:ea typeface="Arial"/>
                <a:cs typeface="Arial"/>
              </a:rPr>
              <a:t>وفحوص</a:t>
            </a:r>
          </a:p>
        </p:txBody>
      </p:sp>
      <p:sp>
        <p:nvSpPr>
          <p:cNvPr id="13" name="">
            <a:extLst xmlns:a="http://schemas.openxmlformats.org/drawingml/2006/main">
              <a:ext uri="{FF2B5EF4-FFF2-40B4-BE49-F238E27FC236}">
                <a16:creationId xmlns:a16="http://schemas.microsoft.com/office/drawing/2014/main" id="{0EBB107C-E5C9-48E4-B281-B4C95430C097}"/>
              </a:ext>
            </a:extLst>
          </p:cNvPr>
          <p:cNvSpPr>
            <a:spLocks xmlns:a="http://schemas.openxmlformats.org/drawingml/2006/main" noGrp="1"/>
          </p:cNvSpPr>
          <p:nvPr/>
        </p:nvSpPr>
        <p:spPr>
          <a:xfrm xmlns:a="http://schemas.openxmlformats.org/drawingml/2006/main">
            <a:off x="8164830" y="809625"/>
            <a:ext cx="1847850"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0" b="1">
                <a:solidFill>
                  <a:srgbClr val="FFFFFF"/>
                </a:solidFill>
                <a:latin typeface="Arial"/>
                <a:ea typeface="Arial"/>
                <a:cs typeface="Arial"/>
              </a:defRPr>
            </a:pPr>
            <a:r>
              <a:rPr sz="5250" b="1">
                <a:solidFill>
                  <a:srgbClr val="FFFFFF"/>
                </a:solidFill>
                <a:latin typeface="Arial"/>
                <a:ea typeface="Arial"/>
                <a:cs typeface="Arial"/>
              </a:rPr>
              <a:t>الاقتباس</a:t>
            </a:r>
          </a:p>
        </p:txBody>
      </p:sp>
      <p:sp>
        <p:nvSpPr>
          <p:cNvPr id="14" name="">
            <a:extLst xmlns:a="http://schemas.openxmlformats.org/drawingml/2006/main">
              <a:ext uri="{FF2B5EF4-FFF2-40B4-BE49-F238E27FC236}">
                <a16:creationId xmlns:a16="http://schemas.microsoft.com/office/drawing/2014/main" id="{40B943C9-82C2-4E82-B80F-073FC4E5FF72}"/>
              </a:ext>
            </a:extLst>
          </p:cNvPr>
          <p:cNvSpPr>
            <a:spLocks xmlns:a="http://schemas.openxmlformats.org/drawingml/2006/main" noGrp="1"/>
          </p:cNvSpPr>
          <p:nvPr/>
        </p:nvSpPr>
        <p:spPr>
          <a:xfrm xmlns:a="http://schemas.openxmlformats.org/drawingml/2006/main">
            <a:off x="16335375" y="2247900"/>
            <a:ext cx="95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625" b="1">
                <a:solidFill>
                  <a:srgbClr val="2EF2C2"/>
                </a:solidFill>
                <a:latin typeface="Arial"/>
                <a:ea typeface="Arial"/>
                <a:cs typeface="Arial"/>
              </a:defRPr>
            </a:pPr>
            <a:r>
              <a:rPr sz="5625" b="1">
                <a:solidFill>
                  <a:srgbClr val="2EF2C2"/>
                </a:solidFill>
                <a:latin typeface="Arial"/>
                <a:ea typeface="Arial"/>
                <a:cs typeface="Arial"/>
              </a:rPr>
              <a:t>1</a:t>
            </a:r>
          </a:p>
        </p:txBody>
      </p:sp>
      <p:sp>
        <p:nvSpPr>
          <p:cNvPr id="15" name="">
            <a:extLst xmlns:a="http://schemas.openxmlformats.org/drawingml/2006/main">
              <a:ext uri="{FF2B5EF4-FFF2-40B4-BE49-F238E27FC236}">
                <a16:creationId xmlns:a16="http://schemas.microsoft.com/office/drawing/2014/main" id="{F20BCA46-FF53-4884-B865-625DCC4FE2D0}"/>
              </a:ext>
            </a:extLst>
          </p:cNvPr>
          <p:cNvSpPr>
            <a:spLocks xmlns:a="http://schemas.openxmlformats.org/drawingml/2006/main" noGrp="1"/>
          </p:cNvSpPr>
          <p:nvPr/>
        </p:nvSpPr>
        <p:spPr>
          <a:xfrm xmlns:a="http://schemas.openxmlformats.org/drawingml/2006/main">
            <a:off x="14935200" y="2247900"/>
            <a:ext cx="590550" cy="738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750" b="1">
                <a:solidFill>
                  <a:srgbClr val="FFFFFF"/>
                </a:solidFill>
                <a:latin typeface="Arial"/>
                <a:ea typeface="Arial"/>
                <a:cs typeface="Arial"/>
              </a:defRPr>
            </a:pPr>
            <a:r>
              <a:rPr sz="3750" b="1">
                <a:solidFill>
                  <a:srgbClr val="FFFFFF"/>
                </a:solidFill>
                <a:latin typeface="Arial"/>
                <a:ea typeface="Arial"/>
                <a:cs typeface="Arial"/>
              </a:rPr>
              <a:t>فهم</a:t>
            </a:r>
          </a:p>
        </p:txBody>
      </p:sp>
      <p:sp>
        <p:nvSpPr>
          <p:cNvPr id="16" name="">
            <a:extLst xmlns:a="http://schemas.openxmlformats.org/drawingml/2006/main">
              <a:ext uri="{FF2B5EF4-FFF2-40B4-BE49-F238E27FC236}">
                <a16:creationId xmlns:a16="http://schemas.microsoft.com/office/drawing/2014/main" id="{4E5846B9-94A7-423A-95DF-D11F6C21A43B}"/>
              </a:ext>
            </a:extLst>
          </p:cNvPr>
          <p:cNvSpPr>
            <a:spLocks xmlns:a="http://schemas.openxmlformats.org/drawingml/2006/main" noGrp="1"/>
          </p:cNvSpPr>
          <p:nvPr/>
        </p:nvSpPr>
        <p:spPr>
          <a:xfrm xmlns:a="http://schemas.openxmlformats.org/drawingml/2006/main">
            <a:off x="13707523" y="2247900"/>
            <a:ext cx="1095375" cy="738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750" b="1">
                <a:solidFill>
                  <a:srgbClr val="FFFFFF"/>
                </a:solidFill>
                <a:latin typeface="Arial"/>
                <a:ea typeface="Arial"/>
                <a:cs typeface="Arial"/>
              </a:defRPr>
            </a:pPr>
            <a:r>
              <a:rPr sz="3750" b="1">
                <a:solidFill>
                  <a:srgbClr val="FFFFFF"/>
                </a:solidFill>
                <a:latin typeface="Arial"/>
                <a:ea typeface="Arial"/>
                <a:cs typeface="Arial"/>
              </a:rPr>
              <a:t>السؤال</a:t>
            </a:r>
          </a:p>
        </p:txBody>
      </p:sp>
      <p:sp>
        <p:nvSpPr>
          <p:cNvPr id="17" name="">
            <a:extLst xmlns:a="http://schemas.openxmlformats.org/drawingml/2006/main">
              <a:ext uri="{FF2B5EF4-FFF2-40B4-BE49-F238E27FC236}">
                <a16:creationId xmlns:a16="http://schemas.microsoft.com/office/drawing/2014/main" id="{0C63999F-02E3-462D-AB2F-5CE91B224541}"/>
              </a:ext>
            </a:extLst>
          </p:cNvPr>
          <p:cNvSpPr>
            <a:spLocks xmlns:a="http://schemas.openxmlformats.org/drawingml/2006/main" noGrp="1"/>
          </p:cNvSpPr>
          <p:nvPr/>
        </p:nvSpPr>
        <p:spPr>
          <a:xfrm xmlns:a="http://schemas.openxmlformats.org/drawingml/2006/main">
            <a:off x="12489370" y="2247900"/>
            <a:ext cx="1085850" cy="738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750" b="1">
                <a:solidFill>
                  <a:srgbClr val="FFFFFF"/>
                </a:solidFill>
                <a:latin typeface="Arial"/>
                <a:ea typeface="Arial"/>
                <a:cs typeface="Arial"/>
              </a:defRPr>
            </a:pPr>
            <a:r>
              <a:rPr sz="3750" b="1">
                <a:solidFill>
                  <a:srgbClr val="FFFFFF"/>
                </a:solidFill>
                <a:latin typeface="Arial"/>
                <a:ea typeface="Arial"/>
                <a:cs typeface="Arial"/>
              </a:rPr>
              <a:t>بالذكاء</a:t>
            </a:r>
          </a:p>
        </p:txBody>
      </p:sp>
      <p:sp>
        <p:nvSpPr>
          <p:cNvPr id="18" name="">
            <a:extLst xmlns:a="http://schemas.openxmlformats.org/drawingml/2006/main">
              <a:ext uri="{FF2B5EF4-FFF2-40B4-BE49-F238E27FC236}">
                <a16:creationId xmlns:a16="http://schemas.microsoft.com/office/drawing/2014/main" id="{36945A13-CD52-4117-AEB1-B8CB81A272B1}"/>
              </a:ext>
            </a:extLst>
          </p:cNvPr>
          <p:cNvSpPr>
            <a:spLocks xmlns:a="http://schemas.openxmlformats.org/drawingml/2006/main" noGrp="1"/>
          </p:cNvSpPr>
          <p:nvPr/>
        </p:nvSpPr>
        <p:spPr>
          <a:xfrm xmlns:a="http://schemas.openxmlformats.org/drawingml/2006/main">
            <a:off x="10566368" y="2247900"/>
            <a:ext cx="1790700" cy="738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750" b="1">
                <a:solidFill>
                  <a:srgbClr val="FFFFFF"/>
                </a:solidFill>
                <a:latin typeface="Arial"/>
                <a:ea typeface="Arial"/>
                <a:cs typeface="Arial"/>
              </a:defRPr>
            </a:pPr>
            <a:r>
              <a:rPr sz="3750" b="1">
                <a:solidFill>
                  <a:srgbClr val="FFFFFF"/>
                </a:solidFill>
                <a:latin typeface="Arial"/>
                <a:ea typeface="Arial"/>
                <a:cs typeface="Arial"/>
              </a:rPr>
              <a:t>الاصطناعي</a:t>
            </a:r>
          </a:p>
        </p:txBody>
      </p:sp>
      <p:sp>
        <p:nvSpPr>
          <p:cNvPr id="19" name="">
            <a:extLst xmlns:a="http://schemas.openxmlformats.org/drawingml/2006/main">
              <a:ext uri="{FF2B5EF4-FFF2-40B4-BE49-F238E27FC236}">
                <a16:creationId xmlns:a16="http://schemas.microsoft.com/office/drawing/2014/main" id="{6ED7DF22-FDF1-45AA-97CC-57D87FA723CD}"/>
              </a:ext>
            </a:extLst>
          </p:cNvPr>
          <p:cNvSpPr>
            <a:spLocks xmlns:a="http://schemas.openxmlformats.org/drawingml/2006/main" noGrp="1"/>
          </p:cNvSpPr>
          <p:nvPr/>
        </p:nvSpPr>
        <p:spPr>
          <a:xfrm xmlns:a="http://schemas.openxmlformats.org/drawingml/2006/main">
            <a:off x="14897100" y="2990850"/>
            <a:ext cx="628650"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BAC5DF"/>
                </a:solidFill>
                <a:latin typeface="Arial"/>
                <a:ea typeface="Arial"/>
                <a:cs typeface="Arial"/>
              </a:defRPr>
            </a:pPr>
            <a:r>
              <a:rPr sz="2625" b="0">
                <a:solidFill>
                  <a:srgbClr val="BAC5DF"/>
                </a:solidFill>
                <a:latin typeface="Arial"/>
                <a:ea typeface="Arial"/>
                <a:cs typeface="Arial"/>
              </a:rPr>
              <a:t>تحديد</a:t>
            </a:r>
          </a:p>
        </p:txBody>
      </p:sp>
      <p:sp>
        <p:nvSpPr>
          <p:cNvPr id="20" name="">
            <a:extLst xmlns:a="http://schemas.openxmlformats.org/drawingml/2006/main">
              <a:ext uri="{FF2B5EF4-FFF2-40B4-BE49-F238E27FC236}">
                <a16:creationId xmlns:a16="http://schemas.microsoft.com/office/drawing/2014/main" id="{D4D3683B-84A2-478B-A260-8D67A658782B}"/>
              </a:ext>
            </a:extLst>
          </p:cNvPr>
          <p:cNvSpPr>
            <a:spLocks xmlns:a="http://schemas.openxmlformats.org/drawingml/2006/main" noGrp="1"/>
          </p:cNvSpPr>
          <p:nvPr/>
        </p:nvSpPr>
        <p:spPr>
          <a:xfrm xmlns:a="http://schemas.openxmlformats.org/drawingml/2006/main">
            <a:off x="13842492" y="2990850"/>
            <a:ext cx="962025"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BAC5DF"/>
                </a:solidFill>
                <a:latin typeface="Arial"/>
                <a:ea typeface="Arial"/>
                <a:cs typeface="Arial"/>
              </a:defRPr>
            </a:pPr>
            <a:r>
              <a:rPr sz="2625" b="0">
                <a:solidFill>
                  <a:srgbClr val="BAC5DF"/>
                </a:solidFill>
                <a:latin typeface="Arial"/>
                <a:ea typeface="Arial"/>
                <a:cs typeface="Arial"/>
              </a:rPr>
              <a:t>المقصود</a:t>
            </a:r>
          </a:p>
        </p:txBody>
      </p:sp>
      <p:sp>
        <p:nvSpPr>
          <p:cNvPr id="21" name="">
            <a:extLst xmlns:a="http://schemas.openxmlformats.org/drawingml/2006/main">
              <a:ext uri="{FF2B5EF4-FFF2-40B4-BE49-F238E27FC236}">
                <a16:creationId xmlns:a16="http://schemas.microsoft.com/office/drawing/2014/main" id="{FE924D93-FBFD-4FDF-AB23-68976F433C89}"/>
              </a:ext>
            </a:extLst>
          </p:cNvPr>
          <p:cNvSpPr>
            <a:spLocks xmlns:a="http://schemas.openxmlformats.org/drawingml/2006/main" noGrp="1"/>
          </p:cNvSpPr>
          <p:nvPr/>
        </p:nvSpPr>
        <p:spPr>
          <a:xfrm xmlns:a="http://schemas.openxmlformats.org/drawingml/2006/main">
            <a:off x="13045059" y="2990850"/>
            <a:ext cx="704850"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BAC5DF"/>
                </a:solidFill>
                <a:latin typeface="Arial"/>
                <a:ea typeface="Arial"/>
                <a:cs typeface="Arial"/>
              </a:defRPr>
            </a:pPr>
            <a:r>
              <a:rPr sz="2625" b="0">
                <a:solidFill>
                  <a:srgbClr val="BAC5DF"/>
                </a:solidFill>
                <a:latin typeface="Arial"/>
                <a:ea typeface="Arial"/>
                <a:cs typeface="Arial"/>
              </a:rPr>
              <a:t>وطلب</a:t>
            </a:r>
          </a:p>
        </p:txBody>
      </p:sp>
      <p:sp>
        <p:nvSpPr>
          <p:cNvPr id="22" name="">
            <a:extLst xmlns:a="http://schemas.openxmlformats.org/drawingml/2006/main">
              <a:ext uri="{FF2B5EF4-FFF2-40B4-BE49-F238E27FC236}">
                <a16:creationId xmlns:a16="http://schemas.microsoft.com/office/drawing/2014/main" id="{FBCA7FCA-E4CC-42F3-868B-328CB2CB4BB4}"/>
              </a:ext>
            </a:extLst>
          </p:cNvPr>
          <p:cNvSpPr>
            <a:spLocks xmlns:a="http://schemas.openxmlformats.org/drawingml/2006/main" noGrp="1"/>
          </p:cNvSpPr>
          <p:nvPr/>
        </p:nvSpPr>
        <p:spPr>
          <a:xfrm xmlns:a="http://schemas.openxmlformats.org/drawingml/2006/main">
            <a:off x="11990451" y="2990850"/>
            <a:ext cx="962025"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BAC5DF"/>
                </a:solidFill>
                <a:latin typeface="Arial"/>
                <a:ea typeface="Arial"/>
                <a:cs typeface="Arial"/>
              </a:defRPr>
            </a:pPr>
            <a:r>
              <a:rPr sz="2625" b="0">
                <a:solidFill>
                  <a:srgbClr val="BAC5DF"/>
                </a:solidFill>
                <a:latin typeface="Arial"/>
                <a:ea typeface="Arial"/>
                <a:cs typeface="Arial"/>
              </a:rPr>
              <a:t>التوضيح</a:t>
            </a:r>
          </a:p>
        </p:txBody>
      </p:sp>
      <p:sp>
        <p:nvSpPr>
          <p:cNvPr id="23" name="">
            <a:extLst xmlns:a="http://schemas.openxmlformats.org/drawingml/2006/main">
              <a:ext uri="{FF2B5EF4-FFF2-40B4-BE49-F238E27FC236}">
                <a16:creationId xmlns:a16="http://schemas.microsoft.com/office/drawing/2014/main" id="{BAE365FE-65B7-4EF8-A161-9E24D300805C}"/>
              </a:ext>
            </a:extLst>
          </p:cNvPr>
          <p:cNvSpPr>
            <a:spLocks xmlns:a="http://schemas.openxmlformats.org/drawingml/2006/main" noGrp="1"/>
          </p:cNvSpPr>
          <p:nvPr/>
        </p:nvSpPr>
        <p:spPr>
          <a:xfrm xmlns:a="http://schemas.openxmlformats.org/drawingml/2006/main">
            <a:off x="11469243" y="2990850"/>
            <a:ext cx="428625"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BAC5DF"/>
                </a:solidFill>
                <a:latin typeface="Arial"/>
                <a:ea typeface="Arial"/>
                <a:cs typeface="Arial"/>
              </a:defRPr>
            </a:pPr>
            <a:r>
              <a:rPr sz="2625" b="0">
                <a:solidFill>
                  <a:srgbClr val="BAC5DF"/>
                </a:solidFill>
                <a:latin typeface="Arial"/>
                <a:ea typeface="Arial"/>
                <a:cs typeface="Arial"/>
              </a:rPr>
              <a:t>عند</a:t>
            </a:r>
          </a:p>
        </p:txBody>
      </p:sp>
      <p:sp>
        <p:nvSpPr>
          <p:cNvPr id="24" name="">
            <a:extLst xmlns:a="http://schemas.openxmlformats.org/drawingml/2006/main">
              <a:ext uri="{FF2B5EF4-FFF2-40B4-BE49-F238E27FC236}">
                <a16:creationId xmlns:a16="http://schemas.microsoft.com/office/drawing/2014/main" id="{B9B7DADE-B5D0-450F-A0CF-CBF0E6F7F427}"/>
              </a:ext>
            </a:extLst>
          </p:cNvPr>
          <p:cNvSpPr>
            <a:spLocks xmlns:a="http://schemas.openxmlformats.org/drawingml/2006/main" noGrp="1"/>
          </p:cNvSpPr>
          <p:nvPr/>
        </p:nvSpPr>
        <p:spPr>
          <a:xfrm xmlns:a="http://schemas.openxmlformats.org/drawingml/2006/main">
            <a:off x="10776585" y="2990850"/>
            <a:ext cx="600075"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BAC5DF"/>
                </a:solidFill>
                <a:latin typeface="Arial"/>
                <a:ea typeface="Arial"/>
                <a:cs typeface="Arial"/>
              </a:defRPr>
            </a:pPr>
            <a:r>
              <a:rPr sz="2625" b="0">
                <a:solidFill>
                  <a:srgbClr val="BAC5DF"/>
                </a:solidFill>
                <a:latin typeface="Arial"/>
                <a:ea typeface="Arial"/>
                <a:cs typeface="Arial"/>
              </a:rPr>
              <a:t>نقص</a:t>
            </a:r>
          </a:p>
        </p:txBody>
      </p:sp>
      <p:sp>
        <p:nvSpPr>
          <p:cNvPr id="25" name="">
            <a:extLst xmlns:a="http://schemas.openxmlformats.org/drawingml/2006/main">
              <a:ext uri="{FF2B5EF4-FFF2-40B4-BE49-F238E27FC236}">
                <a16:creationId xmlns:a16="http://schemas.microsoft.com/office/drawing/2014/main" id="{D1C079B2-7B9D-491D-8AC1-9B61ACD37FC8}"/>
              </a:ext>
            </a:extLst>
          </p:cNvPr>
          <p:cNvSpPr>
            <a:spLocks xmlns:a="http://schemas.openxmlformats.org/drawingml/2006/main" noGrp="1"/>
          </p:cNvSpPr>
          <p:nvPr/>
        </p:nvSpPr>
        <p:spPr>
          <a:xfrm xmlns:a="http://schemas.openxmlformats.org/drawingml/2006/main">
            <a:off x="9893427" y="2990850"/>
            <a:ext cx="790575"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BAC5DF"/>
                </a:solidFill>
                <a:latin typeface="Arial"/>
                <a:ea typeface="Arial"/>
                <a:cs typeface="Arial"/>
              </a:defRPr>
            </a:pPr>
            <a:r>
              <a:rPr sz="2625" b="0">
                <a:solidFill>
                  <a:srgbClr val="BAC5DF"/>
                </a:solidFill>
                <a:latin typeface="Arial"/>
                <a:ea typeface="Arial"/>
                <a:cs typeface="Arial"/>
              </a:rPr>
              <a:t>معلومة</a:t>
            </a:r>
          </a:p>
        </p:txBody>
      </p:sp>
      <p:sp>
        <p:nvSpPr>
          <p:cNvPr id="26" name="">
            <a:extLst xmlns:a="http://schemas.openxmlformats.org/drawingml/2006/main">
              <a:ext uri="{FF2B5EF4-FFF2-40B4-BE49-F238E27FC236}">
                <a16:creationId xmlns:a16="http://schemas.microsoft.com/office/drawing/2014/main" id="{07A03690-6922-4E96-B3B1-68E372510206}"/>
              </a:ext>
            </a:extLst>
          </p:cNvPr>
          <p:cNvSpPr>
            <a:spLocks xmlns:a="http://schemas.openxmlformats.org/drawingml/2006/main" noGrp="1"/>
          </p:cNvSpPr>
          <p:nvPr/>
        </p:nvSpPr>
        <p:spPr>
          <a:xfrm xmlns:a="http://schemas.openxmlformats.org/drawingml/2006/main">
            <a:off x="9134094" y="2990850"/>
            <a:ext cx="666750"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BAC5DF"/>
                </a:solidFill>
                <a:latin typeface="Arial"/>
                <a:ea typeface="Arial"/>
                <a:cs typeface="Arial"/>
              </a:defRPr>
            </a:pPr>
            <a:r>
              <a:rPr sz="2625" b="0">
                <a:solidFill>
                  <a:srgbClr val="BAC5DF"/>
                </a:solidFill>
                <a:latin typeface="Arial"/>
                <a:ea typeface="Arial"/>
                <a:cs typeface="Arial"/>
              </a:rPr>
              <a:t>لازمة</a:t>
            </a:r>
          </a:p>
        </p:txBody>
      </p:sp>
      <p:sp>
        <p:nvSpPr>
          <p:cNvPr id="27" name="">
            <a:extLst xmlns:a="http://schemas.openxmlformats.org/drawingml/2006/main">
              <a:ext uri="{FF2B5EF4-FFF2-40B4-BE49-F238E27FC236}">
                <a16:creationId xmlns:a16="http://schemas.microsoft.com/office/drawing/2014/main" id="{0D31F238-833C-4A26-9FF5-6610964C5CCB}"/>
              </a:ext>
            </a:extLst>
          </p:cNvPr>
          <p:cNvSpPr>
            <a:spLocks xmlns:a="http://schemas.openxmlformats.org/drawingml/2006/main" noGrp="1"/>
          </p:cNvSpPr>
          <p:nvPr/>
        </p:nvSpPr>
        <p:spPr>
          <a:xfrm xmlns:a="http://schemas.openxmlformats.org/drawingml/2006/main">
            <a:off x="16335375" y="3733800"/>
            <a:ext cx="95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625" b="1">
                <a:solidFill>
                  <a:srgbClr val="2EF2C2"/>
                </a:solidFill>
                <a:latin typeface="Arial"/>
                <a:ea typeface="Arial"/>
                <a:cs typeface="Arial"/>
              </a:defRPr>
            </a:pPr>
            <a:r>
              <a:rPr sz="5625" b="1">
                <a:solidFill>
                  <a:srgbClr val="2EF2C2"/>
                </a:solidFill>
                <a:latin typeface="Arial"/>
                <a:ea typeface="Arial"/>
                <a:cs typeface="Arial"/>
              </a:rPr>
              <a:t>2</a:t>
            </a:r>
          </a:p>
        </p:txBody>
      </p:sp>
      <p:sp>
        <p:nvSpPr>
          <p:cNvPr id="28" name="">
            <a:extLst xmlns:a="http://schemas.openxmlformats.org/drawingml/2006/main">
              <a:ext uri="{FF2B5EF4-FFF2-40B4-BE49-F238E27FC236}">
                <a16:creationId xmlns:a16="http://schemas.microsoft.com/office/drawing/2014/main" id="{A7E445D1-24C8-47EF-9470-50EBBD6EEEB5}"/>
              </a:ext>
            </a:extLst>
          </p:cNvPr>
          <p:cNvSpPr>
            <a:spLocks xmlns:a="http://schemas.openxmlformats.org/drawingml/2006/main" noGrp="1"/>
          </p:cNvSpPr>
          <p:nvPr/>
        </p:nvSpPr>
        <p:spPr>
          <a:xfrm xmlns:a="http://schemas.openxmlformats.org/drawingml/2006/main">
            <a:off x="14116050" y="3733800"/>
            <a:ext cx="1409700" cy="738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750" b="1">
                <a:solidFill>
                  <a:srgbClr val="FFFFFF"/>
                </a:solidFill>
                <a:latin typeface="Arial"/>
                <a:ea typeface="Arial"/>
                <a:cs typeface="Arial"/>
              </a:defRPr>
            </a:pPr>
            <a:r>
              <a:rPr sz="3750" b="1">
                <a:solidFill>
                  <a:srgbClr val="FFFFFF"/>
                </a:solidFill>
                <a:latin typeface="Arial"/>
                <a:ea typeface="Arial"/>
                <a:cs typeface="Arial"/>
              </a:rPr>
              <a:t>استرجاع</a:t>
            </a:r>
          </a:p>
        </p:txBody>
      </p:sp>
      <p:sp>
        <p:nvSpPr>
          <p:cNvPr id="29" name="">
            <a:extLst xmlns:a="http://schemas.openxmlformats.org/drawingml/2006/main">
              <a:ext uri="{FF2B5EF4-FFF2-40B4-BE49-F238E27FC236}">
                <a16:creationId xmlns:a16="http://schemas.microsoft.com/office/drawing/2014/main" id="{5B87B605-3EAA-4A22-A8F0-F608315811B4}"/>
              </a:ext>
            </a:extLst>
          </p:cNvPr>
          <p:cNvSpPr>
            <a:spLocks xmlns:a="http://schemas.openxmlformats.org/drawingml/2006/main" noGrp="1"/>
          </p:cNvSpPr>
          <p:nvPr/>
        </p:nvSpPr>
        <p:spPr>
          <a:xfrm xmlns:a="http://schemas.openxmlformats.org/drawingml/2006/main">
            <a:off x="13116973" y="3733800"/>
            <a:ext cx="866775" cy="738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750" b="1">
                <a:solidFill>
                  <a:srgbClr val="FFFFFF"/>
                </a:solidFill>
                <a:latin typeface="Arial"/>
                <a:ea typeface="Arial"/>
                <a:cs typeface="Arial"/>
              </a:defRPr>
            </a:pPr>
            <a:r>
              <a:rPr sz="3750" b="1">
                <a:solidFill>
                  <a:srgbClr val="FFFFFF"/>
                </a:solidFill>
                <a:latin typeface="Arial"/>
                <a:ea typeface="Arial"/>
                <a:cs typeface="Arial"/>
              </a:rPr>
              <a:t>الأدلة</a:t>
            </a:r>
          </a:p>
        </p:txBody>
      </p:sp>
      <p:sp>
        <p:nvSpPr>
          <p:cNvPr id="30" name="">
            <a:extLst xmlns:a="http://schemas.openxmlformats.org/drawingml/2006/main">
              <a:ext uri="{FF2B5EF4-FFF2-40B4-BE49-F238E27FC236}">
                <a16:creationId xmlns:a16="http://schemas.microsoft.com/office/drawing/2014/main" id="{9B4D710C-AD74-4492-BEC2-950110831413}"/>
              </a:ext>
            </a:extLst>
          </p:cNvPr>
          <p:cNvSpPr>
            <a:spLocks xmlns:a="http://schemas.openxmlformats.org/drawingml/2006/main" noGrp="1"/>
          </p:cNvSpPr>
          <p:nvPr/>
        </p:nvSpPr>
        <p:spPr>
          <a:xfrm xmlns:a="http://schemas.openxmlformats.org/drawingml/2006/main">
            <a:off x="11660695" y="3733800"/>
            <a:ext cx="1323975" cy="738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750" b="1">
                <a:solidFill>
                  <a:srgbClr val="FFFFFF"/>
                </a:solidFill>
                <a:latin typeface="Arial"/>
                <a:ea typeface="Arial"/>
                <a:cs typeface="Arial"/>
              </a:defRPr>
            </a:pPr>
            <a:r>
              <a:rPr sz="3750" b="1">
                <a:solidFill>
                  <a:srgbClr val="FFFFFF"/>
                </a:solidFill>
                <a:latin typeface="Arial"/>
                <a:ea typeface="Arial"/>
                <a:cs typeface="Arial"/>
              </a:rPr>
              <a:t>وترتيبها</a:t>
            </a:r>
          </a:p>
        </p:txBody>
      </p:sp>
      <p:sp>
        <p:nvSpPr>
          <p:cNvPr id="31" name="">
            <a:extLst xmlns:a="http://schemas.openxmlformats.org/drawingml/2006/main">
              <a:ext uri="{FF2B5EF4-FFF2-40B4-BE49-F238E27FC236}">
                <a16:creationId xmlns:a16="http://schemas.microsoft.com/office/drawing/2014/main" id="{8F82A990-3A48-444F-B3A3-E787F33018E7}"/>
              </a:ext>
            </a:extLst>
          </p:cNvPr>
          <p:cNvSpPr>
            <a:spLocks xmlns:a="http://schemas.openxmlformats.org/drawingml/2006/main" noGrp="1"/>
          </p:cNvSpPr>
          <p:nvPr/>
        </p:nvSpPr>
        <p:spPr>
          <a:xfrm xmlns:a="http://schemas.openxmlformats.org/drawingml/2006/main">
            <a:off x="14592300" y="4476750"/>
            <a:ext cx="933450"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BAC5DF"/>
                </a:solidFill>
                <a:latin typeface="Arial"/>
                <a:ea typeface="Arial"/>
                <a:cs typeface="Arial"/>
              </a:defRPr>
            </a:pPr>
            <a:r>
              <a:rPr sz="2625" b="0">
                <a:solidFill>
                  <a:srgbClr val="BAC5DF"/>
                </a:solidFill>
                <a:latin typeface="Arial"/>
                <a:ea typeface="Arial"/>
                <a:cs typeface="Arial"/>
              </a:rPr>
              <a:t>نصوص</a:t>
            </a:r>
          </a:p>
        </p:txBody>
      </p:sp>
      <p:sp>
        <p:nvSpPr>
          <p:cNvPr id="32" name="">
            <a:extLst xmlns:a="http://schemas.openxmlformats.org/drawingml/2006/main">
              <a:ext uri="{FF2B5EF4-FFF2-40B4-BE49-F238E27FC236}">
                <a16:creationId xmlns:a16="http://schemas.microsoft.com/office/drawing/2014/main" id="{2558E2D3-B920-4295-9E75-08B4D9DD7589}"/>
              </a:ext>
            </a:extLst>
          </p:cNvPr>
          <p:cNvSpPr>
            <a:spLocks xmlns:a="http://schemas.openxmlformats.org/drawingml/2006/main" noGrp="1"/>
          </p:cNvSpPr>
          <p:nvPr/>
        </p:nvSpPr>
        <p:spPr>
          <a:xfrm xmlns:a="http://schemas.openxmlformats.org/drawingml/2006/main">
            <a:off x="14128242" y="4476750"/>
            <a:ext cx="371475"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BAC5DF"/>
                </a:solidFill>
                <a:latin typeface="Arial"/>
                <a:ea typeface="Arial"/>
                <a:cs typeface="Arial"/>
              </a:defRPr>
            </a:pPr>
            <a:r>
              <a:rPr sz="2625" b="0">
                <a:solidFill>
                  <a:srgbClr val="BAC5DF"/>
                </a:solidFill>
                <a:latin typeface="Arial"/>
                <a:ea typeface="Arial"/>
                <a:cs typeface="Arial"/>
              </a:rPr>
              <a:t>من</a:t>
            </a:r>
          </a:p>
        </p:txBody>
      </p:sp>
      <p:sp>
        <p:nvSpPr>
          <p:cNvPr id="33" name="">
            <a:extLst xmlns:a="http://schemas.openxmlformats.org/drawingml/2006/main">
              <a:ext uri="{FF2B5EF4-FFF2-40B4-BE49-F238E27FC236}">
                <a16:creationId xmlns:a16="http://schemas.microsoft.com/office/drawing/2014/main" id="{FD887D0F-DFFE-4B70-A2ED-47B1FBDC2BBD}"/>
              </a:ext>
            </a:extLst>
          </p:cNvPr>
          <p:cNvSpPr>
            <a:spLocks xmlns:a="http://schemas.openxmlformats.org/drawingml/2006/main" noGrp="1"/>
          </p:cNvSpPr>
          <p:nvPr/>
        </p:nvSpPr>
        <p:spPr>
          <a:xfrm xmlns:a="http://schemas.openxmlformats.org/drawingml/2006/main">
            <a:off x="13206984" y="4476750"/>
            <a:ext cx="828675"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BAC5DF"/>
                </a:solidFill>
                <a:latin typeface="Arial"/>
                <a:ea typeface="Arial"/>
                <a:cs typeface="Arial"/>
              </a:defRPr>
            </a:pPr>
            <a:r>
              <a:rPr sz="2625" b="0">
                <a:solidFill>
                  <a:srgbClr val="BAC5DF"/>
                </a:solidFill>
                <a:latin typeface="Arial"/>
                <a:ea typeface="Arial"/>
                <a:cs typeface="Arial"/>
              </a:rPr>
              <a:t>مصادر</a:t>
            </a:r>
          </a:p>
        </p:txBody>
      </p:sp>
      <p:sp>
        <p:nvSpPr>
          <p:cNvPr id="34" name="">
            <a:extLst xmlns:a="http://schemas.openxmlformats.org/drawingml/2006/main">
              <a:ext uri="{FF2B5EF4-FFF2-40B4-BE49-F238E27FC236}">
                <a16:creationId xmlns:a16="http://schemas.microsoft.com/office/drawing/2014/main" id="{7C6690B6-EEB0-4295-8E6C-D31F0442EDE9}"/>
              </a:ext>
            </a:extLst>
          </p:cNvPr>
          <p:cNvSpPr>
            <a:spLocks xmlns:a="http://schemas.openxmlformats.org/drawingml/2006/main" noGrp="1"/>
          </p:cNvSpPr>
          <p:nvPr/>
        </p:nvSpPr>
        <p:spPr>
          <a:xfrm xmlns:a="http://schemas.openxmlformats.org/drawingml/2006/main">
            <a:off x="12428601" y="4476750"/>
            <a:ext cx="685800"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BAC5DF"/>
                </a:solidFill>
                <a:latin typeface="Arial"/>
                <a:ea typeface="Arial"/>
                <a:cs typeface="Arial"/>
              </a:defRPr>
            </a:pPr>
            <a:r>
              <a:rPr sz="2625" b="0">
                <a:solidFill>
                  <a:srgbClr val="BAC5DF"/>
                </a:solidFill>
                <a:latin typeface="Arial"/>
                <a:ea typeface="Arial"/>
                <a:cs typeface="Arial"/>
              </a:rPr>
              <a:t>محددة</a:t>
            </a:r>
          </a:p>
        </p:txBody>
      </p:sp>
      <p:sp>
        <p:nvSpPr>
          <p:cNvPr id="35" name="">
            <a:extLst xmlns:a="http://schemas.openxmlformats.org/drawingml/2006/main">
              <a:ext uri="{FF2B5EF4-FFF2-40B4-BE49-F238E27FC236}">
                <a16:creationId xmlns:a16="http://schemas.microsoft.com/office/drawing/2014/main" id="{56AEF21E-2DB7-4890-AFA7-40D6E3E1B0B1}"/>
              </a:ext>
            </a:extLst>
          </p:cNvPr>
          <p:cNvSpPr>
            <a:spLocks xmlns:a="http://schemas.openxmlformats.org/drawingml/2006/main" noGrp="1"/>
          </p:cNvSpPr>
          <p:nvPr/>
        </p:nvSpPr>
        <p:spPr>
          <a:xfrm xmlns:a="http://schemas.openxmlformats.org/drawingml/2006/main">
            <a:off x="11993118" y="4476750"/>
            <a:ext cx="342900"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BAC5DF"/>
                </a:solidFill>
                <a:latin typeface="Arial"/>
                <a:ea typeface="Arial"/>
                <a:cs typeface="Arial"/>
              </a:defRPr>
            </a:pPr>
            <a:r>
              <a:rPr sz="2625" b="0">
                <a:solidFill>
                  <a:srgbClr val="BAC5DF"/>
                </a:solidFill>
                <a:latin typeface="Arial"/>
                <a:ea typeface="Arial"/>
                <a:cs typeface="Arial"/>
              </a:rPr>
              <a:t>مع</a:t>
            </a:r>
          </a:p>
        </p:txBody>
      </p:sp>
      <p:sp>
        <p:nvSpPr>
          <p:cNvPr id="36" name="">
            <a:extLst xmlns:a="http://schemas.openxmlformats.org/drawingml/2006/main">
              <a:ext uri="{FF2B5EF4-FFF2-40B4-BE49-F238E27FC236}">
                <a16:creationId xmlns:a16="http://schemas.microsoft.com/office/drawing/2014/main" id="{06938BED-0079-4B19-9116-5BEED557B316}"/>
              </a:ext>
            </a:extLst>
          </p:cNvPr>
          <p:cNvSpPr>
            <a:spLocks xmlns:a="http://schemas.openxmlformats.org/drawingml/2006/main" noGrp="1"/>
          </p:cNvSpPr>
          <p:nvPr/>
        </p:nvSpPr>
        <p:spPr>
          <a:xfrm xmlns:a="http://schemas.openxmlformats.org/drawingml/2006/main">
            <a:off x="11376660" y="4476750"/>
            <a:ext cx="523875"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BAC5DF"/>
                </a:solidFill>
                <a:latin typeface="Arial"/>
                <a:ea typeface="Arial"/>
                <a:cs typeface="Arial"/>
              </a:defRPr>
            </a:pPr>
            <a:r>
              <a:rPr sz="2625" b="0">
                <a:solidFill>
                  <a:srgbClr val="BAC5DF"/>
                </a:solidFill>
                <a:latin typeface="Arial"/>
                <a:ea typeface="Arial"/>
                <a:cs typeface="Arial"/>
              </a:rPr>
              <a:t>حفظ</a:t>
            </a:r>
          </a:p>
        </p:txBody>
      </p:sp>
      <p:sp>
        <p:nvSpPr>
          <p:cNvPr id="37" name="">
            <a:extLst xmlns:a="http://schemas.openxmlformats.org/drawingml/2006/main">
              <a:ext uri="{FF2B5EF4-FFF2-40B4-BE49-F238E27FC236}">
                <a16:creationId xmlns:a16="http://schemas.microsoft.com/office/drawing/2014/main" id="{243E3C84-C326-4240-AD69-A0695BB1BB9B}"/>
              </a:ext>
            </a:extLst>
          </p:cNvPr>
          <p:cNvSpPr>
            <a:spLocks xmlns:a="http://schemas.openxmlformats.org/drawingml/2006/main" noGrp="1"/>
          </p:cNvSpPr>
          <p:nvPr/>
        </p:nvSpPr>
        <p:spPr>
          <a:xfrm xmlns:a="http://schemas.openxmlformats.org/drawingml/2006/main">
            <a:off x="10522077" y="4476750"/>
            <a:ext cx="762000"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BAC5DF"/>
                </a:solidFill>
                <a:latin typeface="Arial"/>
                <a:ea typeface="Arial"/>
                <a:cs typeface="Arial"/>
              </a:defRPr>
            </a:pPr>
            <a:r>
              <a:rPr sz="2625" b="0">
                <a:solidFill>
                  <a:srgbClr val="BAC5DF"/>
                </a:solidFill>
                <a:latin typeface="Arial"/>
                <a:ea typeface="Arial"/>
                <a:cs typeface="Arial"/>
              </a:rPr>
              <a:t>السؤال</a:t>
            </a:r>
          </a:p>
        </p:txBody>
      </p:sp>
      <p:sp>
        <p:nvSpPr>
          <p:cNvPr id="38" name="">
            <a:extLst xmlns:a="http://schemas.openxmlformats.org/drawingml/2006/main">
              <a:ext uri="{FF2B5EF4-FFF2-40B4-BE49-F238E27FC236}">
                <a16:creationId xmlns:a16="http://schemas.microsoft.com/office/drawing/2014/main" id="{3FBEE4AB-F4D9-467A-924C-A74B258992C4}"/>
              </a:ext>
            </a:extLst>
          </p:cNvPr>
          <p:cNvSpPr>
            <a:spLocks xmlns:a="http://schemas.openxmlformats.org/drawingml/2006/main" noGrp="1"/>
          </p:cNvSpPr>
          <p:nvPr/>
        </p:nvSpPr>
        <p:spPr>
          <a:xfrm xmlns:a="http://schemas.openxmlformats.org/drawingml/2006/main">
            <a:off x="9572244" y="4476750"/>
            <a:ext cx="857250"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BAC5DF"/>
                </a:solidFill>
                <a:latin typeface="Arial"/>
                <a:ea typeface="Arial"/>
                <a:cs typeface="Arial"/>
              </a:defRPr>
            </a:pPr>
            <a:r>
              <a:rPr sz="2625" b="0">
                <a:solidFill>
                  <a:srgbClr val="BAC5DF"/>
                </a:solidFill>
                <a:latin typeface="Arial"/>
                <a:ea typeface="Arial"/>
                <a:cs typeface="Arial"/>
              </a:rPr>
              <a:t>الأصلي</a:t>
            </a:r>
          </a:p>
        </p:txBody>
      </p:sp>
      <p:sp>
        <p:nvSpPr>
          <p:cNvPr id="39" name="">
            <a:extLst xmlns:a="http://schemas.openxmlformats.org/drawingml/2006/main">
              <a:ext uri="{FF2B5EF4-FFF2-40B4-BE49-F238E27FC236}">
                <a16:creationId xmlns:a16="http://schemas.microsoft.com/office/drawing/2014/main" id="{1C8FFBD5-69FE-4D49-825A-44EE2CA200D6}"/>
              </a:ext>
            </a:extLst>
          </p:cNvPr>
          <p:cNvSpPr>
            <a:spLocks xmlns:a="http://schemas.openxmlformats.org/drawingml/2006/main" noGrp="1"/>
          </p:cNvSpPr>
          <p:nvPr/>
        </p:nvSpPr>
        <p:spPr>
          <a:xfrm xmlns:a="http://schemas.openxmlformats.org/drawingml/2006/main">
            <a:off x="8355711" y="4476750"/>
            <a:ext cx="1123950"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BAC5DF"/>
                </a:solidFill>
                <a:latin typeface="Arial"/>
                <a:ea typeface="Arial"/>
                <a:cs typeface="Arial"/>
              </a:defRPr>
            </a:pPr>
            <a:r>
              <a:rPr sz="2625" b="0">
                <a:solidFill>
                  <a:srgbClr val="BAC5DF"/>
                </a:solidFill>
                <a:latin typeface="Arial"/>
                <a:ea typeface="Arial"/>
                <a:cs typeface="Arial"/>
              </a:rPr>
              <a:t>والإحالات</a:t>
            </a:r>
          </a:p>
        </p:txBody>
      </p:sp>
      <p:sp>
        <p:nvSpPr>
          <p:cNvPr id="40" name="">
            <a:extLst xmlns:a="http://schemas.openxmlformats.org/drawingml/2006/main">
              <a:ext uri="{FF2B5EF4-FFF2-40B4-BE49-F238E27FC236}">
                <a16:creationId xmlns:a16="http://schemas.microsoft.com/office/drawing/2014/main" id="{121E934A-DA1B-4E04-A1EB-67EF88AEAAEF}"/>
              </a:ext>
            </a:extLst>
          </p:cNvPr>
          <p:cNvSpPr>
            <a:spLocks xmlns:a="http://schemas.openxmlformats.org/drawingml/2006/main" noGrp="1"/>
          </p:cNvSpPr>
          <p:nvPr/>
        </p:nvSpPr>
        <p:spPr>
          <a:xfrm xmlns:a="http://schemas.openxmlformats.org/drawingml/2006/main">
            <a:off x="16335375" y="5219700"/>
            <a:ext cx="95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625" b="1">
                <a:solidFill>
                  <a:srgbClr val="2EF2C2"/>
                </a:solidFill>
                <a:latin typeface="Arial"/>
                <a:ea typeface="Arial"/>
                <a:cs typeface="Arial"/>
              </a:defRPr>
            </a:pPr>
            <a:r>
              <a:rPr sz="5625" b="1">
                <a:solidFill>
                  <a:srgbClr val="2EF2C2"/>
                </a:solidFill>
                <a:latin typeface="Arial"/>
                <a:ea typeface="Arial"/>
                <a:cs typeface="Arial"/>
              </a:rPr>
              <a:t>3</a:t>
            </a:r>
          </a:p>
        </p:txBody>
      </p:sp>
      <p:sp>
        <p:nvSpPr>
          <p:cNvPr id="41" name="">
            <a:extLst xmlns:a="http://schemas.openxmlformats.org/drawingml/2006/main">
              <a:ext uri="{FF2B5EF4-FFF2-40B4-BE49-F238E27FC236}">
                <a16:creationId xmlns:a16="http://schemas.microsoft.com/office/drawing/2014/main" id="{3793165F-3B0F-4938-A7BF-330E3F0F8AD2}"/>
              </a:ext>
            </a:extLst>
          </p:cNvPr>
          <p:cNvSpPr>
            <a:spLocks xmlns:a="http://schemas.openxmlformats.org/drawingml/2006/main" noGrp="1"/>
          </p:cNvSpPr>
          <p:nvPr/>
        </p:nvSpPr>
        <p:spPr>
          <a:xfrm xmlns:a="http://schemas.openxmlformats.org/drawingml/2006/main">
            <a:off x="14554200" y="5219700"/>
            <a:ext cx="971550" cy="738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750" b="1">
                <a:solidFill>
                  <a:srgbClr val="FFFFFF"/>
                </a:solidFill>
                <a:latin typeface="Arial"/>
                <a:ea typeface="Arial"/>
                <a:cs typeface="Arial"/>
              </a:defRPr>
            </a:pPr>
            <a:r>
              <a:rPr sz="3750" b="1">
                <a:solidFill>
                  <a:srgbClr val="FFFFFF"/>
                </a:solidFill>
                <a:latin typeface="Arial"/>
                <a:ea typeface="Arial"/>
                <a:cs typeface="Arial"/>
              </a:rPr>
              <a:t>تفسير</a:t>
            </a:r>
          </a:p>
        </p:txBody>
      </p:sp>
      <p:sp>
        <p:nvSpPr>
          <p:cNvPr id="42" name="">
            <a:extLst xmlns:a="http://schemas.openxmlformats.org/drawingml/2006/main">
              <a:ext uri="{FF2B5EF4-FFF2-40B4-BE49-F238E27FC236}">
                <a16:creationId xmlns:a16="http://schemas.microsoft.com/office/drawing/2014/main" id="{3445C880-E669-4675-99CC-7C75FAAA4424}"/>
              </a:ext>
            </a:extLst>
          </p:cNvPr>
          <p:cNvSpPr>
            <a:spLocks xmlns:a="http://schemas.openxmlformats.org/drawingml/2006/main" noGrp="1"/>
          </p:cNvSpPr>
          <p:nvPr/>
        </p:nvSpPr>
        <p:spPr>
          <a:xfrm xmlns:a="http://schemas.openxmlformats.org/drawingml/2006/main">
            <a:off x="13526548" y="5219700"/>
            <a:ext cx="895350" cy="738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750" b="1">
                <a:solidFill>
                  <a:srgbClr val="FFFFFF"/>
                </a:solidFill>
                <a:latin typeface="Arial"/>
                <a:ea typeface="Arial"/>
                <a:cs typeface="Arial"/>
              </a:defRPr>
            </a:pPr>
            <a:r>
              <a:rPr sz="3750" b="1">
                <a:solidFill>
                  <a:srgbClr val="FFFFFF"/>
                </a:solidFill>
                <a:latin typeface="Arial"/>
                <a:ea typeface="Arial"/>
                <a:cs typeface="Arial"/>
              </a:rPr>
              <a:t>الدليل</a:t>
            </a:r>
          </a:p>
        </p:txBody>
      </p:sp>
      <p:sp>
        <p:nvSpPr>
          <p:cNvPr id="43" name="">
            <a:extLst xmlns:a="http://schemas.openxmlformats.org/drawingml/2006/main">
              <a:ext uri="{FF2B5EF4-FFF2-40B4-BE49-F238E27FC236}">
                <a16:creationId xmlns:a16="http://schemas.microsoft.com/office/drawing/2014/main" id="{12181EC5-03EF-4BD3-B858-148EAD457F6A}"/>
              </a:ext>
            </a:extLst>
          </p:cNvPr>
          <p:cNvSpPr>
            <a:spLocks xmlns:a="http://schemas.openxmlformats.org/drawingml/2006/main" noGrp="1"/>
          </p:cNvSpPr>
          <p:nvPr/>
        </p:nvSpPr>
        <p:spPr>
          <a:xfrm xmlns:a="http://schemas.openxmlformats.org/drawingml/2006/main">
            <a:off x="11994070" y="5219700"/>
            <a:ext cx="1400175" cy="738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750" b="1">
                <a:solidFill>
                  <a:srgbClr val="FFFFFF"/>
                </a:solidFill>
                <a:latin typeface="Arial"/>
                <a:ea typeface="Arial"/>
                <a:cs typeface="Arial"/>
              </a:defRPr>
            </a:pPr>
            <a:r>
              <a:rPr sz="3750" b="1">
                <a:solidFill>
                  <a:srgbClr val="FFFFFF"/>
                </a:solidFill>
                <a:latin typeface="Arial"/>
                <a:ea typeface="Arial"/>
                <a:cs typeface="Arial"/>
              </a:rPr>
              <a:t>ومراجعة</a:t>
            </a:r>
          </a:p>
        </p:txBody>
      </p:sp>
      <p:sp>
        <p:nvSpPr>
          <p:cNvPr id="44" name="">
            <a:extLst xmlns:a="http://schemas.openxmlformats.org/drawingml/2006/main">
              <a:ext uri="{FF2B5EF4-FFF2-40B4-BE49-F238E27FC236}">
                <a16:creationId xmlns:a16="http://schemas.microsoft.com/office/drawing/2014/main" id="{26B8CFFA-F214-412E-92C3-4F81D7C8A4F6}"/>
              </a:ext>
            </a:extLst>
          </p:cNvPr>
          <p:cNvSpPr>
            <a:spLocks xmlns:a="http://schemas.openxmlformats.org/drawingml/2006/main" noGrp="1"/>
          </p:cNvSpPr>
          <p:nvPr/>
        </p:nvSpPr>
        <p:spPr>
          <a:xfrm xmlns:a="http://schemas.openxmlformats.org/drawingml/2006/main">
            <a:off x="10404443" y="5219700"/>
            <a:ext cx="1457325" cy="738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750" b="1">
                <a:solidFill>
                  <a:srgbClr val="FFFFFF"/>
                </a:solidFill>
                <a:latin typeface="Arial"/>
                <a:ea typeface="Arial"/>
                <a:cs typeface="Arial"/>
              </a:defRPr>
            </a:pPr>
            <a:r>
              <a:rPr sz="3750" b="1">
                <a:solidFill>
                  <a:srgbClr val="FFFFFF"/>
                </a:solidFill>
                <a:latin typeface="Arial"/>
                <a:ea typeface="Arial"/>
                <a:cs typeface="Arial"/>
              </a:rPr>
              <a:t>الاستنتاج</a:t>
            </a:r>
          </a:p>
        </p:txBody>
      </p:sp>
      <p:sp>
        <p:nvSpPr>
          <p:cNvPr id="45" name="">
            <a:extLst xmlns:a="http://schemas.openxmlformats.org/drawingml/2006/main">
              <a:ext uri="{FF2B5EF4-FFF2-40B4-BE49-F238E27FC236}">
                <a16:creationId xmlns:a16="http://schemas.microsoft.com/office/drawing/2014/main" id="{08E7E0D1-EA2B-41D3-A368-FCD5F7A18BD8}"/>
              </a:ext>
            </a:extLst>
          </p:cNvPr>
          <p:cNvSpPr>
            <a:spLocks xmlns:a="http://schemas.openxmlformats.org/drawingml/2006/main" noGrp="1"/>
          </p:cNvSpPr>
          <p:nvPr/>
        </p:nvSpPr>
        <p:spPr>
          <a:xfrm xmlns:a="http://schemas.openxmlformats.org/drawingml/2006/main">
            <a:off x="14668500" y="5962650"/>
            <a:ext cx="857250"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BAC5DF"/>
                </a:solidFill>
                <a:latin typeface="Arial"/>
                <a:ea typeface="Arial"/>
                <a:cs typeface="Arial"/>
              </a:defRPr>
            </a:pPr>
            <a:r>
              <a:rPr sz="2625" b="0">
                <a:solidFill>
                  <a:srgbClr val="BAC5DF"/>
                </a:solidFill>
                <a:latin typeface="Arial"/>
                <a:ea typeface="Arial"/>
                <a:cs typeface="Arial"/>
              </a:rPr>
              <a:t>مراجعة</a:t>
            </a:r>
          </a:p>
        </p:txBody>
      </p:sp>
      <p:sp>
        <p:nvSpPr>
          <p:cNvPr id="46" name="">
            <a:extLst xmlns:a="http://schemas.openxmlformats.org/drawingml/2006/main">
              <a:ext uri="{FF2B5EF4-FFF2-40B4-BE49-F238E27FC236}">
                <a16:creationId xmlns:a16="http://schemas.microsoft.com/office/drawing/2014/main" id="{7E7D9FAD-8AD4-413F-852B-504D6DAF9472}"/>
              </a:ext>
            </a:extLst>
          </p:cNvPr>
          <p:cNvSpPr>
            <a:spLocks xmlns:a="http://schemas.openxmlformats.org/drawingml/2006/main" noGrp="1"/>
          </p:cNvSpPr>
          <p:nvPr/>
        </p:nvSpPr>
        <p:spPr>
          <a:xfrm xmlns:a="http://schemas.openxmlformats.org/drawingml/2006/main">
            <a:off x="13737717" y="5962650"/>
            <a:ext cx="838200"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BAC5DF"/>
                </a:solidFill>
                <a:latin typeface="Arial"/>
                <a:ea typeface="Arial"/>
                <a:cs typeface="Arial"/>
              </a:defRPr>
            </a:pPr>
            <a:r>
              <a:rPr sz="2625" b="0">
                <a:solidFill>
                  <a:srgbClr val="BAC5DF"/>
                </a:solidFill>
                <a:latin typeface="Arial"/>
                <a:ea typeface="Arial"/>
                <a:cs typeface="Arial"/>
              </a:rPr>
              <a:t>منفصلة</a:t>
            </a:r>
          </a:p>
        </p:txBody>
      </p:sp>
      <p:sp>
        <p:nvSpPr>
          <p:cNvPr id="47" name="">
            <a:extLst xmlns:a="http://schemas.openxmlformats.org/drawingml/2006/main">
              <a:ext uri="{FF2B5EF4-FFF2-40B4-BE49-F238E27FC236}">
                <a16:creationId xmlns:a16="http://schemas.microsoft.com/office/drawing/2014/main" id="{741D2062-8A1E-4F75-95F9-F7EE3609B600}"/>
              </a:ext>
            </a:extLst>
          </p:cNvPr>
          <p:cNvSpPr>
            <a:spLocks xmlns:a="http://schemas.openxmlformats.org/drawingml/2006/main" noGrp="1"/>
          </p:cNvSpPr>
          <p:nvPr/>
        </p:nvSpPr>
        <p:spPr>
          <a:xfrm xmlns:a="http://schemas.openxmlformats.org/drawingml/2006/main">
            <a:off x="12702159" y="5962650"/>
            <a:ext cx="942975"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BAC5DF"/>
                </a:solidFill>
                <a:latin typeface="Arial"/>
                <a:ea typeface="Arial"/>
                <a:cs typeface="Arial"/>
              </a:defRPr>
            </a:pPr>
            <a:r>
              <a:rPr sz="2625" b="0">
                <a:solidFill>
                  <a:srgbClr val="BAC5DF"/>
                </a:solidFill>
                <a:latin typeface="Arial"/>
                <a:ea typeface="Arial"/>
                <a:cs typeface="Arial"/>
              </a:rPr>
              <a:t>بالنموذج</a:t>
            </a:r>
          </a:p>
        </p:txBody>
      </p:sp>
      <p:sp>
        <p:nvSpPr>
          <p:cNvPr id="48" name="">
            <a:extLst xmlns:a="http://schemas.openxmlformats.org/drawingml/2006/main">
              <a:ext uri="{FF2B5EF4-FFF2-40B4-BE49-F238E27FC236}">
                <a16:creationId xmlns:a16="http://schemas.microsoft.com/office/drawing/2014/main" id="{07910C75-6E72-4A7B-9000-6CB955A8DBCE}"/>
              </a:ext>
            </a:extLst>
          </p:cNvPr>
          <p:cNvSpPr>
            <a:spLocks xmlns:a="http://schemas.openxmlformats.org/drawingml/2006/main" noGrp="1"/>
          </p:cNvSpPr>
          <p:nvPr/>
        </p:nvSpPr>
        <p:spPr>
          <a:xfrm xmlns:a="http://schemas.openxmlformats.org/drawingml/2006/main">
            <a:off x="11780901" y="5962650"/>
            <a:ext cx="828675"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BAC5DF"/>
                </a:solidFill>
                <a:latin typeface="Arial"/>
                <a:ea typeface="Arial"/>
                <a:cs typeface="Arial"/>
              </a:defRPr>
            </a:pPr>
            <a:r>
              <a:rPr sz="2625" b="0">
                <a:solidFill>
                  <a:srgbClr val="BAC5DF"/>
                </a:solidFill>
                <a:latin typeface="Arial"/>
                <a:ea typeface="Arial"/>
                <a:cs typeface="Arial"/>
              </a:rPr>
              <a:t>للأحكام</a:t>
            </a:r>
          </a:p>
        </p:txBody>
      </p:sp>
      <p:sp>
        <p:nvSpPr>
          <p:cNvPr id="49" name="">
            <a:extLst xmlns:a="http://schemas.openxmlformats.org/drawingml/2006/main">
              <a:ext uri="{FF2B5EF4-FFF2-40B4-BE49-F238E27FC236}">
                <a16:creationId xmlns:a16="http://schemas.microsoft.com/office/drawing/2014/main" id="{D5C3B345-D572-466A-A58E-563E524C4F22}"/>
              </a:ext>
            </a:extLst>
          </p:cNvPr>
          <p:cNvSpPr>
            <a:spLocks xmlns:a="http://schemas.openxmlformats.org/drawingml/2006/main" noGrp="1"/>
          </p:cNvSpPr>
          <p:nvPr/>
        </p:nvSpPr>
        <p:spPr>
          <a:xfrm xmlns:a="http://schemas.openxmlformats.org/drawingml/2006/main">
            <a:off x="10802493" y="5962650"/>
            <a:ext cx="885825"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BAC5DF"/>
                </a:solidFill>
                <a:latin typeface="Arial"/>
                <a:ea typeface="Arial"/>
                <a:cs typeface="Arial"/>
              </a:defRPr>
            </a:pPr>
            <a:r>
              <a:rPr sz="2625" b="0">
                <a:solidFill>
                  <a:srgbClr val="BAC5DF"/>
                </a:solidFill>
                <a:latin typeface="Arial"/>
                <a:ea typeface="Arial"/>
                <a:cs typeface="Arial"/>
              </a:rPr>
              <a:t>الحاسمة</a:t>
            </a:r>
          </a:p>
        </p:txBody>
      </p:sp>
      <p:sp>
        <p:nvSpPr>
          <p:cNvPr id="50" name="">
            <a:extLst xmlns:a="http://schemas.openxmlformats.org/drawingml/2006/main">
              <a:ext uri="{FF2B5EF4-FFF2-40B4-BE49-F238E27FC236}">
                <a16:creationId xmlns:a16="http://schemas.microsoft.com/office/drawing/2014/main" id="{D48FF483-017D-498C-9A30-50E4F433805E}"/>
              </a:ext>
            </a:extLst>
          </p:cNvPr>
          <p:cNvSpPr>
            <a:spLocks xmlns:a="http://schemas.openxmlformats.org/drawingml/2006/main" noGrp="1"/>
          </p:cNvSpPr>
          <p:nvPr/>
        </p:nvSpPr>
        <p:spPr>
          <a:xfrm xmlns:a="http://schemas.openxmlformats.org/drawingml/2006/main">
            <a:off x="9766935" y="5962650"/>
            <a:ext cx="942975"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BAC5DF"/>
                </a:solidFill>
                <a:latin typeface="Arial"/>
                <a:ea typeface="Arial"/>
                <a:cs typeface="Arial"/>
              </a:defRPr>
            </a:pPr>
            <a:r>
              <a:rPr sz="2625" b="0">
                <a:solidFill>
                  <a:srgbClr val="BAC5DF"/>
                </a:solidFill>
                <a:latin typeface="Arial"/>
                <a:ea typeface="Arial"/>
                <a:cs typeface="Arial"/>
              </a:rPr>
              <a:t>وإصلاح</a:t>
            </a:r>
          </a:p>
        </p:txBody>
      </p:sp>
      <p:sp>
        <p:nvSpPr>
          <p:cNvPr id="51" name="">
            <a:extLst xmlns:a="http://schemas.openxmlformats.org/drawingml/2006/main">
              <a:ext uri="{FF2B5EF4-FFF2-40B4-BE49-F238E27FC236}">
                <a16:creationId xmlns:a16="http://schemas.microsoft.com/office/drawing/2014/main" id="{49FA6122-C9A2-43FD-A592-47907D86B600}"/>
              </a:ext>
            </a:extLst>
          </p:cNvPr>
          <p:cNvSpPr>
            <a:spLocks xmlns:a="http://schemas.openxmlformats.org/drawingml/2006/main" noGrp="1"/>
          </p:cNvSpPr>
          <p:nvPr/>
        </p:nvSpPr>
        <p:spPr>
          <a:xfrm xmlns:a="http://schemas.openxmlformats.org/drawingml/2006/main">
            <a:off x="8931402" y="5962650"/>
            <a:ext cx="742950"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BAC5DF"/>
                </a:solidFill>
                <a:latin typeface="Arial"/>
                <a:ea typeface="Arial"/>
                <a:cs typeface="Arial"/>
              </a:defRPr>
            </a:pPr>
            <a:r>
              <a:rPr sz="2625" b="0">
                <a:solidFill>
                  <a:srgbClr val="BAC5DF"/>
                </a:solidFill>
                <a:latin typeface="Arial"/>
                <a:ea typeface="Arial"/>
                <a:cs typeface="Arial"/>
              </a:rPr>
              <a:t>محدود</a:t>
            </a:r>
          </a:p>
        </p:txBody>
      </p:sp>
      <p:sp>
        <p:nvSpPr>
          <p:cNvPr id="52" name="">
            <a:extLst xmlns:a="http://schemas.openxmlformats.org/drawingml/2006/main">
              <a:ext uri="{FF2B5EF4-FFF2-40B4-BE49-F238E27FC236}">
                <a16:creationId xmlns:a16="http://schemas.microsoft.com/office/drawing/2014/main" id="{06A495E3-4787-4A1E-B2F5-6D81FC6CB256}"/>
              </a:ext>
            </a:extLst>
          </p:cNvPr>
          <p:cNvSpPr>
            <a:spLocks xmlns:a="http://schemas.openxmlformats.org/drawingml/2006/main" noGrp="1"/>
          </p:cNvSpPr>
          <p:nvPr/>
        </p:nvSpPr>
        <p:spPr>
          <a:xfrm xmlns:a="http://schemas.openxmlformats.org/drawingml/2006/main">
            <a:off x="16335375" y="6705600"/>
            <a:ext cx="95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625" b="1">
                <a:solidFill>
                  <a:srgbClr val="2EF2C2"/>
                </a:solidFill>
                <a:latin typeface="Arial"/>
                <a:ea typeface="Arial"/>
                <a:cs typeface="Arial"/>
              </a:defRPr>
            </a:pPr>
            <a:r>
              <a:rPr sz="5625" b="1">
                <a:solidFill>
                  <a:srgbClr val="2EF2C2"/>
                </a:solidFill>
                <a:latin typeface="Arial"/>
                <a:ea typeface="Arial"/>
                <a:cs typeface="Arial"/>
              </a:rPr>
              <a:t>4</a:t>
            </a:r>
          </a:p>
        </p:txBody>
      </p:sp>
      <p:sp>
        <p:nvSpPr>
          <p:cNvPr id="53" name="">
            <a:extLst xmlns:a="http://schemas.openxmlformats.org/drawingml/2006/main">
              <a:ext uri="{FF2B5EF4-FFF2-40B4-BE49-F238E27FC236}">
                <a16:creationId xmlns:a16="http://schemas.microsoft.com/office/drawing/2014/main" id="{FC8938B8-FB94-452F-AD36-5BA10E43A1C2}"/>
              </a:ext>
            </a:extLst>
          </p:cNvPr>
          <p:cNvSpPr>
            <a:spLocks xmlns:a="http://schemas.openxmlformats.org/drawingml/2006/main" noGrp="1"/>
          </p:cNvSpPr>
          <p:nvPr/>
        </p:nvSpPr>
        <p:spPr>
          <a:xfrm xmlns:a="http://schemas.openxmlformats.org/drawingml/2006/main">
            <a:off x="14563725" y="6705600"/>
            <a:ext cx="962025" cy="738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750" b="1">
                <a:solidFill>
                  <a:srgbClr val="FFFFFF"/>
                </a:solidFill>
                <a:latin typeface="Arial"/>
                <a:ea typeface="Arial"/>
                <a:cs typeface="Arial"/>
              </a:defRPr>
            </a:pPr>
            <a:r>
              <a:rPr sz="3750" b="1">
                <a:solidFill>
                  <a:srgbClr val="FFFFFF"/>
                </a:solidFill>
                <a:latin typeface="Arial"/>
                <a:ea typeface="Arial"/>
                <a:cs typeface="Arial"/>
              </a:rPr>
              <a:t>فحص</a:t>
            </a:r>
          </a:p>
        </p:txBody>
      </p:sp>
      <p:sp>
        <p:nvSpPr>
          <p:cNvPr id="54" name="">
            <a:extLst xmlns:a="http://schemas.openxmlformats.org/drawingml/2006/main">
              <a:ext uri="{FF2B5EF4-FFF2-40B4-BE49-F238E27FC236}">
                <a16:creationId xmlns:a16="http://schemas.microsoft.com/office/drawing/2014/main" id="{9801C37B-0069-4715-8BA4-835A2FC41981}"/>
              </a:ext>
            </a:extLst>
          </p:cNvPr>
          <p:cNvSpPr>
            <a:spLocks xmlns:a="http://schemas.openxmlformats.org/drawingml/2006/main" noGrp="1"/>
          </p:cNvSpPr>
          <p:nvPr/>
        </p:nvSpPr>
        <p:spPr>
          <a:xfrm xmlns:a="http://schemas.openxmlformats.org/drawingml/2006/main">
            <a:off x="13088398" y="6705600"/>
            <a:ext cx="1343025" cy="738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750" b="1">
                <a:solidFill>
                  <a:srgbClr val="FFFFFF"/>
                </a:solidFill>
                <a:latin typeface="Arial"/>
                <a:ea typeface="Arial"/>
                <a:cs typeface="Arial"/>
              </a:defRPr>
            </a:pPr>
            <a:r>
              <a:rPr sz="3750" b="1">
                <a:solidFill>
                  <a:srgbClr val="FFFFFF"/>
                </a:solidFill>
                <a:latin typeface="Arial"/>
                <a:ea typeface="Arial"/>
                <a:cs typeface="Arial"/>
              </a:rPr>
              <a:t>الاقتباس</a:t>
            </a:r>
          </a:p>
        </p:txBody>
      </p:sp>
      <p:sp>
        <p:nvSpPr>
          <p:cNvPr id="55" name="">
            <a:extLst xmlns:a="http://schemas.openxmlformats.org/drawingml/2006/main">
              <a:ext uri="{FF2B5EF4-FFF2-40B4-BE49-F238E27FC236}">
                <a16:creationId xmlns:a16="http://schemas.microsoft.com/office/drawing/2014/main" id="{3F42E1A0-C8A8-4B07-8720-73693A1A16C3}"/>
              </a:ext>
            </a:extLst>
          </p:cNvPr>
          <p:cNvSpPr>
            <a:spLocks xmlns:a="http://schemas.openxmlformats.org/drawingml/2006/main" noGrp="1"/>
          </p:cNvSpPr>
          <p:nvPr/>
        </p:nvSpPr>
        <p:spPr>
          <a:xfrm xmlns:a="http://schemas.openxmlformats.org/drawingml/2006/main">
            <a:off x="11708320" y="6705600"/>
            <a:ext cx="1247775" cy="738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750" b="1">
                <a:solidFill>
                  <a:srgbClr val="FFFFFF"/>
                </a:solidFill>
                <a:latin typeface="Arial"/>
                <a:ea typeface="Arial"/>
                <a:cs typeface="Arial"/>
              </a:defRPr>
            </a:pPr>
            <a:r>
              <a:rPr sz="3750" b="1">
                <a:solidFill>
                  <a:srgbClr val="FFFFFF"/>
                </a:solidFill>
                <a:latin typeface="Arial"/>
                <a:ea typeface="Arial"/>
                <a:cs typeface="Arial"/>
              </a:rPr>
              <a:t>وعرض</a:t>
            </a:r>
          </a:p>
        </p:txBody>
      </p:sp>
      <p:sp>
        <p:nvSpPr>
          <p:cNvPr id="56" name="">
            <a:extLst xmlns:a="http://schemas.openxmlformats.org/drawingml/2006/main">
              <a:ext uri="{FF2B5EF4-FFF2-40B4-BE49-F238E27FC236}">
                <a16:creationId xmlns:a16="http://schemas.microsoft.com/office/drawing/2014/main" id="{5A67ADBE-BC63-4C22-943D-20939631016D}"/>
              </a:ext>
            </a:extLst>
          </p:cNvPr>
          <p:cNvSpPr>
            <a:spLocks xmlns:a="http://schemas.openxmlformats.org/drawingml/2006/main" noGrp="1"/>
          </p:cNvSpPr>
          <p:nvPr/>
        </p:nvSpPr>
        <p:spPr>
          <a:xfrm xmlns:a="http://schemas.openxmlformats.org/drawingml/2006/main">
            <a:off x="10556843" y="6705600"/>
            <a:ext cx="1019175" cy="738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750" b="1">
                <a:solidFill>
                  <a:srgbClr val="FFFFFF"/>
                </a:solidFill>
                <a:latin typeface="Arial"/>
                <a:ea typeface="Arial"/>
                <a:cs typeface="Arial"/>
              </a:defRPr>
            </a:pPr>
            <a:r>
              <a:rPr sz="3750" b="1">
                <a:solidFill>
                  <a:srgbClr val="FFFFFF"/>
                </a:solidFill>
                <a:latin typeface="Arial"/>
                <a:ea typeface="Arial"/>
                <a:cs typeface="Arial"/>
              </a:rPr>
              <a:t>حدوده</a:t>
            </a:r>
          </a:p>
        </p:txBody>
      </p:sp>
      <p:sp>
        <p:nvSpPr>
          <p:cNvPr id="57" name="">
            <a:extLst xmlns:a="http://schemas.openxmlformats.org/drawingml/2006/main">
              <a:ext uri="{FF2B5EF4-FFF2-40B4-BE49-F238E27FC236}">
                <a16:creationId xmlns:a16="http://schemas.microsoft.com/office/drawing/2014/main" id="{E3E0354A-F8F2-4ECE-91C0-99B9AC9F8201}"/>
              </a:ext>
            </a:extLst>
          </p:cNvPr>
          <p:cNvSpPr>
            <a:spLocks xmlns:a="http://schemas.openxmlformats.org/drawingml/2006/main" noGrp="1"/>
          </p:cNvSpPr>
          <p:nvPr/>
        </p:nvSpPr>
        <p:spPr>
          <a:xfrm xmlns:a="http://schemas.openxmlformats.org/drawingml/2006/main">
            <a:off x="14687550" y="7448550"/>
            <a:ext cx="838200"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BAC5DF"/>
                </a:solidFill>
                <a:latin typeface="Arial"/>
                <a:ea typeface="Arial"/>
                <a:cs typeface="Arial"/>
              </a:defRPr>
            </a:pPr>
            <a:r>
              <a:rPr sz="2625" b="0">
                <a:solidFill>
                  <a:srgbClr val="BAC5DF"/>
                </a:solidFill>
                <a:latin typeface="Arial"/>
                <a:ea typeface="Arial"/>
                <a:cs typeface="Arial"/>
              </a:rPr>
              <a:t>فحوص</a:t>
            </a:r>
          </a:p>
        </p:txBody>
      </p:sp>
      <p:sp>
        <p:nvSpPr>
          <p:cNvPr id="58" name="">
            <a:extLst xmlns:a="http://schemas.openxmlformats.org/drawingml/2006/main">
              <a:ext uri="{FF2B5EF4-FFF2-40B4-BE49-F238E27FC236}">
                <a16:creationId xmlns:a16="http://schemas.microsoft.com/office/drawing/2014/main" id="{ADBDBCBC-BDC1-423F-B436-6374D3730F19}"/>
              </a:ext>
            </a:extLst>
          </p:cNvPr>
          <p:cNvSpPr>
            <a:spLocks xmlns:a="http://schemas.openxmlformats.org/drawingml/2006/main" noGrp="1"/>
          </p:cNvSpPr>
          <p:nvPr/>
        </p:nvSpPr>
        <p:spPr>
          <a:xfrm xmlns:a="http://schemas.openxmlformats.org/drawingml/2006/main">
            <a:off x="13775817" y="7448550"/>
            <a:ext cx="819150"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BAC5DF"/>
                </a:solidFill>
                <a:latin typeface="Arial"/>
                <a:ea typeface="Arial"/>
                <a:cs typeface="Arial"/>
              </a:defRPr>
            </a:pPr>
            <a:r>
              <a:rPr sz="2625" b="0">
                <a:solidFill>
                  <a:srgbClr val="BAC5DF"/>
                </a:solidFill>
                <a:latin typeface="Arial"/>
                <a:ea typeface="Arial"/>
                <a:cs typeface="Arial"/>
              </a:rPr>
              <a:t>برمجية</a:t>
            </a:r>
          </a:p>
        </p:txBody>
      </p:sp>
      <p:sp>
        <p:nvSpPr>
          <p:cNvPr id="59" name="">
            <a:extLst xmlns:a="http://schemas.openxmlformats.org/drawingml/2006/main">
              <a:ext uri="{FF2B5EF4-FFF2-40B4-BE49-F238E27FC236}">
                <a16:creationId xmlns:a16="http://schemas.microsoft.com/office/drawing/2014/main" id="{B25563AD-645F-4A18-BC50-80BB483A70AF}"/>
              </a:ext>
            </a:extLst>
          </p:cNvPr>
          <p:cNvSpPr>
            <a:spLocks xmlns:a="http://schemas.openxmlformats.org/drawingml/2006/main" noGrp="1"/>
          </p:cNvSpPr>
          <p:nvPr/>
        </p:nvSpPr>
        <p:spPr>
          <a:xfrm xmlns:a="http://schemas.openxmlformats.org/drawingml/2006/main">
            <a:off x="12921234" y="7448550"/>
            <a:ext cx="762000"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BAC5DF"/>
                </a:solidFill>
                <a:latin typeface="Arial"/>
                <a:ea typeface="Arial"/>
                <a:cs typeface="Arial"/>
              </a:defRPr>
            </a:pPr>
            <a:r>
              <a:rPr sz="2625" b="0">
                <a:solidFill>
                  <a:srgbClr val="BAC5DF"/>
                </a:solidFill>
                <a:latin typeface="Arial"/>
                <a:ea typeface="Arial"/>
                <a:cs typeface="Arial"/>
              </a:rPr>
              <a:t>لسلامة</a:t>
            </a:r>
          </a:p>
        </p:txBody>
      </p:sp>
      <p:sp>
        <p:nvSpPr>
          <p:cNvPr id="60" name="">
            <a:extLst xmlns:a="http://schemas.openxmlformats.org/drawingml/2006/main">
              <a:ext uri="{FF2B5EF4-FFF2-40B4-BE49-F238E27FC236}">
                <a16:creationId xmlns:a16="http://schemas.microsoft.com/office/drawing/2014/main" id="{8BE4170F-73C1-46FC-82C4-BD0E5DB1862E}"/>
              </a:ext>
            </a:extLst>
          </p:cNvPr>
          <p:cNvSpPr>
            <a:spLocks xmlns:a="http://schemas.openxmlformats.org/drawingml/2006/main" noGrp="1"/>
          </p:cNvSpPr>
          <p:nvPr/>
        </p:nvSpPr>
        <p:spPr>
          <a:xfrm xmlns:a="http://schemas.openxmlformats.org/drawingml/2006/main">
            <a:off x="12180951" y="7448550"/>
            <a:ext cx="647700"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BAC5DF"/>
                </a:solidFill>
                <a:latin typeface="Arial"/>
                <a:ea typeface="Arial"/>
                <a:cs typeface="Arial"/>
              </a:defRPr>
            </a:pPr>
            <a:r>
              <a:rPr sz="2625" b="0">
                <a:solidFill>
                  <a:srgbClr val="BAC5DF"/>
                </a:solidFill>
                <a:latin typeface="Arial"/>
                <a:ea typeface="Arial"/>
                <a:cs typeface="Arial"/>
              </a:rPr>
              <a:t>النص</a:t>
            </a:r>
          </a:p>
        </p:txBody>
      </p:sp>
      <p:sp>
        <p:nvSpPr>
          <p:cNvPr id="61" name="">
            <a:extLst xmlns:a="http://schemas.openxmlformats.org/drawingml/2006/main">
              <a:ext uri="{FF2B5EF4-FFF2-40B4-BE49-F238E27FC236}">
                <a16:creationId xmlns:a16="http://schemas.microsoft.com/office/drawing/2014/main" id="{6C98204A-CBDD-4258-B26D-B2782368161A}"/>
              </a:ext>
            </a:extLst>
          </p:cNvPr>
          <p:cNvSpPr>
            <a:spLocks xmlns:a="http://schemas.openxmlformats.org/drawingml/2006/main" noGrp="1"/>
          </p:cNvSpPr>
          <p:nvPr/>
        </p:nvSpPr>
        <p:spPr>
          <a:xfrm xmlns:a="http://schemas.openxmlformats.org/drawingml/2006/main">
            <a:off x="11183493" y="7448550"/>
            <a:ext cx="904875"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BAC5DF"/>
                </a:solidFill>
                <a:latin typeface="Arial"/>
                <a:ea typeface="Arial"/>
                <a:cs typeface="Arial"/>
              </a:defRPr>
            </a:pPr>
            <a:r>
              <a:rPr sz="2625" b="0">
                <a:solidFill>
                  <a:srgbClr val="BAC5DF"/>
                </a:solidFill>
                <a:latin typeface="Arial"/>
                <a:ea typeface="Arial"/>
                <a:cs typeface="Arial"/>
              </a:rPr>
              <a:t>والإحالة</a:t>
            </a:r>
          </a:p>
        </p:txBody>
      </p:sp>
      <p:sp>
        <p:nvSpPr>
          <p:cNvPr id="62" name="">
            <a:extLst xmlns:a="http://schemas.openxmlformats.org/drawingml/2006/main">
              <a:ext uri="{FF2B5EF4-FFF2-40B4-BE49-F238E27FC236}">
                <a16:creationId xmlns:a16="http://schemas.microsoft.com/office/drawing/2014/main" id="{6EC24DD4-D91C-475A-9CF6-EBF93BCAE6E7}"/>
              </a:ext>
            </a:extLst>
          </p:cNvPr>
          <p:cNvSpPr>
            <a:spLocks xmlns:a="http://schemas.openxmlformats.org/drawingml/2006/main" noGrp="1"/>
          </p:cNvSpPr>
          <p:nvPr/>
        </p:nvSpPr>
        <p:spPr>
          <a:xfrm xmlns:a="http://schemas.openxmlformats.org/drawingml/2006/main">
            <a:off x="10328910" y="7448550"/>
            <a:ext cx="762000"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BAC5DF"/>
                </a:solidFill>
                <a:latin typeface="Arial"/>
                <a:ea typeface="Arial"/>
                <a:cs typeface="Arial"/>
              </a:defRPr>
            </a:pPr>
            <a:r>
              <a:rPr sz="2625" b="0">
                <a:solidFill>
                  <a:srgbClr val="BAC5DF"/>
                </a:solidFill>
                <a:latin typeface="Arial"/>
                <a:ea typeface="Arial"/>
                <a:cs typeface="Arial"/>
              </a:rPr>
              <a:t>الأصل</a:t>
            </a:r>
          </a:p>
        </p:txBody>
      </p:sp>
      <p:sp>
        <p:nvSpPr>
          <p:cNvPr id="63" name="">
            <a:extLst xmlns:a="http://schemas.openxmlformats.org/drawingml/2006/main">
              <a:ext uri="{FF2B5EF4-FFF2-40B4-BE49-F238E27FC236}">
                <a16:creationId xmlns:a16="http://schemas.microsoft.com/office/drawing/2014/main" id="{1E246141-3F55-4B9A-A631-17B3A2529D8A}"/>
              </a:ext>
            </a:extLst>
          </p:cNvPr>
          <p:cNvSpPr>
            <a:spLocks xmlns:a="http://schemas.openxmlformats.org/drawingml/2006/main" noGrp="1"/>
          </p:cNvSpPr>
          <p:nvPr/>
        </p:nvSpPr>
        <p:spPr>
          <a:xfrm xmlns:a="http://schemas.openxmlformats.org/drawingml/2006/main">
            <a:off x="9521952" y="7448550"/>
            <a:ext cx="714375"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BAC5DF"/>
                </a:solidFill>
                <a:latin typeface="Arial"/>
                <a:ea typeface="Arial"/>
                <a:cs typeface="Arial"/>
              </a:defRPr>
            </a:pPr>
            <a:r>
              <a:rPr sz="2625" b="0">
                <a:solidFill>
                  <a:srgbClr val="BAC5DF"/>
                </a:solidFill>
                <a:latin typeface="Arial"/>
                <a:ea typeface="Arial"/>
                <a:cs typeface="Arial"/>
              </a:rPr>
              <a:t>بجانب</a:t>
            </a:r>
          </a:p>
        </p:txBody>
      </p:sp>
      <p:sp>
        <p:nvSpPr>
          <p:cNvPr id="64" name="">
            <a:extLst xmlns:a="http://schemas.openxmlformats.org/drawingml/2006/main">
              <a:ext uri="{FF2B5EF4-FFF2-40B4-BE49-F238E27FC236}">
                <a16:creationId xmlns:a16="http://schemas.microsoft.com/office/drawing/2014/main" id="{71B9BB00-8B8E-4D8D-8AE8-9CFB509A5725}"/>
              </a:ext>
            </a:extLst>
          </p:cNvPr>
          <p:cNvSpPr>
            <a:spLocks xmlns:a="http://schemas.openxmlformats.org/drawingml/2006/main" noGrp="1"/>
          </p:cNvSpPr>
          <p:nvPr/>
        </p:nvSpPr>
        <p:spPr>
          <a:xfrm xmlns:a="http://schemas.openxmlformats.org/drawingml/2006/main">
            <a:off x="8705469" y="7448550"/>
            <a:ext cx="723900"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BAC5DF"/>
                </a:solidFill>
                <a:latin typeface="Arial"/>
                <a:ea typeface="Arial"/>
                <a:cs typeface="Arial"/>
              </a:defRPr>
            </a:pPr>
            <a:r>
              <a:rPr sz="2625" b="0">
                <a:solidFill>
                  <a:srgbClr val="BAC5DF"/>
                </a:solidFill>
                <a:latin typeface="Arial"/>
                <a:ea typeface="Arial"/>
                <a:cs typeface="Arial"/>
              </a:rPr>
              <a:t>الشرح</a:t>
            </a:r>
          </a:p>
        </p:txBody>
      </p:sp>
      <p:sp>
        <p:nvSpPr>
          <p:cNvPr id="65" name="">
            <a:extLst xmlns:a="http://schemas.openxmlformats.org/drawingml/2006/main">
              <a:ext uri="{FF2B5EF4-FFF2-40B4-BE49-F238E27FC236}">
                <a16:creationId xmlns:a16="http://schemas.microsoft.com/office/drawing/2014/main" id="{7C6F6A24-3A6A-43F7-829C-56C741C7C720}"/>
              </a:ext>
            </a:extLst>
          </p:cNvPr>
          <p:cNvSpPr>
            <a:spLocks xmlns:a="http://schemas.openxmlformats.org/drawingml/2006/main" noGrp="1"/>
          </p:cNvSpPr>
          <p:nvPr/>
        </p:nvSpPr>
        <p:spPr>
          <a:xfrm xmlns:a="http://schemas.openxmlformats.org/drawingml/2006/main">
            <a:off x="1714500" y="8143875"/>
            <a:ext cx="1381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2025" b="0">
                <a:solidFill>
                  <a:srgbClr val="BAC5DF"/>
                </a:solidFill>
                <a:latin typeface="Arial"/>
                <a:ea typeface="Arial"/>
                <a:cs typeface="Arial"/>
              </a:defRPr>
            </a:pPr>
            <a:r>
              <a:rPr sz="2025" b="0">
                <a:solidFill>
                  <a:srgbClr val="BAC5DF"/>
                </a:solidFill>
                <a:latin typeface="Arial"/>
                <a:ea typeface="Arial"/>
                <a:cs typeface="Arial"/>
              </a:rPr>
              <a:t>Next.js + React · AWS Lightsail · HTTPS</a:t>
            </a:r>
          </a:p>
        </p:txBody>
      </p:sp>
      <p:sp>
        <p:nvSpPr>
          <p:cNvPr id="66" name="">
            <a:extLst xmlns:a="http://schemas.openxmlformats.org/drawingml/2006/main">
              <a:ext uri="{FF2B5EF4-FFF2-40B4-BE49-F238E27FC236}">
                <a16:creationId xmlns:a16="http://schemas.microsoft.com/office/drawing/2014/main" id="{C57FE2EA-3BE6-4D7A-A189-C0FC556D437E}"/>
              </a:ext>
            </a:extLst>
          </p:cNvPr>
          <p:cNvSpPr>
            <a:spLocks xmlns:a="http://schemas.openxmlformats.org/drawingml/2006/main" noGrp="1"/>
          </p:cNvSpPr>
          <p:nvPr/>
        </p:nvSpPr>
        <p:spPr>
          <a:xfrm xmlns:a="http://schemas.openxmlformats.org/drawingml/2006/main">
            <a:off x="16402050" y="8639175"/>
            <a:ext cx="83820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BAC5DF"/>
                </a:solidFill>
                <a:latin typeface="Arial"/>
                <a:ea typeface="Arial"/>
                <a:cs typeface="Arial"/>
              </a:defRPr>
            </a:pPr>
            <a:r>
              <a:rPr sz="2175" b="0">
                <a:solidFill>
                  <a:srgbClr val="BAC5DF"/>
                </a:solidFill>
                <a:latin typeface="Arial"/>
                <a:ea typeface="Arial"/>
                <a:cs typeface="Arial"/>
              </a:rPr>
              <a:t>المراجعة</a:t>
            </a:r>
          </a:p>
        </p:txBody>
      </p:sp>
      <p:sp>
        <p:nvSpPr>
          <p:cNvPr id="67" name="">
            <a:extLst xmlns:a="http://schemas.openxmlformats.org/drawingml/2006/main">
              <a:ext uri="{FF2B5EF4-FFF2-40B4-BE49-F238E27FC236}">
                <a16:creationId xmlns:a16="http://schemas.microsoft.com/office/drawing/2014/main" id="{487F53F5-68DF-4711-901F-6B08F74484FB}"/>
              </a:ext>
            </a:extLst>
          </p:cNvPr>
          <p:cNvSpPr>
            <a:spLocks xmlns:a="http://schemas.openxmlformats.org/drawingml/2006/main" noGrp="1"/>
          </p:cNvSpPr>
          <p:nvPr/>
        </p:nvSpPr>
        <p:spPr>
          <a:xfrm xmlns:a="http://schemas.openxmlformats.org/drawingml/2006/main">
            <a:off x="15821025" y="8639175"/>
            <a:ext cx="49530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BAC5DF"/>
                </a:solidFill>
                <a:latin typeface="Arial"/>
                <a:ea typeface="Arial"/>
                <a:cs typeface="Arial"/>
              </a:defRPr>
            </a:pPr>
            <a:r>
              <a:rPr sz="2175" b="0">
                <a:solidFill>
                  <a:srgbClr val="BAC5DF"/>
                </a:solidFill>
                <a:latin typeface="Arial"/>
                <a:ea typeface="Arial"/>
                <a:cs typeface="Arial"/>
              </a:rPr>
              <a:t>الآلية</a:t>
            </a:r>
          </a:p>
        </p:txBody>
      </p:sp>
      <p:sp>
        <p:nvSpPr>
          <p:cNvPr id="68" name="">
            <a:extLst xmlns:a="http://schemas.openxmlformats.org/drawingml/2006/main">
              <a:ext uri="{FF2B5EF4-FFF2-40B4-BE49-F238E27FC236}">
                <a16:creationId xmlns:a16="http://schemas.microsoft.com/office/drawing/2014/main" id="{3E60F805-5A12-4B88-A04A-71C66AF3CE23}"/>
              </a:ext>
            </a:extLst>
          </p:cNvPr>
          <p:cNvSpPr>
            <a:spLocks xmlns:a="http://schemas.openxmlformats.org/drawingml/2006/main" noGrp="1"/>
          </p:cNvSpPr>
          <p:nvPr/>
        </p:nvSpPr>
        <p:spPr>
          <a:xfrm xmlns:a="http://schemas.openxmlformats.org/drawingml/2006/main">
            <a:off x="15201900" y="8639175"/>
            <a:ext cx="53340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BAC5DF"/>
                </a:solidFill>
                <a:latin typeface="Arial"/>
                <a:ea typeface="Arial"/>
                <a:cs typeface="Arial"/>
              </a:defRPr>
            </a:pPr>
            <a:r>
              <a:rPr sz="2175" b="0">
                <a:solidFill>
                  <a:srgbClr val="BAC5DF"/>
                </a:solidFill>
                <a:latin typeface="Arial"/>
                <a:ea typeface="Arial"/>
                <a:cs typeface="Arial"/>
              </a:rPr>
              <a:t>ليست</a:t>
            </a:r>
          </a:p>
        </p:txBody>
      </p:sp>
      <p:sp>
        <p:nvSpPr>
          <p:cNvPr id="69" name="">
            <a:extLst xmlns:a="http://schemas.openxmlformats.org/drawingml/2006/main">
              <a:ext uri="{FF2B5EF4-FFF2-40B4-BE49-F238E27FC236}">
                <a16:creationId xmlns:a16="http://schemas.microsoft.com/office/drawing/2014/main" id="{2BCA7601-E9A8-466D-9135-99F3309C8A6D}"/>
              </a:ext>
            </a:extLst>
          </p:cNvPr>
          <p:cNvSpPr>
            <a:spLocks xmlns:a="http://schemas.openxmlformats.org/drawingml/2006/main" noGrp="1"/>
          </p:cNvSpPr>
          <p:nvPr/>
        </p:nvSpPr>
        <p:spPr>
          <a:xfrm xmlns:a="http://schemas.openxmlformats.org/drawingml/2006/main">
            <a:off x="14458950" y="8639175"/>
            <a:ext cx="657225"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BAC5DF"/>
                </a:solidFill>
                <a:latin typeface="Arial"/>
                <a:ea typeface="Arial"/>
                <a:cs typeface="Arial"/>
              </a:defRPr>
            </a:pPr>
            <a:r>
              <a:rPr sz="2175" b="0">
                <a:solidFill>
                  <a:srgbClr val="BAC5DF"/>
                </a:solidFill>
                <a:latin typeface="Arial"/>
                <a:ea typeface="Arial"/>
                <a:cs typeface="Arial"/>
              </a:rPr>
              <a:t>اعتماداً</a:t>
            </a:r>
          </a:p>
        </p:txBody>
      </p:sp>
      <p:sp>
        <p:nvSpPr>
          <p:cNvPr id="70" name="">
            <a:extLst xmlns:a="http://schemas.openxmlformats.org/drawingml/2006/main">
              <a:ext uri="{FF2B5EF4-FFF2-40B4-BE49-F238E27FC236}">
                <a16:creationId xmlns:a16="http://schemas.microsoft.com/office/drawing/2014/main" id="{E806FF0D-9183-47F5-833A-C911DC73BC72}"/>
              </a:ext>
            </a:extLst>
          </p:cNvPr>
          <p:cNvSpPr>
            <a:spLocks xmlns:a="http://schemas.openxmlformats.org/drawingml/2006/main" noGrp="1"/>
          </p:cNvSpPr>
          <p:nvPr/>
        </p:nvSpPr>
        <p:spPr>
          <a:xfrm xmlns:a="http://schemas.openxmlformats.org/drawingml/2006/main">
            <a:off x="13868400" y="8639175"/>
            <a:ext cx="504825"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BAC5DF"/>
                </a:solidFill>
                <a:latin typeface="Arial"/>
                <a:ea typeface="Arial"/>
                <a:cs typeface="Arial"/>
              </a:defRPr>
            </a:pPr>
            <a:r>
              <a:rPr sz="2175" b="0">
                <a:solidFill>
                  <a:srgbClr val="BAC5DF"/>
                </a:solidFill>
                <a:latin typeface="Arial"/>
                <a:ea typeface="Arial"/>
                <a:cs typeface="Arial"/>
              </a:rPr>
              <a:t>علمياً</a:t>
            </a:r>
          </a:p>
        </p:txBody>
      </p:sp>
      <p:sp>
        <p:nvSpPr>
          <p:cNvPr id="71" name="">
            <a:extLst xmlns:a="http://schemas.openxmlformats.org/drawingml/2006/main">
              <a:ext uri="{FF2B5EF4-FFF2-40B4-BE49-F238E27FC236}">
                <a16:creationId xmlns:a16="http://schemas.microsoft.com/office/drawing/2014/main" id="{E35A189B-BAE9-479F-A0EF-9E0ACAED6011}"/>
              </a:ext>
            </a:extLst>
          </p:cNvPr>
          <p:cNvSpPr>
            <a:spLocks xmlns:a="http://schemas.openxmlformats.org/drawingml/2006/main" noGrp="1"/>
          </p:cNvSpPr>
          <p:nvPr/>
        </p:nvSpPr>
        <p:spPr>
          <a:xfrm xmlns:a="http://schemas.openxmlformats.org/drawingml/2006/main">
            <a:off x="13163550" y="8639175"/>
            <a:ext cx="619125"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BAC5DF"/>
                </a:solidFill>
                <a:latin typeface="Arial"/>
                <a:ea typeface="Arial"/>
                <a:cs typeface="Arial"/>
              </a:defRPr>
            </a:pPr>
            <a:r>
              <a:rPr sz="2175" b="0">
                <a:solidFill>
                  <a:srgbClr val="BAC5DF"/>
                </a:solidFill>
                <a:latin typeface="Arial"/>
                <a:ea typeface="Arial"/>
                <a:cs typeface="Arial"/>
              </a:rPr>
              <a:t>مستقلاً</a:t>
            </a:r>
          </a:p>
        </p:txBody>
      </p:sp>
      <p:sp>
        <p:nvSpPr>
          <p:cNvPr id="72" name="">
            <a:extLst xmlns:a="http://schemas.openxmlformats.org/drawingml/2006/main">
              <a:ext uri="{FF2B5EF4-FFF2-40B4-BE49-F238E27FC236}">
                <a16:creationId xmlns:a16="http://schemas.microsoft.com/office/drawing/2014/main" id="{D36DAD91-0497-4FF7-B366-23F5944F03BB}"/>
              </a:ext>
            </a:extLst>
          </p:cNvPr>
          <p:cNvSpPr>
            <a:spLocks xmlns:a="http://schemas.openxmlformats.org/drawingml/2006/main" noGrp="1"/>
          </p:cNvSpPr>
          <p:nvPr/>
        </p:nvSpPr>
        <p:spPr>
          <a:xfrm xmlns:a="http://schemas.openxmlformats.org/drawingml/2006/main">
            <a:off x="12487275" y="8639175"/>
            <a:ext cx="59055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BAC5DF"/>
                </a:solidFill>
                <a:latin typeface="Arial"/>
                <a:ea typeface="Arial"/>
                <a:cs typeface="Arial"/>
              </a:defRPr>
            </a:pPr>
            <a:r>
              <a:rPr sz="2175" b="0">
                <a:solidFill>
                  <a:srgbClr val="BAC5DF"/>
                </a:solidFill>
                <a:latin typeface="Arial"/>
                <a:ea typeface="Arial"/>
                <a:cs typeface="Arial"/>
              </a:rPr>
              <a:t>سلامة</a:t>
            </a:r>
          </a:p>
        </p:txBody>
      </p:sp>
      <p:sp>
        <p:nvSpPr>
          <p:cNvPr id="73" name="">
            <a:extLst xmlns:a="http://schemas.openxmlformats.org/drawingml/2006/main">
              <a:ext uri="{FF2B5EF4-FFF2-40B4-BE49-F238E27FC236}">
                <a16:creationId xmlns:a16="http://schemas.microsoft.com/office/drawing/2014/main" id="{C183B5E4-BA56-48C2-A952-B8EACB0EB311}"/>
              </a:ext>
            </a:extLst>
          </p:cNvPr>
          <p:cNvSpPr>
            <a:spLocks xmlns:a="http://schemas.openxmlformats.org/drawingml/2006/main" noGrp="1"/>
          </p:cNvSpPr>
          <p:nvPr/>
        </p:nvSpPr>
        <p:spPr>
          <a:xfrm xmlns:a="http://schemas.openxmlformats.org/drawingml/2006/main">
            <a:off x="11858625" y="8639175"/>
            <a:ext cx="542925"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BAC5DF"/>
                </a:solidFill>
                <a:latin typeface="Arial"/>
                <a:ea typeface="Arial"/>
                <a:cs typeface="Arial"/>
              </a:defRPr>
            </a:pPr>
            <a:r>
              <a:rPr sz="2175" b="0">
                <a:solidFill>
                  <a:srgbClr val="BAC5DF"/>
                </a:solidFill>
                <a:latin typeface="Arial"/>
                <a:ea typeface="Arial"/>
                <a:cs typeface="Arial"/>
              </a:rPr>
              <a:t>النص</a:t>
            </a:r>
          </a:p>
        </p:txBody>
      </p:sp>
      <p:sp>
        <p:nvSpPr>
          <p:cNvPr id="74" name="">
            <a:extLst xmlns:a="http://schemas.openxmlformats.org/drawingml/2006/main">
              <a:ext uri="{FF2B5EF4-FFF2-40B4-BE49-F238E27FC236}">
                <a16:creationId xmlns:a16="http://schemas.microsoft.com/office/drawing/2014/main" id="{A05AA77F-BA05-48BE-BB9E-0F9A89F6FDC0}"/>
              </a:ext>
            </a:extLst>
          </p:cNvPr>
          <p:cNvSpPr>
            <a:spLocks xmlns:a="http://schemas.openxmlformats.org/drawingml/2006/main" noGrp="1"/>
          </p:cNvSpPr>
          <p:nvPr/>
        </p:nvSpPr>
        <p:spPr>
          <a:xfrm xmlns:a="http://schemas.openxmlformats.org/drawingml/2006/main">
            <a:off x="11563350" y="8639175"/>
            <a:ext cx="20955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BAC5DF"/>
                </a:solidFill>
                <a:latin typeface="Arial"/>
                <a:ea typeface="Arial"/>
                <a:cs typeface="Arial"/>
              </a:defRPr>
            </a:pPr>
            <a:r>
              <a:rPr sz="2175" b="0">
                <a:solidFill>
                  <a:srgbClr val="BAC5DF"/>
                </a:solidFill>
                <a:latin typeface="Arial"/>
                <a:ea typeface="Arial"/>
                <a:cs typeface="Arial"/>
              </a:rPr>
              <a:t>لا</a:t>
            </a:r>
          </a:p>
        </p:txBody>
      </p:sp>
      <p:sp>
        <p:nvSpPr>
          <p:cNvPr id="75" name="">
            <a:extLst xmlns:a="http://schemas.openxmlformats.org/drawingml/2006/main">
              <a:ext uri="{FF2B5EF4-FFF2-40B4-BE49-F238E27FC236}">
                <a16:creationId xmlns:a16="http://schemas.microsoft.com/office/drawing/2014/main" id="{A3A08E49-F89C-4EEC-9AF9-D050245C7D7C}"/>
              </a:ext>
            </a:extLst>
          </p:cNvPr>
          <p:cNvSpPr>
            <a:spLocks xmlns:a="http://schemas.openxmlformats.org/drawingml/2006/main" noGrp="1"/>
          </p:cNvSpPr>
          <p:nvPr/>
        </p:nvSpPr>
        <p:spPr>
          <a:xfrm xmlns:a="http://schemas.openxmlformats.org/drawingml/2006/main">
            <a:off x="11001375" y="8639175"/>
            <a:ext cx="47625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BAC5DF"/>
                </a:solidFill>
                <a:latin typeface="Arial"/>
                <a:ea typeface="Arial"/>
                <a:cs typeface="Arial"/>
              </a:defRPr>
            </a:pPr>
            <a:r>
              <a:rPr sz="2175" b="0">
                <a:solidFill>
                  <a:srgbClr val="BAC5DF"/>
                </a:solidFill>
                <a:latin typeface="Arial"/>
                <a:ea typeface="Arial"/>
                <a:cs typeface="Arial"/>
              </a:rPr>
              <a:t>تكفي</a:t>
            </a:r>
          </a:p>
        </p:txBody>
      </p:sp>
      <p:sp>
        <p:nvSpPr>
          <p:cNvPr id="76" name="">
            <a:extLst xmlns:a="http://schemas.openxmlformats.org/drawingml/2006/main">
              <a:ext uri="{FF2B5EF4-FFF2-40B4-BE49-F238E27FC236}">
                <a16:creationId xmlns:a16="http://schemas.microsoft.com/office/drawing/2014/main" id="{AAC76B90-31A4-4944-BE20-FF7CF8B965B3}"/>
              </a:ext>
            </a:extLst>
          </p:cNvPr>
          <p:cNvSpPr>
            <a:spLocks xmlns:a="http://schemas.openxmlformats.org/drawingml/2006/main" noGrp="1"/>
          </p:cNvSpPr>
          <p:nvPr/>
        </p:nvSpPr>
        <p:spPr>
          <a:xfrm xmlns:a="http://schemas.openxmlformats.org/drawingml/2006/main">
            <a:off x="10306050" y="8639175"/>
            <a:ext cx="60960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BAC5DF"/>
                </a:solidFill>
                <a:latin typeface="Arial"/>
                <a:ea typeface="Arial"/>
                <a:cs typeface="Arial"/>
              </a:defRPr>
            </a:pPr>
            <a:r>
              <a:rPr sz="2175" b="0">
                <a:solidFill>
                  <a:srgbClr val="BAC5DF"/>
                </a:solidFill>
                <a:latin typeface="Arial"/>
                <a:ea typeface="Arial"/>
                <a:cs typeface="Arial"/>
              </a:rPr>
              <a:t>لإثبات</a:t>
            </a:r>
          </a:p>
        </p:txBody>
      </p:sp>
      <p:sp>
        <p:nvSpPr>
          <p:cNvPr id="77" name="">
            <a:extLst xmlns:a="http://schemas.openxmlformats.org/drawingml/2006/main">
              <a:ext uri="{FF2B5EF4-FFF2-40B4-BE49-F238E27FC236}">
                <a16:creationId xmlns:a16="http://schemas.microsoft.com/office/drawing/2014/main" id="{0FB4C5E5-C079-49B4-8034-1EF52500211A}"/>
              </a:ext>
            </a:extLst>
          </p:cNvPr>
          <p:cNvSpPr>
            <a:spLocks xmlns:a="http://schemas.openxmlformats.org/drawingml/2006/main" noGrp="1"/>
          </p:cNvSpPr>
          <p:nvPr/>
        </p:nvSpPr>
        <p:spPr>
          <a:xfrm xmlns:a="http://schemas.openxmlformats.org/drawingml/2006/main">
            <a:off x="9591675" y="8639175"/>
            <a:ext cx="62865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BAC5DF"/>
                </a:solidFill>
                <a:latin typeface="Arial"/>
                <a:ea typeface="Arial"/>
                <a:cs typeface="Arial"/>
              </a:defRPr>
            </a:pPr>
            <a:r>
              <a:rPr sz="2175" b="0">
                <a:solidFill>
                  <a:srgbClr val="BAC5DF"/>
                </a:solidFill>
                <a:latin typeface="Arial"/>
                <a:ea typeface="Arial"/>
                <a:cs typeface="Arial"/>
              </a:rPr>
              <a:t>المعنى</a:t>
            </a:r>
          </a:p>
        </p:txBody>
      </p:sp>
    </p:spTree>
    <p:extLst>
      <p:ext uri="{BB962C8B-B14F-4D97-AF65-F5344CB8AC3E}">
        <p14:creationId xmlns:p14="http://schemas.microsoft.com/office/powerpoint/2010/main" val="799858317"/>
      </p:ext>
    </p:extLst>
  </p:cSld>
</p:sld>
</file>

<file path=ppt/slides/slide5.xml><?xml version="1.0" encoding="utf-8"?>
<p:sld xmlns:p="http://schemas.openxmlformats.org/presentationml/2006/main">
  <p:cSld>
    <p:bg>
      <p:bgPr>
        <a:solidFill xmlns:a="http://schemas.openxmlformats.org/drawingml/2006/main">
          <a:srgbClr val="F2F4FF"/>
        </a:solidFill>
      </p:bgPr>
    </p:bg>
    <p:spTree>
      <p:nvGrpSpPr>
        <p:cNvPr id="1" name=""/>
        <p:cNvGrpSpPr/>
        <p:nvPr/>
      </p:nvGrpSpPr>
      <p:grpSpPr>
        <a:xfrm xmlns:a="http://schemas.openxmlformats.org/drawingml/2006/main"/>
      </p:grpSpPr>
      <p:sp>
        <p:nvSpPr>
          <p:cNvPr id="77" name="">
            <a:extLst xmlns:a="http://schemas.openxmlformats.org/drawingml/2006/main">
              <a:ext uri="{FF2B5EF4-FFF2-40B4-BE49-F238E27FC236}">
                <a16:creationId xmlns:a16="http://schemas.microsoft.com/office/drawing/2014/main" id="{D3741B37-D7CD-4547-A726-D4D93C6BA342}"/>
              </a:ext>
            </a:extLst>
          </p:cNvPr>
          <p:cNvSpPr>
            <a:spLocks xmlns:a="http://schemas.openxmlformats.org/drawingml/2006/main" noGrp="1"/>
          </p:cNvSpPr>
          <p:nvPr/>
        </p:nvSpPr>
        <p:spPr>
          <a:xfrm xmlns:a="http://schemas.openxmlformats.org/drawingml/2006/main">
            <a:off x="857250" y="9486900"/>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586277"/>
                </a:solidFill>
                <a:latin typeface="Arial"/>
                <a:ea typeface="Arial"/>
                <a:cs typeface="Arial"/>
              </a:defRPr>
            </a:pPr>
            <a:r>
              <a:rPr sz="1725" b="0">
                <a:solidFill>
                  <a:srgbClr val="586277"/>
                </a:solidFill>
                <a:latin typeface="Arial"/>
                <a:ea typeface="Arial"/>
                <a:cs typeface="Arial"/>
              </a:rPr>
              <a:t>IsnadLens / 05</a:t>
            </a:r>
          </a:p>
        </p:txBody>
      </p:sp>
      <p:sp>
        <p:nvSpPr>
          <p:cNvPr id="2" name="">
            <a:extLst xmlns:a="http://schemas.openxmlformats.org/drawingml/2006/main">
              <a:ext uri="{FF2B5EF4-FFF2-40B4-BE49-F238E27FC236}">
                <a16:creationId xmlns:a16="http://schemas.microsoft.com/office/drawing/2014/main" id="{E1483B9D-22D1-4135-826E-08D6F35955D7}"/>
              </a:ext>
            </a:extLst>
          </p:cNvPr>
          <p:cNvSpPr>
            <a:spLocks xmlns:a="http://schemas.openxmlformats.org/drawingml/2006/main" noGrp="1"/>
          </p:cNvSpPr>
          <p:nvPr/>
        </p:nvSpPr>
        <p:spPr>
          <a:xfrm xmlns:a="http://schemas.openxmlformats.org/drawingml/2006/main">
            <a:off x="16983075" y="9486900"/>
            <a:ext cx="447675"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586277"/>
                </a:solidFill>
                <a:latin typeface="Arial"/>
                <a:ea typeface="Arial"/>
                <a:cs typeface="Arial"/>
              </a:defRPr>
            </a:pPr>
            <a:r>
              <a:rPr sz="1725" b="0">
                <a:solidFill>
                  <a:srgbClr val="586277"/>
                </a:solidFill>
                <a:latin typeface="Arial"/>
                <a:ea typeface="Arial"/>
                <a:cs typeface="Arial"/>
              </a:rPr>
              <a:t>تحدي</a:t>
            </a:r>
          </a:p>
        </p:txBody>
      </p:sp>
      <p:sp>
        <p:nvSpPr>
          <p:cNvPr id="3" name="">
            <a:extLst xmlns:a="http://schemas.openxmlformats.org/drawingml/2006/main">
              <a:ext uri="{FF2B5EF4-FFF2-40B4-BE49-F238E27FC236}">
                <a16:creationId xmlns:a16="http://schemas.microsoft.com/office/drawing/2014/main" id="{7B3CA2F2-A6EB-4AD7-BF4C-93E3B5E196DC}"/>
              </a:ext>
            </a:extLst>
          </p:cNvPr>
          <p:cNvSpPr>
            <a:spLocks xmlns:a="http://schemas.openxmlformats.org/drawingml/2006/main" noGrp="1"/>
          </p:cNvSpPr>
          <p:nvPr/>
        </p:nvSpPr>
        <p:spPr>
          <a:xfrm xmlns:a="http://schemas.openxmlformats.org/drawingml/2006/main">
            <a:off x="16440150" y="9486900"/>
            <a:ext cx="45720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586277"/>
                </a:solidFill>
                <a:latin typeface="Arial"/>
                <a:ea typeface="Arial"/>
                <a:cs typeface="Arial"/>
              </a:defRPr>
            </a:pPr>
            <a:r>
              <a:rPr sz="1725" b="0">
                <a:solidFill>
                  <a:srgbClr val="586277"/>
                </a:solidFill>
                <a:latin typeface="Arial"/>
                <a:ea typeface="Arial"/>
                <a:cs typeface="Arial"/>
              </a:rPr>
              <a:t>الذكاء</a:t>
            </a:r>
          </a:p>
        </p:txBody>
      </p:sp>
      <p:sp>
        <p:nvSpPr>
          <p:cNvPr id="4" name="">
            <a:extLst xmlns:a="http://schemas.openxmlformats.org/drawingml/2006/main">
              <a:ext uri="{FF2B5EF4-FFF2-40B4-BE49-F238E27FC236}">
                <a16:creationId xmlns:a16="http://schemas.microsoft.com/office/drawing/2014/main" id="{D0000CC7-8C1F-4072-8B08-81C937261083}"/>
              </a:ext>
            </a:extLst>
          </p:cNvPr>
          <p:cNvSpPr>
            <a:spLocks xmlns:a="http://schemas.openxmlformats.org/drawingml/2006/main" noGrp="1"/>
          </p:cNvSpPr>
          <p:nvPr/>
        </p:nvSpPr>
        <p:spPr>
          <a:xfrm xmlns:a="http://schemas.openxmlformats.org/drawingml/2006/main">
            <a:off x="15468600" y="9486900"/>
            <a:ext cx="885825"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586277"/>
                </a:solidFill>
                <a:latin typeface="Arial"/>
                <a:ea typeface="Arial"/>
                <a:cs typeface="Arial"/>
              </a:defRPr>
            </a:pPr>
            <a:r>
              <a:rPr sz="1725" b="0">
                <a:solidFill>
                  <a:srgbClr val="586277"/>
                </a:solidFill>
                <a:latin typeface="Arial"/>
                <a:ea typeface="Arial"/>
                <a:cs typeface="Arial"/>
              </a:rPr>
              <a:t>الاصطناعي</a:t>
            </a:r>
          </a:p>
        </p:txBody>
      </p:sp>
      <p:sp>
        <p:nvSpPr>
          <p:cNvPr id="5" name="">
            <a:extLst xmlns:a="http://schemas.openxmlformats.org/drawingml/2006/main">
              <a:ext uri="{FF2B5EF4-FFF2-40B4-BE49-F238E27FC236}">
                <a16:creationId xmlns:a16="http://schemas.microsoft.com/office/drawing/2014/main" id="{307AF5BE-4FD7-421F-BA76-8751BEAE0525}"/>
              </a:ext>
            </a:extLst>
          </p:cNvPr>
          <p:cNvSpPr>
            <a:spLocks xmlns:a="http://schemas.openxmlformats.org/drawingml/2006/main" noGrp="1"/>
          </p:cNvSpPr>
          <p:nvPr/>
        </p:nvSpPr>
        <p:spPr>
          <a:xfrm xmlns:a="http://schemas.openxmlformats.org/drawingml/2006/main">
            <a:off x="15135225" y="9486900"/>
            <a:ext cx="24765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586277"/>
                </a:solidFill>
                <a:latin typeface="Arial"/>
                <a:ea typeface="Arial"/>
                <a:cs typeface="Arial"/>
              </a:defRPr>
            </a:pPr>
            <a:r>
              <a:rPr sz="1725" b="0">
                <a:solidFill>
                  <a:srgbClr val="586277"/>
                </a:solidFill>
                <a:latin typeface="Arial"/>
                <a:ea typeface="Arial"/>
                <a:cs typeface="Arial"/>
              </a:rPr>
              <a:t>في</a:t>
            </a:r>
          </a:p>
        </p:txBody>
      </p:sp>
      <p:sp>
        <p:nvSpPr>
          <p:cNvPr id="6" name="">
            <a:extLst xmlns:a="http://schemas.openxmlformats.org/drawingml/2006/main">
              <a:ext uri="{FF2B5EF4-FFF2-40B4-BE49-F238E27FC236}">
                <a16:creationId xmlns:a16="http://schemas.microsoft.com/office/drawing/2014/main" id="{D3C92C2D-71C4-4340-8DB7-902D0CA0568F}"/>
              </a:ext>
            </a:extLst>
          </p:cNvPr>
          <p:cNvSpPr>
            <a:spLocks xmlns:a="http://schemas.openxmlformats.org/drawingml/2006/main" noGrp="1"/>
          </p:cNvSpPr>
          <p:nvPr/>
        </p:nvSpPr>
        <p:spPr>
          <a:xfrm xmlns:a="http://schemas.openxmlformats.org/drawingml/2006/main">
            <a:off x="14630400" y="9486900"/>
            <a:ext cx="41910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586277"/>
                </a:solidFill>
                <a:latin typeface="Arial"/>
                <a:ea typeface="Arial"/>
                <a:cs typeface="Arial"/>
              </a:defRPr>
            </a:pPr>
            <a:r>
              <a:rPr sz="1725" b="0">
                <a:solidFill>
                  <a:srgbClr val="586277"/>
                </a:solidFill>
                <a:latin typeface="Arial"/>
                <a:ea typeface="Arial"/>
                <a:cs typeface="Arial"/>
              </a:rPr>
              <a:t>خدمة</a:t>
            </a:r>
          </a:p>
        </p:txBody>
      </p:sp>
      <p:sp>
        <p:nvSpPr>
          <p:cNvPr id="7" name="">
            <a:extLst xmlns:a="http://schemas.openxmlformats.org/drawingml/2006/main">
              <a:ext uri="{FF2B5EF4-FFF2-40B4-BE49-F238E27FC236}">
                <a16:creationId xmlns:a16="http://schemas.microsoft.com/office/drawing/2014/main" id="{7DF1E5A5-202A-48FA-BB7B-1E3F58E5B062}"/>
              </a:ext>
            </a:extLst>
          </p:cNvPr>
          <p:cNvSpPr>
            <a:spLocks xmlns:a="http://schemas.openxmlformats.org/drawingml/2006/main" noGrp="1"/>
          </p:cNvSpPr>
          <p:nvPr/>
        </p:nvSpPr>
        <p:spPr>
          <a:xfrm xmlns:a="http://schemas.openxmlformats.org/drawingml/2006/main">
            <a:off x="13839825" y="9486900"/>
            <a:ext cx="70485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586277"/>
                </a:solidFill>
                <a:latin typeface="Arial"/>
                <a:ea typeface="Arial"/>
                <a:cs typeface="Arial"/>
              </a:defRPr>
            </a:pPr>
            <a:r>
              <a:rPr sz="1725" b="0">
                <a:solidFill>
                  <a:srgbClr val="586277"/>
                </a:solidFill>
                <a:latin typeface="Arial"/>
                <a:ea typeface="Arial"/>
                <a:cs typeface="Arial"/>
              </a:rPr>
              <a:t>الدراسات</a:t>
            </a:r>
          </a:p>
        </p:txBody>
      </p:sp>
      <p:sp>
        <p:nvSpPr>
          <p:cNvPr id="8" name="">
            <a:extLst xmlns:a="http://schemas.openxmlformats.org/drawingml/2006/main">
              <a:ext uri="{FF2B5EF4-FFF2-40B4-BE49-F238E27FC236}">
                <a16:creationId xmlns:a16="http://schemas.microsoft.com/office/drawing/2014/main" id="{84D95E1F-261F-4E98-BCB3-C02C70CFAFCE}"/>
              </a:ext>
            </a:extLst>
          </p:cNvPr>
          <p:cNvSpPr>
            <a:spLocks xmlns:a="http://schemas.openxmlformats.org/drawingml/2006/main" noGrp="1"/>
          </p:cNvSpPr>
          <p:nvPr/>
        </p:nvSpPr>
        <p:spPr>
          <a:xfrm xmlns:a="http://schemas.openxmlformats.org/drawingml/2006/main">
            <a:off x="13058775" y="9486900"/>
            <a:ext cx="695325"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586277"/>
                </a:solidFill>
                <a:latin typeface="Arial"/>
                <a:ea typeface="Arial"/>
                <a:cs typeface="Arial"/>
              </a:defRPr>
            </a:pPr>
            <a:r>
              <a:rPr sz="1725" b="0">
                <a:solidFill>
                  <a:srgbClr val="586277"/>
                </a:solidFill>
                <a:latin typeface="Arial"/>
                <a:ea typeface="Arial"/>
                <a:cs typeface="Arial"/>
              </a:rPr>
              <a:t>الإسلامية</a:t>
            </a:r>
          </a:p>
        </p:txBody>
      </p:sp>
      <p:sp>
        <p:nvSpPr>
          <p:cNvPr id="9" name="">
            <a:extLst xmlns:a="http://schemas.openxmlformats.org/drawingml/2006/main">
              <a:ext uri="{FF2B5EF4-FFF2-40B4-BE49-F238E27FC236}">
                <a16:creationId xmlns:a16="http://schemas.microsoft.com/office/drawing/2014/main" id="{279F6A16-281C-4963-A147-A100E7C90BBB}"/>
              </a:ext>
            </a:extLst>
          </p:cNvPr>
          <p:cNvSpPr>
            <a:spLocks xmlns:a="http://schemas.openxmlformats.org/drawingml/2006/main" noGrp="1"/>
          </p:cNvSpPr>
          <p:nvPr/>
        </p:nvSpPr>
        <p:spPr>
          <a:xfrm xmlns:a="http://schemas.openxmlformats.org/drawingml/2006/main">
            <a:off x="15963900" y="809625"/>
            <a:ext cx="1371600"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0" b="1">
                <a:solidFill>
                  <a:srgbClr val="12183F"/>
                </a:solidFill>
                <a:latin typeface="Arial"/>
                <a:ea typeface="Arial"/>
                <a:cs typeface="Arial"/>
              </a:defRPr>
            </a:pPr>
            <a:r>
              <a:rPr sz="5250" b="1">
                <a:solidFill>
                  <a:srgbClr val="12183F"/>
                </a:solidFill>
                <a:latin typeface="Arial"/>
                <a:ea typeface="Arial"/>
                <a:cs typeface="Arial"/>
              </a:rPr>
              <a:t>الفائدة</a:t>
            </a:r>
          </a:p>
        </p:txBody>
      </p:sp>
      <p:sp>
        <p:nvSpPr>
          <p:cNvPr id="10" name="">
            <a:extLst xmlns:a="http://schemas.openxmlformats.org/drawingml/2006/main">
              <a:ext uri="{FF2B5EF4-FFF2-40B4-BE49-F238E27FC236}">
                <a16:creationId xmlns:a16="http://schemas.microsoft.com/office/drawing/2014/main" id="{429CB5F9-B8C9-4ED0-8F00-9F5F20321163}"/>
              </a:ext>
            </a:extLst>
          </p:cNvPr>
          <p:cNvSpPr>
            <a:spLocks xmlns:a="http://schemas.openxmlformats.org/drawingml/2006/main" noGrp="1"/>
          </p:cNvSpPr>
          <p:nvPr/>
        </p:nvSpPr>
        <p:spPr>
          <a:xfrm xmlns:a="http://schemas.openxmlformats.org/drawingml/2006/main">
            <a:off x="13721239" y="809625"/>
            <a:ext cx="2057400"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0" b="1">
                <a:solidFill>
                  <a:srgbClr val="12183F"/>
                </a:solidFill>
                <a:latin typeface="Arial"/>
                <a:ea typeface="Arial"/>
                <a:cs typeface="Arial"/>
              </a:defRPr>
            </a:pPr>
            <a:r>
              <a:rPr sz="5250" b="1">
                <a:solidFill>
                  <a:srgbClr val="12183F"/>
                </a:solidFill>
                <a:latin typeface="Arial"/>
                <a:ea typeface="Arial"/>
                <a:cs typeface="Arial"/>
              </a:rPr>
              <a:t>للمستخدم</a:t>
            </a:r>
          </a:p>
        </p:txBody>
      </p:sp>
      <p:sp>
        <p:nvSpPr>
          <p:cNvPr id="11" name="">
            <a:extLst xmlns:a="http://schemas.openxmlformats.org/drawingml/2006/main">
              <a:ext uri="{FF2B5EF4-FFF2-40B4-BE49-F238E27FC236}">
                <a16:creationId xmlns:a16="http://schemas.microsoft.com/office/drawing/2014/main" id="{EC0ECAD1-04CA-40FC-B4C9-917676572614}"/>
              </a:ext>
            </a:extLst>
          </p:cNvPr>
          <p:cNvSpPr>
            <a:spLocks xmlns:a="http://schemas.openxmlformats.org/drawingml/2006/main" noGrp="1"/>
          </p:cNvSpPr>
          <p:nvPr/>
        </p:nvSpPr>
        <p:spPr>
          <a:xfrm xmlns:a="http://schemas.openxmlformats.org/drawingml/2006/main">
            <a:off x="12888277" y="809625"/>
            <a:ext cx="647700"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0" b="1">
                <a:solidFill>
                  <a:srgbClr val="12183F"/>
                </a:solidFill>
                <a:latin typeface="Arial"/>
                <a:ea typeface="Arial"/>
                <a:cs typeface="Arial"/>
              </a:defRPr>
            </a:pPr>
            <a:r>
              <a:rPr sz="5250" b="1">
                <a:solidFill>
                  <a:srgbClr val="12183F"/>
                </a:solidFill>
                <a:latin typeface="Arial"/>
                <a:ea typeface="Arial"/>
                <a:cs typeface="Arial"/>
              </a:rPr>
              <a:t>في</a:t>
            </a:r>
          </a:p>
        </p:txBody>
      </p:sp>
      <p:sp>
        <p:nvSpPr>
          <p:cNvPr id="12" name="">
            <a:extLst xmlns:a="http://schemas.openxmlformats.org/drawingml/2006/main">
              <a:ext uri="{FF2B5EF4-FFF2-40B4-BE49-F238E27FC236}">
                <a16:creationId xmlns:a16="http://schemas.microsoft.com/office/drawing/2014/main" id="{E110AEEA-6CBF-4BF5-B12B-F5DF6A926F9E}"/>
              </a:ext>
            </a:extLst>
          </p:cNvPr>
          <p:cNvSpPr>
            <a:spLocks xmlns:a="http://schemas.openxmlformats.org/drawingml/2006/main" noGrp="1"/>
          </p:cNvSpPr>
          <p:nvPr/>
        </p:nvSpPr>
        <p:spPr>
          <a:xfrm xmlns:a="http://schemas.openxmlformats.org/drawingml/2006/main">
            <a:off x="11512391" y="809625"/>
            <a:ext cx="1190625"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0" b="1">
                <a:solidFill>
                  <a:srgbClr val="12183F"/>
                </a:solidFill>
                <a:latin typeface="Arial"/>
                <a:ea typeface="Arial"/>
                <a:cs typeface="Arial"/>
              </a:defRPr>
            </a:pPr>
            <a:r>
              <a:rPr sz="5250" b="1">
                <a:solidFill>
                  <a:srgbClr val="12183F"/>
                </a:solidFill>
                <a:latin typeface="Arial"/>
                <a:ea typeface="Arial"/>
                <a:cs typeface="Arial"/>
              </a:rPr>
              <a:t>مهمة</a:t>
            </a:r>
          </a:p>
        </p:txBody>
      </p:sp>
      <p:sp>
        <p:nvSpPr>
          <p:cNvPr id="13" name="">
            <a:extLst xmlns:a="http://schemas.openxmlformats.org/drawingml/2006/main">
              <a:ext uri="{FF2B5EF4-FFF2-40B4-BE49-F238E27FC236}">
                <a16:creationId xmlns:a16="http://schemas.microsoft.com/office/drawing/2014/main" id="{BD998CD3-F5B9-4145-BECC-94F7BE57EF71}"/>
              </a:ext>
            </a:extLst>
          </p:cNvPr>
          <p:cNvSpPr>
            <a:spLocks xmlns:a="http://schemas.openxmlformats.org/drawingml/2006/main" noGrp="1"/>
          </p:cNvSpPr>
          <p:nvPr/>
        </p:nvSpPr>
        <p:spPr>
          <a:xfrm xmlns:a="http://schemas.openxmlformats.org/drawingml/2006/main">
            <a:off x="9812655" y="809625"/>
            <a:ext cx="1514475"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0" b="1">
                <a:solidFill>
                  <a:srgbClr val="12183F"/>
                </a:solidFill>
                <a:latin typeface="Arial"/>
                <a:ea typeface="Arial"/>
                <a:cs typeface="Arial"/>
              </a:defRPr>
            </a:pPr>
            <a:r>
              <a:rPr sz="5250" b="1">
                <a:solidFill>
                  <a:srgbClr val="12183F"/>
                </a:solidFill>
                <a:latin typeface="Arial"/>
                <a:ea typeface="Arial"/>
                <a:cs typeface="Arial"/>
              </a:rPr>
              <a:t>التحقق</a:t>
            </a:r>
          </a:p>
        </p:txBody>
      </p:sp>
      <p:sp>
        <p:nvSpPr>
          <p:cNvPr id="14" name="">
            <a:extLst xmlns:a="http://schemas.openxmlformats.org/drawingml/2006/main">
              <a:ext uri="{FF2B5EF4-FFF2-40B4-BE49-F238E27FC236}">
                <a16:creationId xmlns:a16="http://schemas.microsoft.com/office/drawing/2014/main" id="{C7FA247F-4672-4AF9-ACE8-06A93AE421C4}"/>
              </a:ext>
            </a:extLst>
          </p:cNvPr>
          <p:cNvSpPr>
            <a:spLocks xmlns:a="http://schemas.openxmlformats.org/drawingml/2006/main" noGrp="1"/>
          </p:cNvSpPr>
          <p:nvPr/>
        </p:nvSpPr>
        <p:spPr>
          <a:xfrm xmlns:a="http://schemas.openxmlformats.org/drawingml/2006/main">
            <a:off x="16049625" y="2314575"/>
            <a:ext cx="1190625" cy="7234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75" b="1">
                <a:solidFill>
                  <a:srgbClr val="075642"/>
                </a:solidFill>
                <a:latin typeface="Arial"/>
                <a:ea typeface="Arial"/>
                <a:cs typeface="Arial"/>
              </a:defRPr>
            </a:pPr>
            <a:r>
              <a:rPr sz="3675" b="1">
                <a:solidFill>
                  <a:srgbClr val="075642"/>
                </a:solidFill>
                <a:latin typeface="Arial"/>
                <a:ea typeface="Arial"/>
                <a:cs typeface="Arial"/>
              </a:rPr>
              <a:t>المعرّف</a:t>
            </a:r>
          </a:p>
        </p:txBody>
      </p:sp>
      <p:sp>
        <p:nvSpPr>
          <p:cNvPr id="15" name="">
            <a:extLst xmlns:a="http://schemas.openxmlformats.org/drawingml/2006/main">
              <a:ext uri="{FF2B5EF4-FFF2-40B4-BE49-F238E27FC236}">
                <a16:creationId xmlns:a16="http://schemas.microsoft.com/office/drawing/2014/main" id="{0C0988A3-D1E0-4FDE-8812-338802C88FA8}"/>
              </a:ext>
            </a:extLst>
          </p:cNvPr>
          <p:cNvSpPr>
            <a:spLocks xmlns:a="http://schemas.openxmlformats.org/drawingml/2006/main" noGrp="1"/>
          </p:cNvSpPr>
          <p:nvPr/>
        </p:nvSpPr>
        <p:spPr>
          <a:xfrm xmlns:a="http://schemas.openxmlformats.org/drawingml/2006/main">
            <a:off x="14691265" y="2314575"/>
            <a:ext cx="1228725" cy="7234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75" b="1">
                <a:solidFill>
                  <a:srgbClr val="075642"/>
                </a:solidFill>
                <a:latin typeface="Arial"/>
                <a:ea typeface="Arial"/>
                <a:cs typeface="Arial"/>
              </a:defRPr>
            </a:pPr>
            <a:r>
              <a:rPr sz="3675" b="1">
                <a:solidFill>
                  <a:srgbClr val="075642"/>
                </a:solidFill>
                <a:latin typeface="Arial"/>
                <a:ea typeface="Arial"/>
                <a:cs typeface="Arial"/>
              </a:rPr>
              <a:t>بالإسلام</a:t>
            </a:r>
          </a:p>
        </p:txBody>
      </p:sp>
      <p:sp>
        <p:nvSpPr>
          <p:cNvPr id="16" name="">
            <a:extLst xmlns:a="http://schemas.openxmlformats.org/drawingml/2006/main">
              <a:ext uri="{FF2B5EF4-FFF2-40B4-BE49-F238E27FC236}">
                <a16:creationId xmlns:a16="http://schemas.microsoft.com/office/drawing/2014/main" id="{CCB2E794-E2E7-4983-A3DB-9B6F896C44CC}"/>
              </a:ext>
            </a:extLst>
          </p:cNvPr>
          <p:cNvSpPr>
            <a:spLocks xmlns:a="http://schemas.openxmlformats.org/drawingml/2006/main" noGrp="1"/>
          </p:cNvSpPr>
          <p:nvPr/>
        </p:nvSpPr>
        <p:spPr>
          <a:xfrm xmlns:a="http://schemas.openxmlformats.org/drawingml/2006/main">
            <a:off x="14190155" y="2314575"/>
            <a:ext cx="371475" cy="7234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75" b="1">
                <a:solidFill>
                  <a:srgbClr val="075642"/>
                </a:solidFill>
                <a:latin typeface="Arial"/>
                <a:ea typeface="Arial"/>
                <a:cs typeface="Arial"/>
              </a:defRPr>
            </a:pPr>
            <a:r>
              <a:rPr sz="3675" b="1">
                <a:solidFill>
                  <a:srgbClr val="075642"/>
                </a:solidFill>
                <a:latin typeface="Arial"/>
                <a:ea typeface="Arial"/>
                <a:cs typeface="Arial"/>
              </a:rPr>
              <a:t>أو</a:t>
            </a:r>
          </a:p>
        </p:txBody>
      </p:sp>
      <p:sp>
        <p:nvSpPr>
          <p:cNvPr id="17" name="">
            <a:extLst xmlns:a="http://schemas.openxmlformats.org/drawingml/2006/main">
              <a:ext uri="{FF2B5EF4-FFF2-40B4-BE49-F238E27FC236}">
                <a16:creationId xmlns:a16="http://schemas.microsoft.com/office/drawing/2014/main" id="{5D5A7F59-6399-4361-B38F-4865D1A6A5ED}"/>
              </a:ext>
            </a:extLst>
          </p:cNvPr>
          <p:cNvSpPr>
            <a:spLocks xmlns:a="http://schemas.openxmlformats.org/drawingml/2006/main" noGrp="1"/>
          </p:cNvSpPr>
          <p:nvPr/>
        </p:nvSpPr>
        <p:spPr>
          <a:xfrm xmlns:a="http://schemas.openxmlformats.org/drawingml/2006/main">
            <a:off x="13003244" y="2314575"/>
            <a:ext cx="1057275" cy="7234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75" b="1">
                <a:solidFill>
                  <a:srgbClr val="075642"/>
                </a:solidFill>
                <a:latin typeface="Arial"/>
                <a:ea typeface="Arial"/>
                <a:cs typeface="Arial"/>
              </a:defRPr>
            </a:pPr>
            <a:r>
              <a:rPr sz="3675" b="1">
                <a:solidFill>
                  <a:srgbClr val="075642"/>
                </a:solidFill>
                <a:latin typeface="Arial"/>
                <a:ea typeface="Arial"/>
                <a:cs typeface="Arial"/>
              </a:rPr>
              <a:t>الباحث</a:t>
            </a:r>
          </a:p>
        </p:txBody>
      </p:sp>
      <p:sp>
        <p:nvSpPr>
          <p:cNvPr id="18" name="">
            <a:extLst xmlns:a="http://schemas.openxmlformats.org/drawingml/2006/main">
              <a:ext uri="{FF2B5EF4-FFF2-40B4-BE49-F238E27FC236}">
                <a16:creationId xmlns:a16="http://schemas.microsoft.com/office/drawing/2014/main" id="{EB35D2E6-5755-4A5F-BEC9-FF0ECE828C6D}"/>
              </a:ext>
            </a:extLst>
          </p:cNvPr>
          <p:cNvSpPr>
            <a:spLocks xmlns:a="http://schemas.openxmlformats.org/drawingml/2006/main" noGrp="1"/>
          </p:cNvSpPr>
          <p:nvPr/>
        </p:nvSpPr>
        <p:spPr>
          <a:xfrm xmlns:a="http://schemas.openxmlformats.org/drawingml/2006/main">
            <a:off x="16602075" y="3105150"/>
            <a:ext cx="6381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يسأل</a:t>
            </a:r>
          </a:p>
        </p:txBody>
      </p:sp>
      <p:sp>
        <p:nvSpPr>
          <p:cNvPr id="19" name="">
            <a:extLst xmlns:a="http://schemas.openxmlformats.org/drawingml/2006/main">
              <a:ext uri="{FF2B5EF4-FFF2-40B4-BE49-F238E27FC236}">
                <a16:creationId xmlns:a16="http://schemas.microsoft.com/office/drawing/2014/main" id="{3678DFA9-070D-4350-9659-8E3FC26B63A3}"/>
              </a:ext>
            </a:extLst>
          </p:cNvPr>
          <p:cNvSpPr>
            <a:spLocks xmlns:a="http://schemas.openxmlformats.org/drawingml/2006/main" noGrp="1"/>
          </p:cNvSpPr>
          <p:nvPr/>
        </p:nvSpPr>
        <p:spPr>
          <a:xfrm xmlns:a="http://schemas.openxmlformats.org/drawingml/2006/main">
            <a:off x="15877127" y="3105150"/>
            <a:ext cx="619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بلغته</a:t>
            </a:r>
          </a:p>
        </p:txBody>
      </p:sp>
      <p:sp>
        <p:nvSpPr>
          <p:cNvPr id="20" name="">
            <a:extLst xmlns:a="http://schemas.openxmlformats.org/drawingml/2006/main">
              <a:ext uri="{FF2B5EF4-FFF2-40B4-BE49-F238E27FC236}">
                <a16:creationId xmlns:a16="http://schemas.microsoft.com/office/drawing/2014/main" id="{399BD997-A068-4477-9FEF-B7ED3F8835BE}"/>
              </a:ext>
            </a:extLst>
          </p:cNvPr>
          <p:cNvSpPr>
            <a:spLocks xmlns:a="http://schemas.openxmlformats.org/drawingml/2006/main" noGrp="1"/>
          </p:cNvSpPr>
          <p:nvPr/>
        </p:nvSpPr>
        <p:spPr>
          <a:xfrm xmlns:a="http://schemas.openxmlformats.org/drawingml/2006/main">
            <a:off x="15485555" y="3105150"/>
            <a:ext cx="285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ثم</a:t>
            </a:r>
          </a:p>
        </p:txBody>
      </p:sp>
      <p:sp>
        <p:nvSpPr>
          <p:cNvPr id="21" name="">
            <a:extLst xmlns:a="http://schemas.openxmlformats.org/drawingml/2006/main">
              <a:ext uri="{FF2B5EF4-FFF2-40B4-BE49-F238E27FC236}">
                <a16:creationId xmlns:a16="http://schemas.microsoft.com/office/drawing/2014/main" id="{9491CF52-6825-475E-AF3D-BCF86E662AEA}"/>
              </a:ext>
            </a:extLst>
          </p:cNvPr>
          <p:cNvSpPr>
            <a:spLocks xmlns:a="http://schemas.openxmlformats.org/drawingml/2006/main" noGrp="1"/>
          </p:cNvSpPr>
          <p:nvPr/>
        </p:nvSpPr>
        <p:spPr>
          <a:xfrm xmlns:a="http://schemas.openxmlformats.org/drawingml/2006/main">
            <a:off x="14589157" y="3105150"/>
            <a:ext cx="7905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يراجع</a:t>
            </a:r>
          </a:p>
        </p:txBody>
      </p:sp>
      <p:sp>
        <p:nvSpPr>
          <p:cNvPr id="22" name="">
            <a:extLst xmlns:a="http://schemas.openxmlformats.org/drawingml/2006/main">
              <a:ext uri="{FF2B5EF4-FFF2-40B4-BE49-F238E27FC236}">
                <a16:creationId xmlns:a16="http://schemas.microsoft.com/office/drawing/2014/main" id="{455F8A4E-A06F-4612-8683-58EB7C218265}"/>
              </a:ext>
            </a:extLst>
          </p:cNvPr>
          <p:cNvSpPr>
            <a:spLocks xmlns:a="http://schemas.openxmlformats.org/drawingml/2006/main" noGrp="1"/>
          </p:cNvSpPr>
          <p:nvPr/>
        </p:nvSpPr>
        <p:spPr>
          <a:xfrm xmlns:a="http://schemas.openxmlformats.org/drawingml/2006/main">
            <a:off x="13749909" y="3105150"/>
            <a:ext cx="7334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النص</a:t>
            </a:r>
          </a:p>
        </p:txBody>
      </p:sp>
      <p:sp>
        <p:nvSpPr>
          <p:cNvPr id="23" name="">
            <a:extLst xmlns:a="http://schemas.openxmlformats.org/drawingml/2006/main">
              <a:ext uri="{FF2B5EF4-FFF2-40B4-BE49-F238E27FC236}">
                <a16:creationId xmlns:a16="http://schemas.microsoft.com/office/drawing/2014/main" id="{8C6BAFA3-A56D-4FF4-8020-C37486B9A8DE}"/>
              </a:ext>
            </a:extLst>
          </p:cNvPr>
          <p:cNvSpPr>
            <a:spLocks xmlns:a="http://schemas.openxmlformats.org/drawingml/2006/main" noGrp="1"/>
          </p:cNvSpPr>
          <p:nvPr/>
        </p:nvSpPr>
        <p:spPr>
          <a:xfrm xmlns:a="http://schemas.openxmlformats.org/drawingml/2006/main">
            <a:off x="12624911" y="3105150"/>
            <a:ext cx="10191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والإحالة</a:t>
            </a:r>
          </a:p>
        </p:txBody>
      </p:sp>
      <p:sp>
        <p:nvSpPr>
          <p:cNvPr id="24" name="">
            <a:extLst xmlns:a="http://schemas.openxmlformats.org/drawingml/2006/main">
              <a:ext uri="{FF2B5EF4-FFF2-40B4-BE49-F238E27FC236}">
                <a16:creationId xmlns:a16="http://schemas.microsoft.com/office/drawing/2014/main" id="{9EF568D6-AE4E-4E18-91E4-3BC60CFBE929}"/>
              </a:ext>
            </a:extLst>
          </p:cNvPr>
          <p:cNvSpPr>
            <a:spLocks xmlns:a="http://schemas.openxmlformats.org/drawingml/2006/main" noGrp="1"/>
          </p:cNvSpPr>
          <p:nvPr/>
        </p:nvSpPr>
        <p:spPr>
          <a:xfrm xmlns:a="http://schemas.openxmlformats.org/drawingml/2006/main">
            <a:off x="11528489" y="3105150"/>
            <a:ext cx="990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والشرح</a:t>
            </a:r>
          </a:p>
        </p:txBody>
      </p:sp>
      <p:sp>
        <p:nvSpPr>
          <p:cNvPr id="25" name="">
            <a:extLst xmlns:a="http://schemas.openxmlformats.org/drawingml/2006/main">
              <a:ext uri="{FF2B5EF4-FFF2-40B4-BE49-F238E27FC236}">
                <a16:creationId xmlns:a16="http://schemas.microsoft.com/office/drawing/2014/main" id="{A9575A98-9F99-4B41-98E6-9F2F586BBF98}"/>
              </a:ext>
            </a:extLst>
          </p:cNvPr>
          <p:cNvSpPr>
            <a:spLocks xmlns:a="http://schemas.openxmlformats.org/drawingml/2006/main" noGrp="1"/>
          </p:cNvSpPr>
          <p:nvPr/>
        </p:nvSpPr>
        <p:spPr>
          <a:xfrm xmlns:a="http://schemas.openxmlformats.org/drawingml/2006/main">
            <a:off x="10974991" y="3105150"/>
            <a:ext cx="4476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معاً</a:t>
            </a:r>
          </a:p>
        </p:txBody>
      </p:sp>
      <p:sp>
        <p:nvSpPr>
          <p:cNvPr id="26" name="">
            <a:extLst xmlns:a="http://schemas.openxmlformats.org/drawingml/2006/main">
              <a:ext uri="{FF2B5EF4-FFF2-40B4-BE49-F238E27FC236}">
                <a16:creationId xmlns:a16="http://schemas.microsoft.com/office/drawing/2014/main" id="{544AC460-86BA-49D4-B0C6-21CA5C93E052}"/>
              </a:ext>
            </a:extLst>
          </p:cNvPr>
          <p:cNvSpPr>
            <a:spLocks xmlns:a="http://schemas.openxmlformats.org/drawingml/2006/main" noGrp="1"/>
          </p:cNvSpPr>
          <p:nvPr/>
        </p:nvSpPr>
        <p:spPr>
          <a:xfrm xmlns:a="http://schemas.openxmlformats.org/drawingml/2006/main">
            <a:off x="10059543" y="3105150"/>
            <a:ext cx="809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لإعداد</a:t>
            </a:r>
          </a:p>
        </p:txBody>
      </p:sp>
      <p:sp>
        <p:nvSpPr>
          <p:cNvPr id="27" name="">
            <a:extLst xmlns:a="http://schemas.openxmlformats.org/drawingml/2006/main">
              <a:ext uri="{FF2B5EF4-FFF2-40B4-BE49-F238E27FC236}">
                <a16:creationId xmlns:a16="http://schemas.microsoft.com/office/drawing/2014/main" id="{DEE364F5-0CFE-4E53-A366-497A7529DC6C}"/>
              </a:ext>
            </a:extLst>
          </p:cNvPr>
          <p:cNvSpPr>
            <a:spLocks xmlns:a="http://schemas.openxmlformats.org/drawingml/2006/main" noGrp="1"/>
          </p:cNvSpPr>
          <p:nvPr/>
        </p:nvSpPr>
        <p:spPr>
          <a:xfrm xmlns:a="http://schemas.openxmlformats.org/drawingml/2006/main">
            <a:off x="9172670" y="3105150"/>
            <a:ext cx="781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جواب</a:t>
            </a:r>
          </a:p>
        </p:txBody>
      </p:sp>
      <p:sp>
        <p:nvSpPr>
          <p:cNvPr id="28" name="">
            <a:extLst xmlns:a="http://schemas.openxmlformats.org/drawingml/2006/main">
              <a:ext uri="{FF2B5EF4-FFF2-40B4-BE49-F238E27FC236}">
                <a16:creationId xmlns:a16="http://schemas.microsoft.com/office/drawing/2014/main" id="{0A0AFF7C-0708-45D6-85A1-9C485870465A}"/>
              </a:ext>
            </a:extLst>
          </p:cNvPr>
          <p:cNvSpPr>
            <a:spLocks xmlns:a="http://schemas.openxmlformats.org/drawingml/2006/main" noGrp="1"/>
          </p:cNvSpPr>
          <p:nvPr/>
        </p:nvSpPr>
        <p:spPr>
          <a:xfrm xmlns:a="http://schemas.openxmlformats.org/drawingml/2006/main">
            <a:off x="8533448" y="3105150"/>
            <a:ext cx="533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قابل</a:t>
            </a:r>
          </a:p>
        </p:txBody>
      </p:sp>
      <p:sp>
        <p:nvSpPr>
          <p:cNvPr id="29" name="">
            <a:extLst xmlns:a="http://schemas.openxmlformats.org/drawingml/2006/main">
              <a:ext uri="{FF2B5EF4-FFF2-40B4-BE49-F238E27FC236}">
                <a16:creationId xmlns:a16="http://schemas.microsoft.com/office/drawing/2014/main" id="{80F36719-F570-4FF2-820C-1D1AAF9D3BEA}"/>
              </a:ext>
            </a:extLst>
          </p:cNvPr>
          <p:cNvSpPr>
            <a:spLocks xmlns:a="http://schemas.openxmlformats.org/drawingml/2006/main" noGrp="1"/>
          </p:cNvSpPr>
          <p:nvPr/>
        </p:nvSpPr>
        <p:spPr>
          <a:xfrm xmlns:a="http://schemas.openxmlformats.org/drawingml/2006/main">
            <a:off x="7760875" y="3105150"/>
            <a:ext cx="666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للتتبع</a:t>
            </a:r>
          </a:p>
        </p:txBody>
      </p:sp>
      <p:sp>
        <p:nvSpPr>
          <p:cNvPr id="30" name="">
            <a:extLst xmlns:a="http://schemas.openxmlformats.org/drawingml/2006/main">
              <a:ext uri="{FF2B5EF4-FFF2-40B4-BE49-F238E27FC236}">
                <a16:creationId xmlns:a16="http://schemas.microsoft.com/office/drawing/2014/main" id="{983CA926-84D5-4BCA-B6B4-9E8EAAA4CAC6}"/>
              </a:ext>
            </a:extLst>
          </p:cNvPr>
          <p:cNvSpPr>
            <a:spLocks xmlns:a="http://schemas.openxmlformats.org/drawingml/2006/main" noGrp="1"/>
          </p:cNvSpPr>
          <p:nvPr/>
        </p:nvSpPr>
        <p:spPr>
          <a:xfrm xmlns:a="http://schemas.openxmlformats.org/drawingml/2006/main">
            <a:off x="16363950" y="4305300"/>
            <a:ext cx="876300" cy="7234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75" b="1">
                <a:solidFill>
                  <a:srgbClr val="075642"/>
                </a:solidFill>
                <a:latin typeface="Arial"/>
                <a:ea typeface="Arial"/>
                <a:cs typeface="Arial"/>
              </a:defRPr>
            </a:pPr>
            <a:r>
              <a:rPr sz="3675" b="1">
                <a:solidFill>
                  <a:srgbClr val="075642"/>
                </a:solidFill>
                <a:latin typeface="Arial"/>
                <a:ea typeface="Arial"/>
                <a:cs typeface="Arial"/>
              </a:rPr>
              <a:t>صانع</a:t>
            </a:r>
          </a:p>
        </p:txBody>
      </p:sp>
      <p:sp>
        <p:nvSpPr>
          <p:cNvPr id="31" name="">
            <a:extLst xmlns:a="http://schemas.openxmlformats.org/drawingml/2006/main">
              <a:ext uri="{FF2B5EF4-FFF2-40B4-BE49-F238E27FC236}">
                <a16:creationId xmlns:a16="http://schemas.microsoft.com/office/drawing/2014/main" id="{1CFE716F-DE19-4E1B-91F7-220F9BFA1E48}"/>
              </a:ext>
            </a:extLst>
          </p:cNvPr>
          <p:cNvSpPr>
            <a:spLocks xmlns:a="http://schemas.openxmlformats.org/drawingml/2006/main" noGrp="1"/>
          </p:cNvSpPr>
          <p:nvPr/>
        </p:nvSpPr>
        <p:spPr>
          <a:xfrm xmlns:a="http://schemas.openxmlformats.org/drawingml/2006/main">
            <a:off x="14881765" y="4305300"/>
            <a:ext cx="1352550" cy="7234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75" b="1">
                <a:solidFill>
                  <a:srgbClr val="075642"/>
                </a:solidFill>
                <a:latin typeface="Arial"/>
                <a:ea typeface="Arial"/>
                <a:cs typeface="Arial"/>
              </a:defRPr>
            </a:pPr>
            <a:r>
              <a:rPr sz="3675" b="1">
                <a:solidFill>
                  <a:srgbClr val="075642"/>
                </a:solidFill>
                <a:latin typeface="Arial"/>
                <a:ea typeface="Arial"/>
                <a:cs typeface="Arial"/>
              </a:rPr>
              <a:t>المحتوى</a:t>
            </a:r>
          </a:p>
        </p:txBody>
      </p:sp>
      <p:sp>
        <p:nvSpPr>
          <p:cNvPr id="32" name="">
            <a:extLst xmlns:a="http://schemas.openxmlformats.org/drawingml/2006/main">
              <a:ext uri="{FF2B5EF4-FFF2-40B4-BE49-F238E27FC236}">
                <a16:creationId xmlns:a16="http://schemas.microsoft.com/office/drawing/2014/main" id="{0810EFAE-3206-4EC6-98FA-12DC85360DAB}"/>
              </a:ext>
            </a:extLst>
          </p:cNvPr>
          <p:cNvSpPr>
            <a:spLocks xmlns:a="http://schemas.openxmlformats.org/drawingml/2006/main" noGrp="1"/>
          </p:cNvSpPr>
          <p:nvPr/>
        </p:nvSpPr>
        <p:spPr>
          <a:xfrm xmlns:a="http://schemas.openxmlformats.org/drawingml/2006/main">
            <a:off x="14380655" y="4305300"/>
            <a:ext cx="371475" cy="7234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75" b="1">
                <a:solidFill>
                  <a:srgbClr val="075642"/>
                </a:solidFill>
                <a:latin typeface="Arial"/>
                <a:ea typeface="Arial"/>
                <a:cs typeface="Arial"/>
              </a:defRPr>
            </a:pPr>
            <a:r>
              <a:rPr sz="3675" b="1">
                <a:solidFill>
                  <a:srgbClr val="075642"/>
                </a:solidFill>
                <a:latin typeface="Arial"/>
                <a:ea typeface="Arial"/>
                <a:cs typeface="Arial"/>
              </a:rPr>
              <a:t>أو</a:t>
            </a:r>
          </a:p>
        </p:txBody>
      </p:sp>
      <p:sp>
        <p:nvSpPr>
          <p:cNvPr id="33" name="">
            <a:extLst xmlns:a="http://schemas.openxmlformats.org/drawingml/2006/main">
              <a:ext uri="{FF2B5EF4-FFF2-40B4-BE49-F238E27FC236}">
                <a16:creationId xmlns:a16="http://schemas.microsoft.com/office/drawing/2014/main" id="{56E834D7-579F-41C2-AC83-93A5F3E6B2FB}"/>
              </a:ext>
            </a:extLst>
          </p:cNvPr>
          <p:cNvSpPr>
            <a:spLocks xmlns:a="http://schemas.openxmlformats.org/drawingml/2006/main" noGrp="1"/>
          </p:cNvSpPr>
          <p:nvPr/>
        </p:nvSpPr>
        <p:spPr>
          <a:xfrm xmlns:a="http://schemas.openxmlformats.org/drawingml/2006/main">
            <a:off x="13212794" y="4305300"/>
            <a:ext cx="1038225" cy="7234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75" b="1">
                <a:solidFill>
                  <a:srgbClr val="075642"/>
                </a:solidFill>
                <a:latin typeface="Arial"/>
                <a:ea typeface="Arial"/>
                <a:cs typeface="Arial"/>
              </a:defRPr>
            </a:pPr>
            <a:r>
              <a:rPr sz="3675" b="1">
                <a:solidFill>
                  <a:srgbClr val="075642"/>
                </a:solidFill>
                <a:latin typeface="Arial"/>
                <a:ea typeface="Arial"/>
                <a:cs typeface="Arial"/>
              </a:rPr>
              <a:t>القارئ</a:t>
            </a:r>
          </a:p>
        </p:txBody>
      </p:sp>
      <p:sp>
        <p:nvSpPr>
          <p:cNvPr id="34" name="">
            <a:extLst xmlns:a="http://schemas.openxmlformats.org/drawingml/2006/main">
              <a:ext uri="{FF2B5EF4-FFF2-40B4-BE49-F238E27FC236}">
                <a16:creationId xmlns:a16="http://schemas.microsoft.com/office/drawing/2014/main" id="{01C9EC14-2924-499C-B4D1-1A9FAE2FE5A3}"/>
              </a:ext>
            </a:extLst>
          </p:cNvPr>
          <p:cNvSpPr>
            <a:spLocks xmlns:a="http://schemas.openxmlformats.org/drawingml/2006/main" noGrp="1"/>
          </p:cNvSpPr>
          <p:nvPr/>
        </p:nvSpPr>
        <p:spPr>
          <a:xfrm xmlns:a="http://schemas.openxmlformats.org/drawingml/2006/main">
            <a:off x="16363950" y="5095875"/>
            <a:ext cx="876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يفحص</a:t>
            </a:r>
          </a:p>
        </p:txBody>
      </p:sp>
      <p:sp>
        <p:nvSpPr>
          <p:cNvPr id="35" name="">
            <a:extLst xmlns:a="http://schemas.openxmlformats.org/drawingml/2006/main">
              <a:ext uri="{FF2B5EF4-FFF2-40B4-BE49-F238E27FC236}">
                <a16:creationId xmlns:a16="http://schemas.microsoft.com/office/drawing/2014/main" id="{AC09986F-B143-4ED7-B63E-7A1357661215}"/>
              </a:ext>
            </a:extLst>
          </p:cNvPr>
          <p:cNvSpPr>
            <a:spLocks xmlns:a="http://schemas.openxmlformats.org/drawingml/2006/main" noGrp="1"/>
          </p:cNvSpPr>
          <p:nvPr/>
        </p:nvSpPr>
        <p:spPr>
          <a:xfrm xmlns:a="http://schemas.openxmlformats.org/drawingml/2006/main">
            <a:off x="15639002" y="5095875"/>
            <a:ext cx="619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دلالة</a:t>
            </a:r>
          </a:p>
        </p:txBody>
      </p:sp>
      <p:sp>
        <p:nvSpPr>
          <p:cNvPr id="36" name="">
            <a:extLst xmlns:a="http://schemas.openxmlformats.org/drawingml/2006/main">
              <a:ext uri="{FF2B5EF4-FFF2-40B4-BE49-F238E27FC236}">
                <a16:creationId xmlns:a16="http://schemas.microsoft.com/office/drawing/2014/main" id="{CBFB2E15-94DA-4AA6-A0ED-536F8C26BEF5}"/>
              </a:ext>
            </a:extLst>
          </p:cNvPr>
          <p:cNvSpPr>
            <a:spLocks xmlns:a="http://schemas.openxmlformats.org/drawingml/2006/main" noGrp="1"/>
          </p:cNvSpPr>
          <p:nvPr/>
        </p:nvSpPr>
        <p:spPr>
          <a:xfrm xmlns:a="http://schemas.openxmlformats.org/drawingml/2006/main">
            <a:off x="14685455" y="5095875"/>
            <a:ext cx="8477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العبارة</a:t>
            </a:r>
          </a:p>
        </p:txBody>
      </p:sp>
      <p:sp>
        <p:nvSpPr>
          <p:cNvPr id="37" name="">
            <a:extLst xmlns:a="http://schemas.openxmlformats.org/drawingml/2006/main">
              <a:ext uri="{FF2B5EF4-FFF2-40B4-BE49-F238E27FC236}">
                <a16:creationId xmlns:a16="http://schemas.microsoft.com/office/drawing/2014/main" id="{1C854316-FE68-4949-9943-51D8B381887E}"/>
              </a:ext>
            </a:extLst>
          </p:cNvPr>
          <p:cNvSpPr>
            <a:spLocks xmlns:a="http://schemas.openxmlformats.org/drawingml/2006/main" noGrp="1"/>
          </p:cNvSpPr>
          <p:nvPr/>
        </p:nvSpPr>
        <p:spPr>
          <a:xfrm xmlns:a="http://schemas.openxmlformats.org/drawingml/2006/main">
            <a:off x="14131957" y="5095875"/>
            <a:ext cx="4476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قبل</a:t>
            </a:r>
          </a:p>
        </p:txBody>
      </p:sp>
      <p:sp>
        <p:nvSpPr>
          <p:cNvPr id="38" name="">
            <a:extLst xmlns:a="http://schemas.openxmlformats.org/drawingml/2006/main">
              <a:ext uri="{FF2B5EF4-FFF2-40B4-BE49-F238E27FC236}">
                <a16:creationId xmlns:a16="http://schemas.microsoft.com/office/drawing/2014/main" id="{D73D064C-287E-4C25-B80E-ABEFC3A19C37}"/>
              </a:ext>
            </a:extLst>
          </p:cNvPr>
          <p:cNvSpPr>
            <a:spLocks xmlns:a="http://schemas.openxmlformats.org/drawingml/2006/main" noGrp="1"/>
          </p:cNvSpPr>
          <p:nvPr/>
        </p:nvSpPr>
        <p:spPr>
          <a:xfrm xmlns:a="http://schemas.openxmlformats.org/drawingml/2006/main">
            <a:off x="12854559" y="5095875"/>
            <a:ext cx="11715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مشاركتها</a:t>
            </a:r>
          </a:p>
        </p:txBody>
      </p:sp>
      <p:sp>
        <p:nvSpPr>
          <p:cNvPr id="39" name="">
            <a:extLst xmlns:a="http://schemas.openxmlformats.org/drawingml/2006/main">
              <a:ext uri="{FF2B5EF4-FFF2-40B4-BE49-F238E27FC236}">
                <a16:creationId xmlns:a16="http://schemas.microsoft.com/office/drawing/2014/main" id="{2466F2DE-9081-4147-96AA-4D6FF5E491DA}"/>
              </a:ext>
            </a:extLst>
          </p:cNvPr>
          <p:cNvSpPr>
            <a:spLocks xmlns:a="http://schemas.openxmlformats.org/drawingml/2006/main" noGrp="1"/>
          </p:cNvSpPr>
          <p:nvPr/>
        </p:nvSpPr>
        <p:spPr>
          <a:xfrm xmlns:a="http://schemas.openxmlformats.org/drawingml/2006/main">
            <a:off x="11796236" y="5095875"/>
            <a:ext cx="95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ويعرف</a:t>
            </a:r>
          </a:p>
        </p:txBody>
      </p:sp>
      <p:sp>
        <p:nvSpPr>
          <p:cNvPr id="40" name="">
            <a:extLst xmlns:a="http://schemas.openxmlformats.org/drawingml/2006/main">
              <a:ext uri="{FF2B5EF4-FFF2-40B4-BE49-F238E27FC236}">
                <a16:creationId xmlns:a16="http://schemas.microsoft.com/office/drawing/2014/main" id="{4C99C55C-85C7-423F-922A-3015BE5694E9}"/>
              </a:ext>
            </a:extLst>
          </p:cNvPr>
          <p:cNvSpPr>
            <a:spLocks xmlns:a="http://schemas.openxmlformats.org/drawingml/2006/main" noGrp="1"/>
          </p:cNvSpPr>
          <p:nvPr/>
        </p:nvSpPr>
        <p:spPr>
          <a:xfrm xmlns:a="http://schemas.openxmlformats.org/drawingml/2006/main">
            <a:off x="11157014" y="5095875"/>
            <a:ext cx="533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متى</a:t>
            </a:r>
          </a:p>
        </p:txBody>
      </p:sp>
      <p:sp>
        <p:nvSpPr>
          <p:cNvPr id="41" name="">
            <a:extLst xmlns:a="http://schemas.openxmlformats.org/drawingml/2006/main">
              <a:ext uri="{FF2B5EF4-FFF2-40B4-BE49-F238E27FC236}">
                <a16:creationId xmlns:a16="http://schemas.microsoft.com/office/drawing/2014/main" id="{3C433F8F-F6E6-49B6-9F0F-35FE151BADFF}"/>
              </a:ext>
            </a:extLst>
          </p:cNvPr>
          <p:cNvSpPr>
            <a:spLocks xmlns:a="http://schemas.openxmlformats.org/drawingml/2006/main" noGrp="1"/>
          </p:cNvSpPr>
          <p:nvPr/>
        </p:nvSpPr>
        <p:spPr>
          <a:xfrm xmlns:a="http://schemas.openxmlformats.org/drawingml/2006/main">
            <a:off x="10298716" y="5095875"/>
            <a:ext cx="7524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يحتاج</a:t>
            </a:r>
          </a:p>
        </p:txBody>
      </p:sp>
      <p:sp>
        <p:nvSpPr>
          <p:cNvPr id="42" name="">
            <a:extLst xmlns:a="http://schemas.openxmlformats.org/drawingml/2006/main">
              <a:ext uri="{FF2B5EF4-FFF2-40B4-BE49-F238E27FC236}">
                <a16:creationId xmlns:a16="http://schemas.microsoft.com/office/drawing/2014/main" id="{1615A0BE-3ACE-41E6-B9F6-B17789328A3A}"/>
              </a:ext>
            </a:extLst>
          </p:cNvPr>
          <p:cNvSpPr>
            <a:spLocks xmlns:a="http://schemas.openxmlformats.org/drawingml/2006/main" noGrp="1"/>
          </p:cNvSpPr>
          <p:nvPr/>
        </p:nvSpPr>
        <p:spPr>
          <a:xfrm xmlns:a="http://schemas.openxmlformats.org/drawingml/2006/main">
            <a:off x="9745218" y="5095875"/>
            <a:ext cx="4476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إلى</a:t>
            </a:r>
          </a:p>
        </p:txBody>
      </p:sp>
      <p:sp>
        <p:nvSpPr>
          <p:cNvPr id="43" name="">
            <a:extLst xmlns:a="http://schemas.openxmlformats.org/drawingml/2006/main">
              <a:ext uri="{FF2B5EF4-FFF2-40B4-BE49-F238E27FC236}">
                <a16:creationId xmlns:a16="http://schemas.microsoft.com/office/drawing/2014/main" id="{95FDBFC1-FC1C-4E4F-85B9-E29D2CDD5FBF}"/>
              </a:ext>
            </a:extLst>
          </p:cNvPr>
          <p:cNvSpPr>
            <a:spLocks xmlns:a="http://schemas.openxmlformats.org/drawingml/2006/main" noGrp="1"/>
          </p:cNvSpPr>
          <p:nvPr/>
        </p:nvSpPr>
        <p:spPr>
          <a:xfrm xmlns:a="http://schemas.openxmlformats.org/drawingml/2006/main">
            <a:off x="8705945" y="5095875"/>
            <a:ext cx="933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توضيح</a:t>
            </a:r>
          </a:p>
        </p:txBody>
      </p:sp>
      <p:sp>
        <p:nvSpPr>
          <p:cNvPr id="44" name="">
            <a:extLst xmlns:a="http://schemas.openxmlformats.org/drawingml/2006/main">
              <a:ext uri="{FF2B5EF4-FFF2-40B4-BE49-F238E27FC236}">
                <a16:creationId xmlns:a16="http://schemas.microsoft.com/office/drawing/2014/main" id="{F383B750-A2BF-4350-9868-E75AEC644D3B}"/>
              </a:ext>
            </a:extLst>
          </p:cNvPr>
          <p:cNvSpPr>
            <a:spLocks xmlns:a="http://schemas.openxmlformats.org/drawingml/2006/main" noGrp="1"/>
          </p:cNvSpPr>
          <p:nvPr/>
        </p:nvSpPr>
        <p:spPr>
          <a:xfrm xmlns:a="http://schemas.openxmlformats.org/drawingml/2006/main">
            <a:off x="8295323" y="5095875"/>
            <a:ext cx="304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أو</a:t>
            </a:r>
          </a:p>
        </p:txBody>
      </p:sp>
      <p:sp>
        <p:nvSpPr>
          <p:cNvPr id="45" name="">
            <a:extLst xmlns:a="http://schemas.openxmlformats.org/drawingml/2006/main">
              <a:ext uri="{FF2B5EF4-FFF2-40B4-BE49-F238E27FC236}">
                <a16:creationId xmlns:a16="http://schemas.microsoft.com/office/drawing/2014/main" id="{BD570B27-13E8-43E7-AB23-53232059AD0D}"/>
              </a:ext>
            </a:extLst>
          </p:cNvPr>
          <p:cNvSpPr>
            <a:spLocks xmlns:a="http://schemas.openxmlformats.org/drawingml/2006/main" noGrp="1"/>
          </p:cNvSpPr>
          <p:nvPr/>
        </p:nvSpPr>
        <p:spPr>
          <a:xfrm xmlns:a="http://schemas.openxmlformats.org/drawingml/2006/main">
            <a:off x="7265575" y="5095875"/>
            <a:ext cx="9239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مختص</a:t>
            </a:r>
          </a:p>
        </p:txBody>
      </p:sp>
      <p:sp>
        <p:nvSpPr>
          <p:cNvPr id="46" name="">
            <a:extLst xmlns:a="http://schemas.openxmlformats.org/drawingml/2006/main">
              <a:ext uri="{FF2B5EF4-FFF2-40B4-BE49-F238E27FC236}">
                <a16:creationId xmlns:a16="http://schemas.microsoft.com/office/drawing/2014/main" id="{69D4566B-544B-4D93-97FE-A686B486BFA1}"/>
              </a:ext>
            </a:extLst>
          </p:cNvPr>
          <p:cNvSpPr>
            <a:spLocks xmlns:a="http://schemas.openxmlformats.org/drawingml/2006/main" noGrp="1"/>
          </p:cNvSpPr>
          <p:nvPr/>
        </p:nvSpPr>
        <p:spPr>
          <a:xfrm xmlns:a="http://schemas.openxmlformats.org/drawingml/2006/main">
            <a:off x="16306800" y="6400800"/>
            <a:ext cx="933450" cy="7234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75" b="1">
                <a:solidFill>
                  <a:srgbClr val="6150EA"/>
                </a:solidFill>
                <a:latin typeface="Arial"/>
                <a:ea typeface="Arial"/>
                <a:cs typeface="Arial"/>
              </a:defRPr>
            </a:pPr>
            <a:r>
              <a:rPr sz="3675" b="1">
                <a:solidFill>
                  <a:srgbClr val="6150EA"/>
                </a:solidFill>
                <a:latin typeface="Arial"/>
                <a:ea typeface="Arial"/>
                <a:cs typeface="Arial"/>
              </a:rPr>
              <a:t>القيمة</a:t>
            </a:r>
          </a:p>
        </p:txBody>
      </p:sp>
      <p:sp>
        <p:nvSpPr>
          <p:cNvPr id="47" name="">
            <a:extLst xmlns:a="http://schemas.openxmlformats.org/drawingml/2006/main">
              <a:ext uri="{FF2B5EF4-FFF2-40B4-BE49-F238E27FC236}">
                <a16:creationId xmlns:a16="http://schemas.microsoft.com/office/drawing/2014/main" id="{9DDA0991-37D2-4B7C-85E4-16EF841900FF}"/>
              </a:ext>
            </a:extLst>
          </p:cNvPr>
          <p:cNvSpPr>
            <a:spLocks xmlns:a="http://schemas.openxmlformats.org/drawingml/2006/main" noGrp="1"/>
          </p:cNvSpPr>
          <p:nvPr/>
        </p:nvSpPr>
        <p:spPr>
          <a:xfrm xmlns:a="http://schemas.openxmlformats.org/drawingml/2006/main">
            <a:off x="14910340" y="6400800"/>
            <a:ext cx="1266825" cy="7234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75" b="1">
                <a:solidFill>
                  <a:srgbClr val="6150EA"/>
                </a:solidFill>
                <a:latin typeface="Arial"/>
                <a:ea typeface="Arial"/>
                <a:cs typeface="Arial"/>
              </a:defRPr>
            </a:pPr>
            <a:r>
              <a:rPr sz="3675" b="1">
                <a:solidFill>
                  <a:srgbClr val="6150EA"/>
                </a:solidFill>
                <a:latin typeface="Arial"/>
                <a:ea typeface="Arial"/>
                <a:cs typeface="Arial"/>
              </a:rPr>
              <a:t>المضافة</a:t>
            </a:r>
          </a:p>
        </p:txBody>
      </p:sp>
      <p:sp>
        <p:nvSpPr>
          <p:cNvPr id="48" name="">
            <a:extLst xmlns:a="http://schemas.openxmlformats.org/drawingml/2006/main">
              <a:ext uri="{FF2B5EF4-FFF2-40B4-BE49-F238E27FC236}">
                <a16:creationId xmlns:a16="http://schemas.microsoft.com/office/drawing/2014/main" id="{CC65A708-A5AD-488B-9A2E-4E9303F009B1}"/>
              </a:ext>
            </a:extLst>
          </p:cNvPr>
          <p:cNvSpPr>
            <a:spLocks xmlns:a="http://schemas.openxmlformats.org/drawingml/2006/main" noGrp="1"/>
          </p:cNvSpPr>
          <p:nvPr/>
        </p:nvSpPr>
        <p:spPr>
          <a:xfrm xmlns:a="http://schemas.openxmlformats.org/drawingml/2006/main">
            <a:off x="14247305" y="6400800"/>
            <a:ext cx="533400" cy="7234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75" b="1">
                <a:solidFill>
                  <a:srgbClr val="6150EA"/>
                </a:solidFill>
                <a:latin typeface="Arial"/>
                <a:ea typeface="Arial"/>
                <a:cs typeface="Arial"/>
              </a:defRPr>
            </a:pPr>
            <a:r>
              <a:rPr sz="3675" b="1">
                <a:solidFill>
                  <a:srgbClr val="6150EA"/>
                </a:solidFill>
                <a:latin typeface="Arial"/>
                <a:ea typeface="Arial"/>
                <a:cs typeface="Arial"/>
              </a:rPr>
              <a:t>إلى</a:t>
            </a:r>
          </a:p>
        </p:txBody>
      </p:sp>
      <p:sp>
        <p:nvSpPr>
          <p:cNvPr id="49" name="">
            <a:extLst xmlns:a="http://schemas.openxmlformats.org/drawingml/2006/main">
              <a:ext uri="{FF2B5EF4-FFF2-40B4-BE49-F238E27FC236}">
                <a16:creationId xmlns:a16="http://schemas.microsoft.com/office/drawing/2014/main" id="{CDA6CDF6-B48C-440C-9BA4-3060E4AB47FD}"/>
              </a:ext>
            </a:extLst>
          </p:cNvPr>
          <p:cNvSpPr>
            <a:spLocks xmlns:a="http://schemas.openxmlformats.org/drawingml/2006/main" noGrp="1"/>
          </p:cNvSpPr>
          <p:nvPr/>
        </p:nvSpPr>
        <p:spPr>
          <a:xfrm xmlns:a="http://schemas.openxmlformats.org/drawingml/2006/main">
            <a:off x="13174694" y="6400800"/>
            <a:ext cx="942975" cy="7234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75" b="1">
                <a:solidFill>
                  <a:srgbClr val="6150EA"/>
                </a:solidFill>
                <a:latin typeface="Arial"/>
                <a:ea typeface="Arial"/>
                <a:cs typeface="Arial"/>
              </a:defRPr>
            </a:pPr>
            <a:r>
              <a:rPr sz="3675" b="1">
                <a:solidFill>
                  <a:srgbClr val="6150EA"/>
                </a:solidFill>
                <a:latin typeface="Arial"/>
                <a:ea typeface="Arial"/>
                <a:cs typeface="Arial"/>
              </a:rPr>
              <a:t>البحث</a:t>
            </a:r>
          </a:p>
        </p:txBody>
      </p:sp>
      <p:sp>
        <p:nvSpPr>
          <p:cNvPr id="50" name="">
            <a:extLst xmlns:a="http://schemas.openxmlformats.org/drawingml/2006/main">
              <a:ext uri="{FF2B5EF4-FFF2-40B4-BE49-F238E27FC236}">
                <a16:creationId xmlns:a16="http://schemas.microsoft.com/office/drawing/2014/main" id="{716E4BBA-5201-45D2-BDE7-FDC0CEBDBF67}"/>
              </a:ext>
            </a:extLst>
          </p:cNvPr>
          <p:cNvSpPr>
            <a:spLocks xmlns:a="http://schemas.openxmlformats.org/drawingml/2006/main" noGrp="1"/>
          </p:cNvSpPr>
          <p:nvPr/>
        </p:nvSpPr>
        <p:spPr>
          <a:xfrm xmlns:a="http://schemas.openxmlformats.org/drawingml/2006/main">
            <a:off x="12016359" y="6400800"/>
            <a:ext cx="1028700" cy="7234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75" b="1">
                <a:solidFill>
                  <a:srgbClr val="6150EA"/>
                </a:solidFill>
                <a:latin typeface="Arial"/>
                <a:ea typeface="Arial"/>
                <a:cs typeface="Arial"/>
              </a:defRPr>
            </a:pPr>
            <a:r>
              <a:rPr sz="3675" b="1">
                <a:solidFill>
                  <a:srgbClr val="6150EA"/>
                </a:solidFill>
                <a:latin typeface="Arial"/>
                <a:ea typeface="Arial"/>
                <a:cs typeface="Arial"/>
              </a:rPr>
              <a:t>المعتاد</a:t>
            </a:r>
          </a:p>
        </p:txBody>
      </p:sp>
      <p:sp>
        <p:nvSpPr>
          <p:cNvPr id="51" name="">
            <a:extLst xmlns:a="http://schemas.openxmlformats.org/drawingml/2006/main">
              <a:ext uri="{FF2B5EF4-FFF2-40B4-BE49-F238E27FC236}">
                <a16:creationId xmlns:a16="http://schemas.microsoft.com/office/drawing/2014/main" id="{4067BD95-8B53-4E9D-857C-10F43B68BD73}"/>
              </a:ext>
            </a:extLst>
          </p:cNvPr>
          <p:cNvSpPr>
            <a:spLocks xmlns:a="http://schemas.openxmlformats.org/drawingml/2006/main" noGrp="1"/>
          </p:cNvSpPr>
          <p:nvPr/>
        </p:nvSpPr>
        <p:spPr>
          <a:xfrm xmlns:a="http://schemas.openxmlformats.org/drawingml/2006/main">
            <a:off x="16363950" y="7210425"/>
            <a:ext cx="876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تفحص</a:t>
            </a:r>
          </a:p>
        </p:txBody>
      </p:sp>
      <p:sp>
        <p:nvSpPr>
          <p:cNvPr id="52" name="">
            <a:extLst xmlns:a="http://schemas.openxmlformats.org/drawingml/2006/main">
              <a:ext uri="{FF2B5EF4-FFF2-40B4-BE49-F238E27FC236}">
                <a16:creationId xmlns:a16="http://schemas.microsoft.com/office/drawing/2014/main" id="{ABB7B302-95BE-4534-9A6F-1D6F4F9B4FD5}"/>
              </a:ext>
            </a:extLst>
          </p:cNvPr>
          <p:cNvSpPr>
            <a:spLocks xmlns:a="http://schemas.openxmlformats.org/drawingml/2006/main" noGrp="1"/>
          </p:cNvSpPr>
          <p:nvPr/>
        </p:nvSpPr>
        <p:spPr>
          <a:xfrm xmlns:a="http://schemas.openxmlformats.org/drawingml/2006/main">
            <a:off x="15524702" y="7210425"/>
            <a:ext cx="7334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عدسة</a:t>
            </a:r>
          </a:p>
        </p:txBody>
      </p:sp>
      <p:sp>
        <p:nvSpPr>
          <p:cNvPr id="53" name="">
            <a:extLst xmlns:a="http://schemas.openxmlformats.org/drawingml/2006/main">
              <a:ext uri="{FF2B5EF4-FFF2-40B4-BE49-F238E27FC236}">
                <a16:creationId xmlns:a16="http://schemas.microsoft.com/office/drawing/2014/main" id="{0647BB7F-FD7B-4F0E-B78F-470A1545BB3D}"/>
              </a:ext>
            </a:extLst>
          </p:cNvPr>
          <p:cNvSpPr>
            <a:spLocks xmlns:a="http://schemas.openxmlformats.org/drawingml/2006/main" noGrp="1"/>
          </p:cNvSpPr>
          <p:nvPr/>
        </p:nvSpPr>
        <p:spPr>
          <a:xfrm xmlns:a="http://schemas.openxmlformats.org/drawingml/2006/main">
            <a:off x="14561630" y="7210425"/>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الإسناد</a:t>
            </a:r>
          </a:p>
        </p:txBody>
      </p:sp>
      <p:sp>
        <p:nvSpPr>
          <p:cNvPr id="54" name="">
            <a:extLst xmlns:a="http://schemas.openxmlformats.org/drawingml/2006/main">
              <a:ext uri="{FF2B5EF4-FFF2-40B4-BE49-F238E27FC236}">
                <a16:creationId xmlns:a16="http://schemas.microsoft.com/office/drawing/2014/main" id="{06174BC4-FD92-4038-AE90-635340A4A577}"/>
              </a:ext>
            </a:extLst>
          </p:cNvPr>
          <p:cNvSpPr>
            <a:spLocks xmlns:a="http://schemas.openxmlformats.org/drawingml/2006/main" noGrp="1"/>
          </p:cNvSpPr>
          <p:nvPr/>
        </p:nvSpPr>
        <p:spPr>
          <a:xfrm xmlns:a="http://schemas.openxmlformats.org/drawingml/2006/main">
            <a:off x="14160532" y="7210425"/>
            <a:ext cx="2952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ما</a:t>
            </a:r>
          </a:p>
        </p:txBody>
      </p:sp>
      <p:sp>
        <p:nvSpPr>
          <p:cNvPr id="55" name="">
            <a:extLst xmlns:a="http://schemas.openxmlformats.org/drawingml/2006/main">
              <a:ext uri="{FF2B5EF4-FFF2-40B4-BE49-F238E27FC236}">
                <a16:creationId xmlns:a16="http://schemas.microsoft.com/office/drawing/2014/main" id="{EBFAE0B2-8653-4947-902F-A2873EA273F3}"/>
              </a:ext>
            </a:extLst>
          </p:cNvPr>
          <p:cNvSpPr>
            <a:spLocks xmlns:a="http://schemas.openxmlformats.org/drawingml/2006/main" noGrp="1"/>
          </p:cNvSpPr>
          <p:nvPr/>
        </p:nvSpPr>
        <p:spPr>
          <a:xfrm xmlns:a="http://schemas.openxmlformats.org/drawingml/2006/main">
            <a:off x="13702284" y="7210425"/>
            <a:ext cx="3524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إذا</a:t>
            </a:r>
          </a:p>
        </p:txBody>
      </p:sp>
      <p:sp>
        <p:nvSpPr>
          <p:cNvPr id="56" name="">
            <a:extLst xmlns:a="http://schemas.openxmlformats.org/drawingml/2006/main">
              <a:ext uri="{FF2B5EF4-FFF2-40B4-BE49-F238E27FC236}">
                <a16:creationId xmlns:a16="http://schemas.microsoft.com/office/drawing/2014/main" id="{C6111904-A977-46B6-B8BA-77EB0E8974D8}"/>
              </a:ext>
            </a:extLst>
          </p:cNvPr>
          <p:cNvSpPr>
            <a:spLocks xmlns:a="http://schemas.openxmlformats.org/drawingml/2006/main" noGrp="1"/>
          </p:cNvSpPr>
          <p:nvPr/>
        </p:nvSpPr>
        <p:spPr>
          <a:xfrm xmlns:a="http://schemas.openxmlformats.org/drawingml/2006/main">
            <a:off x="13101161" y="72104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كان</a:t>
            </a:r>
          </a:p>
        </p:txBody>
      </p:sp>
      <p:sp>
        <p:nvSpPr>
          <p:cNvPr id="57" name="">
            <a:extLst xmlns:a="http://schemas.openxmlformats.org/drawingml/2006/main">
              <a:ext uri="{FF2B5EF4-FFF2-40B4-BE49-F238E27FC236}">
                <a16:creationId xmlns:a16="http://schemas.microsoft.com/office/drawing/2014/main" id="{A948CF10-FB15-4FAE-802C-F52826CF8F95}"/>
              </a:ext>
            </a:extLst>
          </p:cNvPr>
          <p:cNvSpPr>
            <a:spLocks xmlns:a="http://schemas.openxmlformats.org/drawingml/2006/main" noGrp="1"/>
          </p:cNvSpPr>
          <p:nvPr/>
        </p:nvSpPr>
        <p:spPr>
          <a:xfrm xmlns:a="http://schemas.openxmlformats.org/drawingml/2006/main">
            <a:off x="12280964" y="7210425"/>
            <a:ext cx="71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الدليل</a:t>
            </a:r>
          </a:p>
        </p:txBody>
      </p:sp>
      <p:sp>
        <p:nvSpPr>
          <p:cNvPr id="58" name="">
            <a:extLst xmlns:a="http://schemas.openxmlformats.org/drawingml/2006/main">
              <a:ext uri="{FF2B5EF4-FFF2-40B4-BE49-F238E27FC236}">
                <a16:creationId xmlns:a16="http://schemas.microsoft.com/office/drawing/2014/main" id="{2AB25A78-A569-4293-902E-7D932529F35F}"/>
              </a:ext>
            </a:extLst>
          </p:cNvPr>
          <p:cNvSpPr>
            <a:spLocks xmlns:a="http://schemas.openxmlformats.org/drawingml/2006/main" noGrp="1"/>
          </p:cNvSpPr>
          <p:nvPr/>
        </p:nvSpPr>
        <p:spPr>
          <a:xfrm xmlns:a="http://schemas.openxmlformats.org/drawingml/2006/main">
            <a:off x="11632216" y="7210425"/>
            <a:ext cx="5429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يؤيد</a:t>
            </a:r>
          </a:p>
        </p:txBody>
      </p:sp>
      <p:sp>
        <p:nvSpPr>
          <p:cNvPr id="59" name="">
            <a:extLst xmlns:a="http://schemas.openxmlformats.org/drawingml/2006/main">
              <a:ext uri="{FF2B5EF4-FFF2-40B4-BE49-F238E27FC236}">
                <a16:creationId xmlns:a16="http://schemas.microsoft.com/office/drawing/2014/main" id="{AED43105-3499-4FD6-9BB8-0F73BC9C565B}"/>
              </a:ext>
            </a:extLst>
          </p:cNvPr>
          <p:cNvSpPr>
            <a:spLocks xmlns:a="http://schemas.openxmlformats.org/drawingml/2006/main" noGrp="1"/>
          </p:cNvSpPr>
          <p:nvPr/>
        </p:nvSpPr>
        <p:spPr>
          <a:xfrm xmlns:a="http://schemas.openxmlformats.org/drawingml/2006/main">
            <a:off x="10602468" y="7210425"/>
            <a:ext cx="9239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الادعاء</a:t>
            </a:r>
          </a:p>
        </p:txBody>
      </p:sp>
      <p:sp>
        <p:nvSpPr>
          <p:cNvPr id="60" name="">
            <a:extLst xmlns:a="http://schemas.openxmlformats.org/drawingml/2006/main">
              <a:ext uri="{FF2B5EF4-FFF2-40B4-BE49-F238E27FC236}">
                <a16:creationId xmlns:a16="http://schemas.microsoft.com/office/drawing/2014/main" id="{53BC8185-2448-400C-90AF-D205A4F9908D}"/>
              </a:ext>
            </a:extLst>
          </p:cNvPr>
          <p:cNvSpPr>
            <a:spLocks xmlns:a="http://schemas.openxmlformats.org/drawingml/2006/main" noGrp="1"/>
          </p:cNvSpPr>
          <p:nvPr/>
        </p:nvSpPr>
        <p:spPr>
          <a:xfrm xmlns:a="http://schemas.openxmlformats.org/drawingml/2006/main">
            <a:off x="10229945" y="7210425"/>
            <a:ext cx="266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لا</a:t>
            </a:r>
          </a:p>
        </p:txBody>
      </p:sp>
      <p:sp>
        <p:nvSpPr>
          <p:cNvPr id="61" name="">
            <a:extLst xmlns:a="http://schemas.openxmlformats.org/drawingml/2006/main">
              <a:ext uri="{FF2B5EF4-FFF2-40B4-BE49-F238E27FC236}">
                <a16:creationId xmlns:a16="http://schemas.microsoft.com/office/drawing/2014/main" id="{64DE423E-8CE2-4D3D-B79D-E3C85721CD17}"/>
              </a:ext>
            </a:extLst>
          </p:cNvPr>
          <p:cNvSpPr>
            <a:spLocks xmlns:a="http://schemas.openxmlformats.org/drawingml/2006/main" noGrp="1"/>
          </p:cNvSpPr>
          <p:nvPr/>
        </p:nvSpPr>
        <p:spPr>
          <a:xfrm xmlns:a="http://schemas.openxmlformats.org/drawingml/2006/main">
            <a:off x="9400223" y="7210425"/>
            <a:ext cx="723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مجرد</a:t>
            </a:r>
          </a:p>
        </p:txBody>
      </p:sp>
      <p:sp>
        <p:nvSpPr>
          <p:cNvPr id="62" name="">
            <a:extLst xmlns:a="http://schemas.openxmlformats.org/drawingml/2006/main">
              <a:ext uri="{FF2B5EF4-FFF2-40B4-BE49-F238E27FC236}">
                <a16:creationId xmlns:a16="http://schemas.microsoft.com/office/drawing/2014/main" id="{F49AB991-ED57-4EDF-A7C6-32A717D48FE8}"/>
              </a:ext>
            </a:extLst>
          </p:cNvPr>
          <p:cNvSpPr>
            <a:spLocks xmlns:a="http://schemas.openxmlformats.org/drawingml/2006/main" noGrp="1"/>
          </p:cNvSpPr>
          <p:nvPr/>
        </p:nvSpPr>
        <p:spPr>
          <a:xfrm xmlns:a="http://schemas.openxmlformats.org/drawingml/2006/main">
            <a:off x="8570500" y="7210425"/>
            <a:ext cx="723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وجود</a:t>
            </a:r>
          </a:p>
        </p:txBody>
      </p:sp>
      <p:sp>
        <p:nvSpPr>
          <p:cNvPr id="63" name="">
            <a:extLst xmlns:a="http://schemas.openxmlformats.org/drawingml/2006/main">
              <a:ext uri="{FF2B5EF4-FFF2-40B4-BE49-F238E27FC236}">
                <a16:creationId xmlns:a16="http://schemas.microsoft.com/office/drawing/2014/main" id="{C2E64DC8-9D49-4B24-AC28-6457FF577CE5}"/>
              </a:ext>
            </a:extLst>
          </p:cNvPr>
          <p:cNvSpPr>
            <a:spLocks xmlns:a="http://schemas.openxmlformats.org/drawingml/2006/main" noGrp="1"/>
          </p:cNvSpPr>
          <p:nvPr/>
        </p:nvSpPr>
        <p:spPr>
          <a:xfrm xmlns:a="http://schemas.openxmlformats.org/drawingml/2006/main">
            <a:off x="7426452" y="7210425"/>
            <a:ext cx="10382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الاقتباس</a:t>
            </a:r>
          </a:p>
        </p:txBody>
      </p:sp>
      <p:sp>
        <p:nvSpPr>
          <p:cNvPr id="64" name="">
            <a:extLst xmlns:a="http://schemas.openxmlformats.org/drawingml/2006/main">
              <a:ext uri="{FF2B5EF4-FFF2-40B4-BE49-F238E27FC236}">
                <a16:creationId xmlns:a16="http://schemas.microsoft.com/office/drawing/2014/main" id="{BC536FF1-5142-4AED-AF27-EF69BA20C196}"/>
              </a:ext>
            </a:extLst>
          </p:cNvPr>
          <p:cNvSpPr>
            <a:spLocks xmlns:a="http://schemas.openxmlformats.org/drawingml/2006/main" noGrp="1"/>
          </p:cNvSpPr>
          <p:nvPr/>
        </p:nvSpPr>
        <p:spPr>
          <a:xfrm xmlns:a="http://schemas.openxmlformats.org/drawingml/2006/main">
            <a:off x="16640175" y="8686800"/>
            <a:ext cx="600075"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86277"/>
                </a:solidFill>
                <a:latin typeface="Arial"/>
                <a:ea typeface="Arial"/>
                <a:cs typeface="Arial"/>
              </a:defRPr>
            </a:pPr>
            <a:r>
              <a:rPr sz="2175" b="0">
                <a:solidFill>
                  <a:srgbClr val="586277"/>
                </a:solidFill>
                <a:latin typeface="Arial"/>
                <a:ea typeface="Arial"/>
                <a:cs typeface="Arial"/>
              </a:rPr>
              <a:t>الهدف</a:t>
            </a:r>
          </a:p>
        </p:txBody>
      </p:sp>
      <p:sp>
        <p:nvSpPr>
          <p:cNvPr id="65" name="">
            <a:extLst xmlns:a="http://schemas.openxmlformats.org/drawingml/2006/main">
              <a:ext uri="{FF2B5EF4-FFF2-40B4-BE49-F238E27FC236}">
                <a16:creationId xmlns:a16="http://schemas.microsoft.com/office/drawing/2014/main" id="{93DA1180-FC97-470A-83A0-05D6FC781810}"/>
              </a:ext>
            </a:extLst>
          </p:cNvPr>
          <p:cNvSpPr>
            <a:spLocks xmlns:a="http://schemas.openxmlformats.org/drawingml/2006/main" noGrp="1"/>
          </p:cNvSpPr>
          <p:nvPr/>
        </p:nvSpPr>
        <p:spPr>
          <a:xfrm xmlns:a="http://schemas.openxmlformats.org/drawingml/2006/main">
            <a:off x="16087725" y="8686800"/>
            <a:ext cx="466725"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86277"/>
                </a:solidFill>
                <a:latin typeface="Arial"/>
                <a:ea typeface="Arial"/>
                <a:cs typeface="Arial"/>
              </a:defRPr>
            </a:pPr>
            <a:r>
              <a:rPr sz="2175" b="0">
                <a:solidFill>
                  <a:srgbClr val="586277"/>
                </a:solidFill>
                <a:latin typeface="Arial"/>
                <a:ea typeface="Arial"/>
                <a:cs typeface="Arial"/>
              </a:rPr>
              <a:t>تقليل</a:t>
            </a:r>
          </a:p>
        </p:txBody>
      </p:sp>
      <p:sp>
        <p:nvSpPr>
          <p:cNvPr id="66" name="">
            <a:extLst xmlns:a="http://schemas.openxmlformats.org/drawingml/2006/main">
              <a:ext uri="{FF2B5EF4-FFF2-40B4-BE49-F238E27FC236}">
                <a16:creationId xmlns:a16="http://schemas.microsoft.com/office/drawing/2014/main" id="{51059841-9B5F-40B2-B3C7-B02F59323217}"/>
              </a:ext>
            </a:extLst>
          </p:cNvPr>
          <p:cNvSpPr>
            <a:spLocks xmlns:a="http://schemas.openxmlformats.org/drawingml/2006/main" noGrp="1"/>
          </p:cNvSpPr>
          <p:nvPr/>
        </p:nvSpPr>
        <p:spPr>
          <a:xfrm xmlns:a="http://schemas.openxmlformats.org/drawingml/2006/main">
            <a:off x="15487650" y="8686800"/>
            <a:ext cx="51435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86277"/>
                </a:solidFill>
                <a:latin typeface="Arial"/>
                <a:ea typeface="Arial"/>
                <a:cs typeface="Arial"/>
              </a:defRPr>
            </a:pPr>
            <a:r>
              <a:rPr sz="2175" b="0">
                <a:solidFill>
                  <a:srgbClr val="586277"/>
                </a:solidFill>
                <a:latin typeface="Arial"/>
                <a:ea typeface="Arial"/>
                <a:cs typeface="Arial"/>
              </a:rPr>
              <a:t>عبء</a:t>
            </a:r>
          </a:p>
        </p:txBody>
      </p:sp>
      <p:sp>
        <p:nvSpPr>
          <p:cNvPr id="67" name="">
            <a:extLst xmlns:a="http://schemas.openxmlformats.org/drawingml/2006/main">
              <a:ext uri="{FF2B5EF4-FFF2-40B4-BE49-F238E27FC236}">
                <a16:creationId xmlns:a16="http://schemas.microsoft.com/office/drawing/2014/main" id="{3DAD6185-8710-491D-B941-BB8DC2C8D603}"/>
              </a:ext>
            </a:extLst>
          </p:cNvPr>
          <p:cNvSpPr>
            <a:spLocks xmlns:a="http://schemas.openxmlformats.org/drawingml/2006/main" noGrp="1"/>
          </p:cNvSpPr>
          <p:nvPr/>
        </p:nvSpPr>
        <p:spPr>
          <a:xfrm xmlns:a="http://schemas.openxmlformats.org/drawingml/2006/main">
            <a:off x="14782800" y="8686800"/>
            <a:ext cx="619125"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86277"/>
                </a:solidFill>
                <a:latin typeface="Arial"/>
                <a:ea typeface="Arial"/>
                <a:cs typeface="Arial"/>
              </a:defRPr>
            </a:pPr>
            <a:r>
              <a:rPr sz="2175" b="0">
                <a:solidFill>
                  <a:srgbClr val="586277"/>
                </a:solidFill>
                <a:latin typeface="Arial"/>
                <a:ea typeface="Arial"/>
                <a:cs typeface="Arial"/>
              </a:rPr>
              <a:t>التحقق</a:t>
            </a:r>
          </a:p>
        </p:txBody>
      </p:sp>
      <p:sp>
        <p:nvSpPr>
          <p:cNvPr id="68" name="">
            <a:extLst xmlns:a="http://schemas.openxmlformats.org/drawingml/2006/main">
              <a:ext uri="{FF2B5EF4-FFF2-40B4-BE49-F238E27FC236}">
                <a16:creationId xmlns:a16="http://schemas.microsoft.com/office/drawing/2014/main" id="{1452F04D-C4AD-4ACC-9218-F79F491F8DC5}"/>
              </a:ext>
            </a:extLst>
          </p:cNvPr>
          <p:cNvSpPr>
            <a:spLocks xmlns:a="http://schemas.openxmlformats.org/drawingml/2006/main" noGrp="1"/>
          </p:cNvSpPr>
          <p:nvPr/>
        </p:nvSpPr>
        <p:spPr>
          <a:xfrm xmlns:a="http://schemas.openxmlformats.org/drawingml/2006/main">
            <a:off x="14487525" y="8686800"/>
            <a:ext cx="20955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86277"/>
                </a:solidFill>
                <a:latin typeface="Arial"/>
                <a:ea typeface="Arial"/>
                <a:cs typeface="Arial"/>
              </a:defRPr>
            </a:pPr>
            <a:r>
              <a:rPr sz="2175" b="0">
                <a:solidFill>
                  <a:srgbClr val="586277"/>
                </a:solidFill>
                <a:latin typeface="Arial"/>
                <a:ea typeface="Arial"/>
                <a:cs typeface="Arial"/>
              </a:rPr>
              <a:t>لم</a:t>
            </a:r>
          </a:p>
        </p:txBody>
      </p:sp>
      <p:sp>
        <p:nvSpPr>
          <p:cNvPr id="69" name="">
            <a:extLst xmlns:a="http://schemas.openxmlformats.org/drawingml/2006/main">
              <a:ext uri="{FF2B5EF4-FFF2-40B4-BE49-F238E27FC236}">
                <a16:creationId xmlns:a16="http://schemas.microsoft.com/office/drawing/2014/main" id="{64F43F50-6C11-44C9-9ED2-51430CC4D1DC}"/>
              </a:ext>
            </a:extLst>
          </p:cNvPr>
          <p:cNvSpPr>
            <a:spLocks xmlns:a="http://schemas.openxmlformats.org/drawingml/2006/main" noGrp="1"/>
          </p:cNvSpPr>
          <p:nvPr/>
        </p:nvSpPr>
        <p:spPr>
          <a:xfrm xmlns:a="http://schemas.openxmlformats.org/drawingml/2006/main">
            <a:off x="14001750" y="8686800"/>
            <a:ext cx="40005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86277"/>
                </a:solidFill>
                <a:latin typeface="Arial"/>
                <a:ea typeface="Arial"/>
                <a:cs typeface="Arial"/>
              </a:defRPr>
            </a:pPr>
            <a:r>
              <a:rPr sz="2175" b="0">
                <a:solidFill>
                  <a:srgbClr val="586277"/>
                </a:solidFill>
                <a:latin typeface="Arial"/>
                <a:ea typeface="Arial"/>
                <a:cs typeface="Arial"/>
              </a:rPr>
              <a:t>أجر</a:t>
            </a:r>
          </a:p>
        </p:txBody>
      </p:sp>
      <p:sp>
        <p:nvSpPr>
          <p:cNvPr id="70" name="">
            <a:extLst xmlns:a="http://schemas.openxmlformats.org/drawingml/2006/main">
              <a:ext uri="{FF2B5EF4-FFF2-40B4-BE49-F238E27FC236}">
                <a16:creationId xmlns:a16="http://schemas.microsoft.com/office/drawing/2014/main" id="{C1782F15-B9CF-40B0-A795-A9545AC997D7}"/>
              </a:ext>
            </a:extLst>
          </p:cNvPr>
          <p:cNvSpPr>
            <a:spLocks xmlns:a="http://schemas.openxmlformats.org/drawingml/2006/main" noGrp="1"/>
          </p:cNvSpPr>
          <p:nvPr/>
        </p:nvSpPr>
        <p:spPr>
          <a:xfrm xmlns:a="http://schemas.openxmlformats.org/drawingml/2006/main">
            <a:off x="13582650" y="8686800"/>
            <a:ext cx="333375"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86277"/>
                </a:solidFill>
                <a:latin typeface="Arial"/>
                <a:ea typeface="Arial"/>
                <a:cs typeface="Arial"/>
              </a:defRPr>
            </a:pPr>
            <a:r>
              <a:rPr sz="2175" b="0">
                <a:solidFill>
                  <a:srgbClr val="586277"/>
                </a:solidFill>
                <a:latin typeface="Arial"/>
                <a:ea typeface="Arial"/>
                <a:cs typeface="Arial"/>
              </a:rPr>
              <a:t>بعد</a:t>
            </a:r>
          </a:p>
        </p:txBody>
      </p:sp>
      <p:sp>
        <p:nvSpPr>
          <p:cNvPr id="71" name="">
            <a:extLst xmlns:a="http://schemas.openxmlformats.org/drawingml/2006/main">
              <a:ext uri="{FF2B5EF4-FFF2-40B4-BE49-F238E27FC236}">
                <a16:creationId xmlns:a16="http://schemas.microsoft.com/office/drawing/2014/main" id="{88F90BE8-E268-4625-8E35-1F211AC42B8C}"/>
              </a:ext>
            </a:extLst>
          </p:cNvPr>
          <p:cNvSpPr>
            <a:spLocks xmlns:a="http://schemas.openxmlformats.org/drawingml/2006/main" noGrp="1"/>
          </p:cNvSpPr>
          <p:nvPr/>
        </p:nvSpPr>
        <p:spPr>
          <a:xfrm xmlns:a="http://schemas.openxmlformats.org/drawingml/2006/main">
            <a:off x="12887325" y="8686800"/>
            <a:ext cx="60960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86277"/>
                </a:solidFill>
                <a:latin typeface="Arial"/>
                <a:ea typeface="Arial"/>
                <a:cs typeface="Arial"/>
              </a:defRPr>
            </a:pPr>
            <a:r>
              <a:rPr sz="2175" b="0">
                <a:solidFill>
                  <a:srgbClr val="586277"/>
                </a:solidFill>
                <a:latin typeface="Arial"/>
                <a:ea typeface="Arial"/>
                <a:cs typeface="Arial"/>
              </a:rPr>
              <a:t>مقارنة</a:t>
            </a:r>
          </a:p>
        </p:txBody>
      </p:sp>
      <p:sp>
        <p:nvSpPr>
          <p:cNvPr id="72" name="">
            <a:extLst xmlns:a="http://schemas.openxmlformats.org/drawingml/2006/main">
              <a:ext uri="{FF2B5EF4-FFF2-40B4-BE49-F238E27FC236}">
                <a16:creationId xmlns:a16="http://schemas.microsoft.com/office/drawing/2014/main" id="{8AEE973B-665B-448F-8734-11B6B53D71E0}"/>
              </a:ext>
            </a:extLst>
          </p:cNvPr>
          <p:cNvSpPr>
            <a:spLocks xmlns:a="http://schemas.openxmlformats.org/drawingml/2006/main" noGrp="1"/>
          </p:cNvSpPr>
          <p:nvPr/>
        </p:nvSpPr>
        <p:spPr>
          <a:xfrm xmlns:a="http://schemas.openxmlformats.org/drawingml/2006/main">
            <a:off x="11944350" y="8686800"/>
            <a:ext cx="85725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86277"/>
                </a:solidFill>
                <a:latin typeface="Arial"/>
                <a:ea typeface="Arial"/>
                <a:cs typeface="Arial"/>
              </a:defRPr>
            </a:pPr>
            <a:r>
              <a:rPr sz="2175" b="0">
                <a:solidFill>
                  <a:srgbClr val="586277"/>
                </a:solidFill>
                <a:latin typeface="Arial"/>
                <a:ea typeface="Arial"/>
                <a:cs typeface="Arial"/>
              </a:rPr>
              <a:t>مضبوطة</a:t>
            </a:r>
          </a:p>
        </p:txBody>
      </p:sp>
      <p:sp>
        <p:nvSpPr>
          <p:cNvPr id="73" name="">
            <a:extLst xmlns:a="http://schemas.openxmlformats.org/drawingml/2006/main">
              <a:ext uri="{FF2B5EF4-FFF2-40B4-BE49-F238E27FC236}">
                <a16:creationId xmlns:a16="http://schemas.microsoft.com/office/drawing/2014/main" id="{EAC36D9A-AA81-4B98-954C-4674B79D4620}"/>
              </a:ext>
            </a:extLst>
          </p:cNvPr>
          <p:cNvSpPr>
            <a:spLocks xmlns:a="http://schemas.openxmlformats.org/drawingml/2006/main" noGrp="1"/>
          </p:cNvSpPr>
          <p:nvPr/>
        </p:nvSpPr>
        <p:spPr>
          <a:xfrm xmlns:a="http://schemas.openxmlformats.org/drawingml/2006/main">
            <a:off x="11296650" y="8686800"/>
            <a:ext cx="561975"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86277"/>
                </a:solidFill>
                <a:latin typeface="Arial"/>
                <a:ea typeface="Arial"/>
                <a:cs typeface="Arial"/>
              </a:defRPr>
            </a:pPr>
            <a:r>
              <a:rPr sz="2175" b="0">
                <a:solidFill>
                  <a:srgbClr val="586277"/>
                </a:solidFill>
                <a:latin typeface="Arial"/>
                <a:ea typeface="Arial"/>
                <a:cs typeface="Arial"/>
              </a:rPr>
              <a:t>للوقت</a:t>
            </a:r>
          </a:p>
        </p:txBody>
      </p:sp>
      <p:sp>
        <p:nvSpPr>
          <p:cNvPr id="74" name="">
            <a:extLst xmlns:a="http://schemas.openxmlformats.org/drawingml/2006/main">
              <a:ext uri="{FF2B5EF4-FFF2-40B4-BE49-F238E27FC236}">
                <a16:creationId xmlns:a16="http://schemas.microsoft.com/office/drawing/2014/main" id="{6631446B-CC40-4AA3-A581-950BBA4F156D}"/>
              </a:ext>
            </a:extLst>
          </p:cNvPr>
          <p:cNvSpPr>
            <a:spLocks xmlns:a="http://schemas.openxmlformats.org/drawingml/2006/main" noGrp="1"/>
          </p:cNvSpPr>
          <p:nvPr/>
        </p:nvSpPr>
        <p:spPr>
          <a:xfrm xmlns:a="http://schemas.openxmlformats.org/drawingml/2006/main">
            <a:off x="10972800" y="8686800"/>
            <a:ext cx="238125"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86277"/>
                </a:solidFill>
                <a:latin typeface="Arial"/>
                <a:ea typeface="Arial"/>
                <a:cs typeface="Arial"/>
              </a:defRPr>
            </a:pPr>
            <a:r>
              <a:rPr sz="2175" b="0">
                <a:solidFill>
                  <a:srgbClr val="586277"/>
                </a:solidFill>
                <a:latin typeface="Arial"/>
                <a:ea typeface="Arial"/>
                <a:cs typeface="Arial"/>
              </a:rPr>
              <a:t>أو</a:t>
            </a:r>
          </a:p>
        </p:txBody>
      </p:sp>
      <p:sp>
        <p:nvSpPr>
          <p:cNvPr id="75" name="">
            <a:extLst xmlns:a="http://schemas.openxmlformats.org/drawingml/2006/main">
              <a:ext uri="{FF2B5EF4-FFF2-40B4-BE49-F238E27FC236}">
                <a16:creationId xmlns:a16="http://schemas.microsoft.com/office/drawing/2014/main" id="{A5B3F767-9AD2-44BB-B0DF-E26DF80A3F90}"/>
              </a:ext>
            </a:extLst>
          </p:cNvPr>
          <p:cNvSpPr>
            <a:spLocks xmlns:a="http://schemas.openxmlformats.org/drawingml/2006/main" noGrp="1"/>
          </p:cNvSpPr>
          <p:nvPr/>
        </p:nvSpPr>
        <p:spPr>
          <a:xfrm xmlns:a="http://schemas.openxmlformats.org/drawingml/2006/main">
            <a:off x="10391775" y="8686800"/>
            <a:ext cx="49530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86277"/>
                </a:solidFill>
                <a:latin typeface="Arial"/>
                <a:ea typeface="Arial"/>
                <a:cs typeface="Arial"/>
              </a:defRPr>
            </a:pPr>
            <a:r>
              <a:rPr sz="2175" b="0">
                <a:solidFill>
                  <a:srgbClr val="586277"/>
                </a:solidFill>
                <a:latin typeface="Arial"/>
                <a:ea typeface="Arial"/>
                <a:cs typeface="Arial"/>
              </a:rPr>
              <a:t>جودة</a:t>
            </a:r>
          </a:p>
        </p:txBody>
      </p:sp>
      <p:sp>
        <p:nvSpPr>
          <p:cNvPr id="76" name="">
            <a:extLst xmlns:a="http://schemas.openxmlformats.org/drawingml/2006/main">
              <a:ext uri="{FF2B5EF4-FFF2-40B4-BE49-F238E27FC236}">
                <a16:creationId xmlns:a16="http://schemas.microsoft.com/office/drawing/2014/main" id="{17D99A5D-6601-4C63-BE94-91736E2AD09D}"/>
              </a:ext>
            </a:extLst>
          </p:cNvPr>
          <p:cNvSpPr>
            <a:spLocks xmlns:a="http://schemas.openxmlformats.org/drawingml/2006/main" noGrp="1"/>
          </p:cNvSpPr>
          <p:nvPr/>
        </p:nvSpPr>
        <p:spPr>
          <a:xfrm xmlns:a="http://schemas.openxmlformats.org/drawingml/2006/main">
            <a:off x="9858375" y="8686800"/>
            <a:ext cx="447675"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86277"/>
                </a:solidFill>
                <a:latin typeface="Arial"/>
                <a:ea typeface="Arial"/>
                <a:cs typeface="Arial"/>
              </a:defRPr>
            </a:pPr>
            <a:r>
              <a:rPr sz="2175" b="0">
                <a:solidFill>
                  <a:srgbClr val="586277"/>
                </a:solidFill>
                <a:latin typeface="Arial"/>
                <a:ea typeface="Arial"/>
                <a:cs typeface="Arial"/>
              </a:rPr>
              <a:t>الفهم</a:t>
            </a:r>
          </a:p>
        </p:txBody>
      </p:sp>
    </p:spTree>
    <p:extLst>
      <p:ext uri="{BB962C8B-B14F-4D97-AF65-F5344CB8AC3E}">
        <p14:creationId xmlns:p14="http://schemas.microsoft.com/office/powerpoint/2010/main" val="1619420575"/>
      </p:ext>
    </p:extLst>
  </p:cSld>
</p:sld>
</file>

<file path=ppt/slides/slide6.xml><?xml version="1.0" encoding="utf-8"?>
<p:sld xmlns:p="http://schemas.openxmlformats.org/presentationml/2006/main">
  <p:cSld>
    <p:bg>
      <p:bgPr>
        <a:solidFill xmlns:a="http://schemas.openxmlformats.org/drawingml/2006/main">
          <a:srgbClr val="12183F"/>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A2941D9F-3B2E-476D-A13A-1872DD7B9D31}"/>
              </a:ext>
            </a:extLst>
          </p:cNvPr>
          <p:cNvSpPr>
            <a:spLocks xmlns:a="http://schemas.openxmlformats.org/drawingml/2006/main" noGrp="1"/>
          </p:cNvSpPr>
          <p:nvPr/>
        </p:nvSpPr>
        <p:spPr>
          <a:xfrm xmlns:a="http://schemas.openxmlformats.org/drawingml/2006/main">
            <a:off x="857250" y="9486900"/>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BAC5DF"/>
                </a:solidFill>
                <a:latin typeface="Arial"/>
                <a:ea typeface="Arial"/>
                <a:cs typeface="Arial"/>
              </a:defRPr>
            </a:pPr>
            <a:r>
              <a:rPr sz="1725" b="0">
                <a:solidFill>
                  <a:srgbClr val="BAC5DF"/>
                </a:solidFill>
                <a:latin typeface="Arial"/>
                <a:ea typeface="Arial"/>
                <a:cs typeface="Arial"/>
              </a:rPr>
              <a:t>IsnadLens / 06</a:t>
            </a:r>
          </a:p>
        </p:txBody>
      </p:sp>
      <p:sp>
        <p:nvSpPr>
          <p:cNvPr id="2" name="">
            <a:extLst xmlns:a="http://schemas.openxmlformats.org/drawingml/2006/main">
              <a:ext uri="{FF2B5EF4-FFF2-40B4-BE49-F238E27FC236}">
                <a16:creationId xmlns:a16="http://schemas.microsoft.com/office/drawing/2014/main" id="{EF79E17F-F5B9-4F78-B3C4-9583EA4B5C11}"/>
              </a:ext>
            </a:extLst>
          </p:cNvPr>
          <p:cNvSpPr>
            <a:spLocks xmlns:a="http://schemas.openxmlformats.org/drawingml/2006/main" noGrp="1"/>
          </p:cNvSpPr>
          <p:nvPr/>
        </p:nvSpPr>
        <p:spPr>
          <a:xfrm xmlns:a="http://schemas.openxmlformats.org/drawingml/2006/main">
            <a:off x="16983075" y="9486900"/>
            <a:ext cx="447675"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BAC5DF"/>
                </a:solidFill>
                <a:latin typeface="Arial"/>
                <a:ea typeface="Arial"/>
                <a:cs typeface="Arial"/>
              </a:defRPr>
            </a:pPr>
            <a:r>
              <a:rPr sz="1725" b="0">
                <a:solidFill>
                  <a:srgbClr val="BAC5DF"/>
                </a:solidFill>
                <a:latin typeface="Arial"/>
                <a:ea typeface="Arial"/>
                <a:cs typeface="Arial"/>
              </a:rPr>
              <a:t>تحدي</a:t>
            </a:r>
          </a:p>
        </p:txBody>
      </p:sp>
      <p:sp>
        <p:nvSpPr>
          <p:cNvPr id="3" name="">
            <a:extLst xmlns:a="http://schemas.openxmlformats.org/drawingml/2006/main">
              <a:ext uri="{FF2B5EF4-FFF2-40B4-BE49-F238E27FC236}">
                <a16:creationId xmlns:a16="http://schemas.microsoft.com/office/drawing/2014/main" id="{9A25E720-E763-4539-AEF4-638FF5094E19}"/>
              </a:ext>
            </a:extLst>
          </p:cNvPr>
          <p:cNvSpPr>
            <a:spLocks xmlns:a="http://schemas.openxmlformats.org/drawingml/2006/main" noGrp="1"/>
          </p:cNvSpPr>
          <p:nvPr/>
        </p:nvSpPr>
        <p:spPr>
          <a:xfrm xmlns:a="http://schemas.openxmlformats.org/drawingml/2006/main">
            <a:off x="16440150" y="9486900"/>
            <a:ext cx="45720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BAC5DF"/>
                </a:solidFill>
                <a:latin typeface="Arial"/>
                <a:ea typeface="Arial"/>
                <a:cs typeface="Arial"/>
              </a:defRPr>
            </a:pPr>
            <a:r>
              <a:rPr sz="1725" b="0">
                <a:solidFill>
                  <a:srgbClr val="BAC5DF"/>
                </a:solidFill>
                <a:latin typeface="Arial"/>
                <a:ea typeface="Arial"/>
                <a:cs typeface="Arial"/>
              </a:rPr>
              <a:t>الذكاء</a:t>
            </a:r>
          </a:p>
        </p:txBody>
      </p:sp>
      <p:sp>
        <p:nvSpPr>
          <p:cNvPr id="4" name="">
            <a:extLst xmlns:a="http://schemas.openxmlformats.org/drawingml/2006/main">
              <a:ext uri="{FF2B5EF4-FFF2-40B4-BE49-F238E27FC236}">
                <a16:creationId xmlns:a16="http://schemas.microsoft.com/office/drawing/2014/main" id="{1B894080-3A3A-4EEA-AD01-24CFACBFD975}"/>
              </a:ext>
            </a:extLst>
          </p:cNvPr>
          <p:cNvSpPr>
            <a:spLocks xmlns:a="http://schemas.openxmlformats.org/drawingml/2006/main" noGrp="1"/>
          </p:cNvSpPr>
          <p:nvPr/>
        </p:nvSpPr>
        <p:spPr>
          <a:xfrm xmlns:a="http://schemas.openxmlformats.org/drawingml/2006/main">
            <a:off x="15468600" y="9486900"/>
            <a:ext cx="885825"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BAC5DF"/>
                </a:solidFill>
                <a:latin typeface="Arial"/>
                <a:ea typeface="Arial"/>
                <a:cs typeface="Arial"/>
              </a:defRPr>
            </a:pPr>
            <a:r>
              <a:rPr sz="1725" b="0">
                <a:solidFill>
                  <a:srgbClr val="BAC5DF"/>
                </a:solidFill>
                <a:latin typeface="Arial"/>
                <a:ea typeface="Arial"/>
                <a:cs typeface="Arial"/>
              </a:rPr>
              <a:t>الاصطناعي</a:t>
            </a:r>
          </a:p>
        </p:txBody>
      </p:sp>
      <p:sp>
        <p:nvSpPr>
          <p:cNvPr id="5" name="">
            <a:extLst xmlns:a="http://schemas.openxmlformats.org/drawingml/2006/main">
              <a:ext uri="{FF2B5EF4-FFF2-40B4-BE49-F238E27FC236}">
                <a16:creationId xmlns:a16="http://schemas.microsoft.com/office/drawing/2014/main" id="{3065384A-5074-48EB-BA60-6960375CD19F}"/>
              </a:ext>
            </a:extLst>
          </p:cNvPr>
          <p:cNvSpPr>
            <a:spLocks xmlns:a="http://schemas.openxmlformats.org/drawingml/2006/main" noGrp="1"/>
          </p:cNvSpPr>
          <p:nvPr/>
        </p:nvSpPr>
        <p:spPr>
          <a:xfrm xmlns:a="http://schemas.openxmlformats.org/drawingml/2006/main">
            <a:off x="15135225" y="9486900"/>
            <a:ext cx="24765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BAC5DF"/>
                </a:solidFill>
                <a:latin typeface="Arial"/>
                <a:ea typeface="Arial"/>
                <a:cs typeface="Arial"/>
              </a:defRPr>
            </a:pPr>
            <a:r>
              <a:rPr sz="1725" b="0">
                <a:solidFill>
                  <a:srgbClr val="BAC5DF"/>
                </a:solidFill>
                <a:latin typeface="Arial"/>
                <a:ea typeface="Arial"/>
                <a:cs typeface="Arial"/>
              </a:rPr>
              <a:t>في</a:t>
            </a:r>
          </a:p>
        </p:txBody>
      </p:sp>
      <p:sp>
        <p:nvSpPr>
          <p:cNvPr id="6" name="">
            <a:extLst xmlns:a="http://schemas.openxmlformats.org/drawingml/2006/main">
              <a:ext uri="{FF2B5EF4-FFF2-40B4-BE49-F238E27FC236}">
                <a16:creationId xmlns:a16="http://schemas.microsoft.com/office/drawing/2014/main" id="{E85CE121-D7D9-4097-A4B1-B5720B708DAF}"/>
              </a:ext>
            </a:extLst>
          </p:cNvPr>
          <p:cNvSpPr>
            <a:spLocks xmlns:a="http://schemas.openxmlformats.org/drawingml/2006/main" noGrp="1"/>
          </p:cNvSpPr>
          <p:nvPr/>
        </p:nvSpPr>
        <p:spPr>
          <a:xfrm xmlns:a="http://schemas.openxmlformats.org/drawingml/2006/main">
            <a:off x="14630400" y="9486900"/>
            <a:ext cx="41910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BAC5DF"/>
                </a:solidFill>
                <a:latin typeface="Arial"/>
                <a:ea typeface="Arial"/>
                <a:cs typeface="Arial"/>
              </a:defRPr>
            </a:pPr>
            <a:r>
              <a:rPr sz="1725" b="0">
                <a:solidFill>
                  <a:srgbClr val="BAC5DF"/>
                </a:solidFill>
                <a:latin typeface="Arial"/>
                <a:ea typeface="Arial"/>
                <a:cs typeface="Arial"/>
              </a:rPr>
              <a:t>خدمة</a:t>
            </a:r>
          </a:p>
        </p:txBody>
      </p:sp>
      <p:sp>
        <p:nvSpPr>
          <p:cNvPr id="7" name="">
            <a:extLst xmlns:a="http://schemas.openxmlformats.org/drawingml/2006/main">
              <a:ext uri="{FF2B5EF4-FFF2-40B4-BE49-F238E27FC236}">
                <a16:creationId xmlns:a16="http://schemas.microsoft.com/office/drawing/2014/main" id="{CE7C158B-E502-4811-ABF2-B31BF3668CB1}"/>
              </a:ext>
            </a:extLst>
          </p:cNvPr>
          <p:cNvSpPr>
            <a:spLocks xmlns:a="http://schemas.openxmlformats.org/drawingml/2006/main" noGrp="1"/>
          </p:cNvSpPr>
          <p:nvPr/>
        </p:nvSpPr>
        <p:spPr>
          <a:xfrm xmlns:a="http://schemas.openxmlformats.org/drawingml/2006/main">
            <a:off x="13839825" y="9486900"/>
            <a:ext cx="70485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BAC5DF"/>
                </a:solidFill>
                <a:latin typeface="Arial"/>
                <a:ea typeface="Arial"/>
                <a:cs typeface="Arial"/>
              </a:defRPr>
            </a:pPr>
            <a:r>
              <a:rPr sz="1725" b="0">
                <a:solidFill>
                  <a:srgbClr val="BAC5DF"/>
                </a:solidFill>
                <a:latin typeface="Arial"/>
                <a:ea typeface="Arial"/>
                <a:cs typeface="Arial"/>
              </a:rPr>
              <a:t>الدراسات</a:t>
            </a:r>
          </a:p>
        </p:txBody>
      </p:sp>
      <p:sp>
        <p:nvSpPr>
          <p:cNvPr id="8" name="">
            <a:extLst xmlns:a="http://schemas.openxmlformats.org/drawingml/2006/main">
              <a:ext uri="{FF2B5EF4-FFF2-40B4-BE49-F238E27FC236}">
                <a16:creationId xmlns:a16="http://schemas.microsoft.com/office/drawing/2014/main" id="{2A79D4FC-3B70-4D75-AE0C-164933E86BEF}"/>
              </a:ext>
            </a:extLst>
          </p:cNvPr>
          <p:cNvSpPr>
            <a:spLocks xmlns:a="http://schemas.openxmlformats.org/drawingml/2006/main" noGrp="1"/>
          </p:cNvSpPr>
          <p:nvPr/>
        </p:nvSpPr>
        <p:spPr>
          <a:xfrm xmlns:a="http://schemas.openxmlformats.org/drawingml/2006/main">
            <a:off x="13058775" y="9486900"/>
            <a:ext cx="695325"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BAC5DF"/>
                </a:solidFill>
                <a:latin typeface="Arial"/>
                <a:ea typeface="Arial"/>
                <a:cs typeface="Arial"/>
              </a:defRPr>
            </a:pPr>
            <a:r>
              <a:rPr sz="1725" b="0">
                <a:solidFill>
                  <a:srgbClr val="BAC5DF"/>
                </a:solidFill>
                <a:latin typeface="Arial"/>
                <a:ea typeface="Arial"/>
                <a:cs typeface="Arial"/>
              </a:rPr>
              <a:t>الإسلامية</a:t>
            </a:r>
          </a:p>
        </p:txBody>
      </p:sp>
      <p:sp>
        <p:nvSpPr>
          <p:cNvPr id="9" name="">
            <a:extLst xmlns:a="http://schemas.openxmlformats.org/drawingml/2006/main">
              <a:ext uri="{FF2B5EF4-FFF2-40B4-BE49-F238E27FC236}">
                <a16:creationId xmlns:a16="http://schemas.microsoft.com/office/drawing/2014/main" id="{B81EA445-9975-4192-99BB-9BE19CBEE3BD}"/>
              </a:ext>
            </a:extLst>
          </p:cNvPr>
          <p:cNvSpPr>
            <a:spLocks xmlns:a="http://schemas.openxmlformats.org/drawingml/2006/main" noGrp="1"/>
          </p:cNvSpPr>
          <p:nvPr/>
        </p:nvSpPr>
        <p:spPr>
          <a:xfrm xmlns:a="http://schemas.openxmlformats.org/drawingml/2006/main">
            <a:off x="15801975" y="809625"/>
            <a:ext cx="1533525"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0" b="1">
                <a:solidFill>
                  <a:srgbClr val="FFFFFF"/>
                </a:solidFill>
                <a:latin typeface="Arial"/>
                <a:ea typeface="Arial"/>
                <a:cs typeface="Arial"/>
              </a:defRPr>
            </a:pPr>
            <a:r>
              <a:rPr sz="5250" b="1">
                <a:solidFill>
                  <a:srgbClr val="FFFFFF"/>
                </a:solidFill>
                <a:latin typeface="Arial"/>
                <a:ea typeface="Arial"/>
                <a:cs typeface="Arial"/>
              </a:rPr>
              <a:t>النتيجة</a:t>
            </a:r>
          </a:p>
        </p:txBody>
      </p:sp>
      <p:sp>
        <p:nvSpPr>
          <p:cNvPr id="10" name="">
            <a:extLst xmlns:a="http://schemas.openxmlformats.org/drawingml/2006/main">
              <a:ext uri="{FF2B5EF4-FFF2-40B4-BE49-F238E27FC236}">
                <a16:creationId xmlns:a16="http://schemas.microsoft.com/office/drawing/2014/main" id="{8CC9B028-C53A-4B38-B768-B8184904C61B}"/>
              </a:ext>
            </a:extLst>
          </p:cNvPr>
          <p:cNvSpPr>
            <a:spLocks xmlns:a="http://schemas.openxmlformats.org/drawingml/2006/main" noGrp="1"/>
          </p:cNvSpPr>
          <p:nvPr/>
        </p:nvSpPr>
        <p:spPr>
          <a:xfrm xmlns:a="http://schemas.openxmlformats.org/drawingml/2006/main">
            <a:off x="13978414" y="809625"/>
            <a:ext cx="1638300"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0" b="1">
                <a:solidFill>
                  <a:srgbClr val="FFFFFF"/>
                </a:solidFill>
                <a:latin typeface="Arial"/>
                <a:ea typeface="Arial"/>
                <a:cs typeface="Arial"/>
              </a:defRPr>
            </a:pPr>
            <a:r>
              <a:rPr sz="5250" b="1">
                <a:solidFill>
                  <a:srgbClr val="FFFFFF"/>
                </a:solidFill>
                <a:latin typeface="Arial"/>
                <a:ea typeface="Arial"/>
                <a:cs typeface="Arial"/>
              </a:rPr>
              <a:t>النهائية</a:t>
            </a:r>
          </a:p>
        </p:txBody>
      </p:sp>
      <p:sp>
        <p:nvSpPr>
          <p:cNvPr id="11" name="">
            <a:extLst xmlns:a="http://schemas.openxmlformats.org/drawingml/2006/main">
              <a:ext uri="{FF2B5EF4-FFF2-40B4-BE49-F238E27FC236}">
                <a16:creationId xmlns:a16="http://schemas.microsoft.com/office/drawing/2014/main" id="{2136532A-7A73-4A1B-9E9A-7D3BC8964FCB}"/>
              </a:ext>
            </a:extLst>
          </p:cNvPr>
          <p:cNvSpPr>
            <a:spLocks xmlns:a="http://schemas.openxmlformats.org/drawingml/2006/main" noGrp="1"/>
          </p:cNvSpPr>
          <p:nvPr/>
        </p:nvSpPr>
        <p:spPr>
          <a:xfrm xmlns:a="http://schemas.openxmlformats.org/drawingml/2006/main">
            <a:off x="12392977" y="809625"/>
            <a:ext cx="1400175"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0" b="1">
                <a:solidFill>
                  <a:srgbClr val="FFFFFF"/>
                </a:solidFill>
                <a:latin typeface="Arial"/>
                <a:ea typeface="Arial"/>
                <a:cs typeface="Arial"/>
              </a:defRPr>
            </a:pPr>
            <a:r>
              <a:rPr sz="5250" b="1">
                <a:solidFill>
                  <a:srgbClr val="FFFFFF"/>
                </a:solidFill>
                <a:latin typeface="Arial"/>
                <a:ea typeface="Arial"/>
                <a:cs typeface="Arial"/>
              </a:rPr>
              <a:t>لأحدث</a:t>
            </a:r>
          </a:p>
        </p:txBody>
      </p:sp>
      <p:sp>
        <p:nvSpPr>
          <p:cNvPr id="12" name="">
            <a:extLst xmlns:a="http://schemas.openxmlformats.org/drawingml/2006/main">
              <a:ext uri="{FF2B5EF4-FFF2-40B4-BE49-F238E27FC236}">
                <a16:creationId xmlns:a16="http://schemas.microsoft.com/office/drawing/2014/main" id="{17289855-CD07-4E0A-922C-DD2269D6066B}"/>
              </a:ext>
            </a:extLst>
          </p:cNvPr>
          <p:cNvSpPr>
            <a:spLocks xmlns:a="http://schemas.openxmlformats.org/drawingml/2006/main" noGrp="1"/>
          </p:cNvSpPr>
          <p:nvPr/>
        </p:nvSpPr>
        <p:spPr>
          <a:xfrm xmlns:a="http://schemas.openxmlformats.org/drawingml/2006/main">
            <a:off x="10302716" y="809625"/>
            <a:ext cx="1905000"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0" b="1">
                <a:solidFill>
                  <a:srgbClr val="FFFFFF"/>
                </a:solidFill>
                <a:latin typeface="Arial"/>
                <a:ea typeface="Arial"/>
                <a:cs typeface="Arial"/>
              </a:defRPr>
            </a:pPr>
            <a:r>
              <a:rPr sz="5250" b="1">
                <a:solidFill>
                  <a:srgbClr val="FFFFFF"/>
                </a:solidFill>
                <a:latin typeface="Arial"/>
                <a:ea typeface="Arial"/>
                <a:cs typeface="Arial"/>
              </a:rPr>
              <a:t>مجموعة</a:t>
            </a:r>
          </a:p>
        </p:txBody>
      </p:sp>
      <p:sp>
        <p:nvSpPr>
          <p:cNvPr id="13" name="">
            <a:extLst xmlns:a="http://schemas.openxmlformats.org/drawingml/2006/main">
              <a:ext uri="{FF2B5EF4-FFF2-40B4-BE49-F238E27FC236}">
                <a16:creationId xmlns:a16="http://schemas.microsoft.com/office/drawing/2014/main" id="{5C54FDD7-C79E-4C1A-BCF9-91EDCBC7599D}"/>
              </a:ext>
            </a:extLst>
          </p:cNvPr>
          <p:cNvSpPr>
            <a:spLocks xmlns:a="http://schemas.openxmlformats.org/drawingml/2006/main" noGrp="1"/>
          </p:cNvSpPr>
          <p:nvPr/>
        </p:nvSpPr>
        <p:spPr>
          <a:xfrm xmlns:a="http://schemas.openxmlformats.org/drawingml/2006/main">
            <a:off x="8945880" y="809625"/>
            <a:ext cx="1171575"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0" b="1">
                <a:solidFill>
                  <a:srgbClr val="FFFFFF"/>
                </a:solidFill>
                <a:latin typeface="Arial"/>
                <a:ea typeface="Arial"/>
                <a:cs typeface="Arial"/>
              </a:defRPr>
            </a:pPr>
            <a:r>
              <a:rPr sz="5250" b="1">
                <a:solidFill>
                  <a:srgbClr val="FFFFFF"/>
                </a:solidFill>
                <a:latin typeface="Arial"/>
                <a:ea typeface="Arial"/>
                <a:cs typeface="Arial"/>
              </a:rPr>
              <a:t>كاملة</a:t>
            </a:r>
          </a:p>
        </p:txBody>
      </p:sp>
      <p:sp>
        <p:nvSpPr>
          <p:cNvPr id="14" name="">
            <a:extLst xmlns:a="http://schemas.openxmlformats.org/drawingml/2006/main">
              <a:ext uri="{FF2B5EF4-FFF2-40B4-BE49-F238E27FC236}">
                <a16:creationId xmlns:a16="http://schemas.microsoft.com/office/drawing/2014/main" id="{C1007F05-2DE1-42DF-9933-D576CA46BDBA}"/>
              </a:ext>
            </a:extLst>
          </p:cNvPr>
          <p:cNvSpPr>
            <a:spLocks xmlns:a="http://schemas.openxmlformats.org/drawingml/2006/main" noGrp="1"/>
          </p:cNvSpPr>
          <p:nvPr/>
        </p:nvSpPr>
        <p:spPr>
          <a:xfrm xmlns:a="http://schemas.openxmlformats.org/drawingml/2006/main">
            <a:off x="1000125" y="2571750"/>
            <a:ext cx="914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375" b="1">
                <a:solidFill>
                  <a:srgbClr val="2EF2C2"/>
                </a:solidFill>
                <a:latin typeface="Arial"/>
                <a:ea typeface="Arial"/>
                <a:cs typeface="Arial"/>
              </a:defRPr>
            </a:pPr>
            <a:r>
              <a:rPr sz="15375" b="1">
                <a:solidFill>
                  <a:srgbClr val="2EF2C2"/>
                </a:solidFill>
                <a:latin typeface="Arial"/>
                <a:ea typeface="Arial"/>
                <a:cs typeface="Arial"/>
              </a:rPr>
              <a:t>29/30</a:t>
            </a:r>
          </a:p>
        </p:txBody>
      </p:sp>
      <p:sp>
        <p:nvSpPr>
          <p:cNvPr id="15" name="">
            <a:extLst xmlns:a="http://schemas.openxmlformats.org/drawingml/2006/main">
              <a:ext uri="{FF2B5EF4-FFF2-40B4-BE49-F238E27FC236}">
                <a16:creationId xmlns:a16="http://schemas.microsoft.com/office/drawing/2014/main" id="{6FBE2B79-5EED-4656-A986-7ECD0DB4BCCC}"/>
              </a:ext>
            </a:extLst>
          </p:cNvPr>
          <p:cNvSpPr>
            <a:spLocks xmlns:a="http://schemas.openxmlformats.org/drawingml/2006/main" noGrp="1"/>
          </p:cNvSpPr>
          <p:nvPr/>
        </p:nvSpPr>
        <p:spPr>
          <a:xfrm xmlns:a="http://schemas.openxmlformats.org/drawingml/2006/main">
            <a:off x="15392400" y="2952750"/>
            <a:ext cx="1466850" cy="8710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4425" b="1">
                <a:solidFill>
                  <a:srgbClr val="FFFFFF"/>
                </a:solidFill>
                <a:latin typeface="Arial"/>
                <a:ea typeface="Arial"/>
                <a:cs typeface="Arial"/>
              </a:defRPr>
            </a:pPr>
            <a:r>
              <a:rPr sz="4425" b="1">
                <a:solidFill>
                  <a:srgbClr val="FFFFFF"/>
                </a:solidFill>
                <a:latin typeface="Arial"/>
                <a:ea typeface="Arial"/>
                <a:cs typeface="Arial"/>
              </a:rPr>
              <a:t>استوفت</a:t>
            </a:r>
          </a:p>
        </p:txBody>
      </p:sp>
      <p:sp>
        <p:nvSpPr>
          <p:cNvPr id="16" name="">
            <a:extLst xmlns:a="http://schemas.openxmlformats.org/drawingml/2006/main">
              <a:ext uri="{FF2B5EF4-FFF2-40B4-BE49-F238E27FC236}">
                <a16:creationId xmlns:a16="http://schemas.microsoft.com/office/drawing/2014/main" id="{2909F7D2-C19A-4007-AF9E-E9D6FD433900}"/>
              </a:ext>
            </a:extLst>
          </p:cNvPr>
          <p:cNvSpPr>
            <a:spLocks xmlns:a="http://schemas.openxmlformats.org/drawingml/2006/main" noGrp="1"/>
          </p:cNvSpPr>
          <p:nvPr/>
        </p:nvSpPr>
        <p:spPr>
          <a:xfrm xmlns:a="http://schemas.openxmlformats.org/drawingml/2006/main">
            <a:off x="13645610" y="2952750"/>
            <a:ext cx="1590675" cy="8710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4425" b="1">
                <a:solidFill>
                  <a:srgbClr val="FFFFFF"/>
                </a:solidFill>
                <a:latin typeface="Arial"/>
                <a:ea typeface="Arial"/>
                <a:cs typeface="Arial"/>
              </a:defRPr>
            </a:pPr>
            <a:r>
              <a:rPr sz="4425" b="1">
                <a:solidFill>
                  <a:srgbClr val="FFFFFF"/>
                </a:solidFill>
                <a:latin typeface="Arial"/>
                <a:ea typeface="Arial"/>
                <a:cs typeface="Arial"/>
              </a:rPr>
              <a:t>التوقعات</a:t>
            </a:r>
          </a:p>
        </p:txBody>
      </p:sp>
      <p:sp>
        <p:nvSpPr>
          <p:cNvPr id="17" name="">
            <a:extLst xmlns:a="http://schemas.openxmlformats.org/drawingml/2006/main">
              <a:ext uri="{FF2B5EF4-FFF2-40B4-BE49-F238E27FC236}">
                <a16:creationId xmlns:a16="http://schemas.microsoft.com/office/drawing/2014/main" id="{B1E50755-15FE-4C6A-ADD5-CC5BE9F39596}"/>
              </a:ext>
            </a:extLst>
          </p:cNvPr>
          <p:cNvSpPr>
            <a:spLocks xmlns:a="http://schemas.openxmlformats.org/drawingml/2006/main" noGrp="1"/>
          </p:cNvSpPr>
          <p:nvPr/>
        </p:nvSpPr>
        <p:spPr>
          <a:xfrm xmlns:a="http://schemas.openxmlformats.org/drawingml/2006/main">
            <a:off x="12070271" y="2952750"/>
            <a:ext cx="1419225" cy="8710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4425" b="1">
                <a:solidFill>
                  <a:srgbClr val="FFFFFF"/>
                </a:solidFill>
                <a:latin typeface="Arial"/>
                <a:ea typeface="Arial"/>
                <a:cs typeface="Arial"/>
              </a:defRPr>
            </a:pPr>
            <a:r>
              <a:rPr sz="4425" b="1">
                <a:solidFill>
                  <a:srgbClr val="FFFFFF"/>
                </a:solidFill>
                <a:latin typeface="Arial"/>
                <a:ea typeface="Arial"/>
                <a:cs typeface="Arial"/>
              </a:rPr>
              <a:t>المحددة</a:t>
            </a:r>
          </a:p>
        </p:txBody>
      </p:sp>
      <p:sp>
        <p:nvSpPr>
          <p:cNvPr id="18" name="">
            <a:extLst xmlns:a="http://schemas.openxmlformats.org/drawingml/2006/main">
              <a:ext uri="{FF2B5EF4-FFF2-40B4-BE49-F238E27FC236}">
                <a16:creationId xmlns:a16="http://schemas.microsoft.com/office/drawing/2014/main" id="{AC3D8E38-EEEF-4A97-BB25-72ACF6F22FDE}"/>
              </a:ext>
            </a:extLst>
          </p:cNvPr>
          <p:cNvSpPr>
            <a:spLocks xmlns:a="http://schemas.openxmlformats.org/drawingml/2006/main" noGrp="1"/>
          </p:cNvSpPr>
          <p:nvPr/>
        </p:nvSpPr>
        <p:spPr>
          <a:xfrm xmlns:a="http://schemas.openxmlformats.org/drawingml/2006/main">
            <a:off x="10809256" y="2952750"/>
            <a:ext cx="1104900" cy="8710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4425" b="1">
                <a:solidFill>
                  <a:srgbClr val="FFFFFF"/>
                </a:solidFill>
                <a:latin typeface="Arial"/>
                <a:ea typeface="Arial"/>
                <a:cs typeface="Arial"/>
              </a:defRPr>
            </a:pPr>
            <a:r>
              <a:rPr sz="4425" b="1">
                <a:solidFill>
                  <a:srgbClr val="FFFFFF"/>
                </a:solidFill>
                <a:latin typeface="Arial"/>
                <a:ea typeface="Arial"/>
                <a:cs typeface="Arial"/>
              </a:rPr>
              <a:t>مسبقاً</a:t>
            </a:r>
          </a:p>
        </p:txBody>
      </p:sp>
      <p:sp>
        <p:nvSpPr>
          <p:cNvPr id="19" name="">
            <a:extLst xmlns:a="http://schemas.openxmlformats.org/drawingml/2006/main">
              <a:ext uri="{FF2B5EF4-FFF2-40B4-BE49-F238E27FC236}">
                <a16:creationId xmlns:a16="http://schemas.microsoft.com/office/drawing/2014/main" id="{973DA929-EC15-4E0E-9292-8081E4013986}"/>
              </a:ext>
            </a:extLst>
          </p:cNvPr>
          <p:cNvSpPr>
            <a:spLocks xmlns:a="http://schemas.openxmlformats.org/drawingml/2006/main" noGrp="1"/>
          </p:cNvSpPr>
          <p:nvPr/>
        </p:nvSpPr>
        <p:spPr>
          <a:xfrm xmlns:a="http://schemas.openxmlformats.org/drawingml/2006/main">
            <a:off x="16344900" y="5143500"/>
            <a:ext cx="514350"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225" b="0">
                <a:solidFill>
                  <a:srgbClr val="FFFFFF"/>
                </a:solidFill>
                <a:latin typeface="Arial"/>
                <a:ea typeface="Arial"/>
                <a:cs typeface="Arial"/>
              </a:defRPr>
            </a:pPr>
            <a:r>
              <a:rPr sz="3225" b="0">
                <a:solidFill>
                  <a:srgbClr val="FFFFFF"/>
                </a:solidFill>
                <a:latin typeface="Arial"/>
                <a:ea typeface="Arial"/>
                <a:cs typeface="Arial"/>
              </a:rPr>
              <a:t>23</a:t>
            </a:r>
          </a:p>
        </p:txBody>
      </p:sp>
      <p:sp>
        <p:nvSpPr>
          <p:cNvPr id="20" name="">
            <a:extLst xmlns:a="http://schemas.openxmlformats.org/drawingml/2006/main">
              <a:ext uri="{FF2B5EF4-FFF2-40B4-BE49-F238E27FC236}">
                <a16:creationId xmlns:a16="http://schemas.microsoft.com/office/drawing/2014/main" id="{6C3901EC-F244-43CD-B9E5-09575EE4E4DC}"/>
              </a:ext>
            </a:extLst>
          </p:cNvPr>
          <p:cNvSpPr>
            <a:spLocks xmlns:a="http://schemas.openxmlformats.org/drawingml/2006/main" noGrp="1"/>
          </p:cNvSpPr>
          <p:nvPr/>
        </p:nvSpPr>
        <p:spPr>
          <a:xfrm xmlns:a="http://schemas.openxmlformats.org/drawingml/2006/main">
            <a:off x="15792926" y="5143500"/>
            <a:ext cx="438150"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225" b="0">
                <a:solidFill>
                  <a:srgbClr val="FFFFFF"/>
                </a:solidFill>
                <a:latin typeface="Arial"/>
                <a:ea typeface="Arial"/>
                <a:cs typeface="Arial"/>
              </a:defRPr>
            </a:pPr>
            <a:r>
              <a:rPr sz="3225" b="0">
                <a:solidFill>
                  <a:srgbClr val="FFFFFF"/>
                </a:solidFill>
                <a:latin typeface="Arial"/>
                <a:ea typeface="Arial"/>
                <a:cs typeface="Arial"/>
              </a:rPr>
              <a:t>من</a:t>
            </a:r>
          </a:p>
        </p:txBody>
      </p:sp>
      <p:sp>
        <p:nvSpPr>
          <p:cNvPr id="21" name="">
            <a:extLst xmlns:a="http://schemas.openxmlformats.org/drawingml/2006/main">
              <a:ext uri="{FF2B5EF4-FFF2-40B4-BE49-F238E27FC236}">
                <a16:creationId xmlns:a16="http://schemas.microsoft.com/office/drawing/2014/main" id="{05D28F04-8E93-4519-A764-46D31A376EC3}"/>
              </a:ext>
            </a:extLst>
          </p:cNvPr>
          <p:cNvSpPr>
            <a:spLocks xmlns:a="http://schemas.openxmlformats.org/drawingml/2006/main" noGrp="1"/>
          </p:cNvSpPr>
          <p:nvPr/>
        </p:nvSpPr>
        <p:spPr>
          <a:xfrm xmlns:a="http://schemas.openxmlformats.org/drawingml/2006/main">
            <a:off x="15164753" y="5143500"/>
            <a:ext cx="514350"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225" b="0">
                <a:solidFill>
                  <a:srgbClr val="FFFFFF"/>
                </a:solidFill>
                <a:latin typeface="Arial"/>
                <a:ea typeface="Arial"/>
                <a:cs typeface="Arial"/>
              </a:defRPr>
            </a:pPr>
            <a:r>
              <a:rPr sz="3225" b="0">
                <a:solidFill>
                  <a:srgbClr val="FFFFFF"/>
                </a:solidFill>
                <a:latin typeface="Arial"/>
                <a:ea typeface="Arial"/>
                <a:cs typeface="Arial"/>
              </a:rPr>
              <a:t>24</a:t>
            </a:r>
          </a:p>
        </p:txBody>
      </p:sp>
      <p:sp>
        <p:nvSpPr>
          <p:cNvPr id="22" name="">
            <a:extLst xmlns:a="http://schemas.openxmlformats.org/drawingml/2006/main">
              <a:ext uri="{FF2B5EF4-FFF2-40B4-BE49-F238E27FC236}">
                <a16:creationId xmlns:a16="http://schemas.microsoft.com/office/drawing/2014/main" id="{09AEA87F-B447-40CB-BF1C-350F2E81556F}"/>
              </a:ext>
            </a:extLst>
          </p:cNvPr>
          <p:cNvSpPr>
            <a:spLocks xmlns:a="http://schemas.openxmlformats.org/drawingml/2006/main" noGrp="1"/>
          </p:cNvSpPr>
          <p:nvPr/>
        </p:nvSpPr>
        <p:spPr>
          <a:xfrm xmlns:a="http://schemas.openxmlformats.org/drawingml/2006/main">
            <a:off x="14288929" y="5143500"/>
            <a:ext cx="762000"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225" b="0">
                <a:solidFill>
                  <a:srgbClr val="FFFFFF"/>
                </a:solidFill>
                <a:latin typeface="Arial"/>
                <a:ea typeface="Arial"/>
                <a:cs typeface="Arial"/>
              </a:defRPr>
            </a:pPr>
            <a:r>
              <a:rPr sz="3225" b="0">
                <a:solidFill>
                  <a:srgbClr val="FFFFFF"/>
                </a:solidFill>
                <a:latin typeface="Arial"/>
                <a:ea typeface="Arial"/>
                <a:cs typeface="Arial"/>
              </a:rPr>
              <a:t>سؤالاً</a:t>
            </a:r>
          </a:p>
        </p:txBody>
      </p:sp>
      <p:sp>
        <p:nvSpPr>
          <p:cNvPr id="23" name="">
            <a:extLst xmlns:a="http://schemas.openxmlformats.org/drawingml/2006/main">
              <a:ext uri="{FF2B5EF4-FFF2-40B4-BE49-F238E27FC236}">
                <a16:creationId xmlns:a16="http://schemas.microsoft.com/office/drawing/2014/main" id="{0391AC23-E863-4F74-947B-98853F50166D}"/>
              </a:ext>
            </a:extLst>
          </p:cNvPr>
          <p:cNvSpPr>
            <a:spLocks xmlns:a="http://schemas.openxmlformats.org/drawingml/2006/main" noGrp="1"/>
          </p:cNvSpPr>
          <p:nvPr/>
        </p:nvSpPr>
        <p:spPr>
          <a:xfrm xmlns:a="http://schemas.openxmlformats.org/drawingml/2006/main">
            <a:off x="13584555" y="5143500"/>
            <a:ext cx="590550"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225" b="0">
                <a:solidFill>
                  <a:srgbClr val="FFFFFF"/>
                </a:solidFill>
                <a:latin typeface="Arial"/>
                <a:ea typeface="Arial"/>
                <a:cs typeface="Arial"/>
              </a:defRPr>
            </a:pPr>
            <a:r>
              <a:rPr sz="3225" b="0">
                <a:solidFill>
                  <a:srgbClr val="FFFFFF"/>
                </a:solidFill>
                <a:latin typeface="Arial"/>
                <a:ea typeface="Arial"/>
                <a:cs typeface="Arial"/>
              </a:rPr>
              <a:t>دينياً</a:t>
            </a:r>
          </a:p>
        </p:txBody>
      </p:sp>
      <p:sp>
        <p:nvSpPr>
          <p:cNvPr id="24" name="">
            <a:extLst xmlns:a="http://schemas.openxmlformats.org/drawingml/2006/main">
              <a:ext uri="{FF2B5EF4-FFF2-40B4-BE49-F238E27FC236}">
                <a16:creationId xmlns:a16="http://schemas.microsoft.com/office/drawing/2014/main" id="{4A2075E3-02A5-4F4C-A1B5-E793F4ECE67F}"/>
              </a:ext>
            </a:extLst>
          </p:cNvPr>
          <p:cNvSpPr>
            <a:spLocks xmlns:a="http://schemas.openxmlformats.org/drawingml/2006/main" noGrp="1"/>
          </p:cNvSpPr>
          <p:nvPr/>
        </p:nvSpPr>
        <p:spPr>
          <a:xfrm xmlns:a="http://schemas.openxmlformats.org/drawingml/2006/main">
            <a:off x="16573500" y="6191250"/>
            <a:ext cx="285750"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225" b="0">
                <a:solidFill>
                  <a:srgbClr val="FFFFFF"/>
                </a:solidFill>
                <a:latin typeface="Arial"/>
                <a:ea typeface="Arial"/>
                <a:cs typeface="Arial"/>
              </a:defRPr>
            </a:pPr>
            <a:r>
              <a:rPr sz="3225" b="0">
                <a:solidFill>
                  <a:srgbClr val="FFFFFF"/>
                </a:solidFill>
                <a:latin typeface="Arial"/>
                <a:ea typeface="Arial"/>
                <a:cs typeface="Arial"/>
              </a:rPr>
              <a:t>6</a:t>
            </a:r>
          </a:p>
        </p:txBody>
      </p:sp>
      <p:sp>
        <p:nvSpPr>
          <p:cNvPr id="25" name="">
            <a:extLst xmlns:a="http://schemas.openxmlformats.org/drawingml/2006/main">
              <a:ext uri="{FF2B5EF4-FFF2-40B4-BE49-F238E27FC236}">
                <a16:creationId xmlns:a16="http://schemas.microsoft.com/office/drawing/2014/main" id="{10E85A84-66B1-42ED-8D2B-D008AEF50356}"/>
              </a:ext>
            </a:extLst>
          </p:cNvPr>
          <p:cNvSpPr>
            <a:spLocks xmlns:a="http://schemas.openxmlformats.org/drawingml/2006/main" noGrp="1"/>
          </p:cNvSpPr>
          <p:nvPr/>
        </p:nvSpPr>
        <p:spPr>
          <a:xfrm xmlns:a="http://schemas.openxmlformats.org/drawingml/2006/main">
            <a:off x="16021526" y="6191250"/>
            <a:ext cx="438150"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225" b="0">
                <a:solidFill>
                  <a:srgbClr val="FFFFFF"/>
                </a:solidFill>
                <a:latin typeface="Arial"/>
                <a:ea typeface="Arial"/>
                <a:cs typeface="Arial"/>
              </a:defRPr>
            </a:pPr>
            <a:r>
              <a:rPr sz="3225" b="0">
                <a:solidFill>
                  <a:srgbClr val="FFFFFF"/>
                </a:solidFill>
                <a:latin typeface="Arial"/>
                <a:ea typeface="Arial"/>
                <a:cs typeface="Arial"/>
              </a:rPr>
              <a:t>من</a:t>
            </a:r>
          </a:p>
        </p:txBody>
      </p:sp>
      <p:sp>
        <p:nvSpPr>
          <p:cNvPr id="26" name="">
            <a:extLst xmlns:a="http://schemas.openxmlformats.org/drawingml/2006/main">
              <a:ext uri="{FF2B5EF4-FFF2-40B4-BE49-F238E27FC236}">
                <a16:creationId xmlns:a16="http://schemas.microsoft.com/office/drawing/2014/main" id="{A7B8C696-89B5-4C29-B9E9-C40811168282}"/>
              </a:ext>
            </a:extLst>
          </p:cNvPr>
          <p:cNvSpPr>
            <a:spLocks xmlns:a="http://schemas.openxmlformats.org/drawingml/2006/main" noGrp="1"/>
          </p:cNvSpPr>
          <p:nvPr/>
        </p:nvSpPr>
        <p:spPr>
          <a:xfrm xmlns:a="http://schemas.openxmlformats.org/drawingml/2006/main">
            <a:off x="15621953" y="6191250"/>
            <a:ext cx="285750"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225" b="0">
                <a:solidFill>
                  <a:srgbClr val="FFFFFF"/>
                </a:solidFill>
                <a:latin typeface="Arial"/>
                <a:ea typeface="Arial"/>
                <a:cs typeface="Arial"/>
              </a:defRPr>
            </a:pPr>
            <a:r>
              <a:rPr sz="3225" b="0">
                <a:solidFill>
                  <a:srgbClr val="FFFFFF"/>
                </a:solidFill>
                <a:latin typeface="Arial"/>
                <a:ea typeface="Arial"/>
                <a:cs typeface="Arial"/>
              </a:rPr>
              <a:t>6</a:t>
            </a:r>
          </a:p>
        </p:txBody>
      </p:sp>
      <p:sp>
        <p:nvSpPr>
          <p:cNvPr id="27" name="">
            <a:extLst xmlns:a="http://schemas.openxmlformats.org/drawingml/2006/main">
              <a:ext uri="{FF2B5EF4-FFF2-40B4-BE49-F238E27FC236}">
                <a16:creationId xmlns:a16="http://schemas.microsoft.com/office/drawing/2014/main" id="{10F33AA6-2621-468B-8AC9-A51EB258CA68}"/>
              </a:ext>
            </a:extLst>
          </p:cNvPr>
          <p:cNvSpPr>
            <a:spLocks xmlns:a="http://schemas.openxmlformats.org/drawingml/2006/main" noGrp="1"/>
          </p:cNvSpPr>
          <p:nvPr/>
        </p:nvSpPr>
        <p:spPr>
          <a:xfrm xmlns:a="http://schemas.openxmlformats.org/drawingml/2006/main">
            <a:off x="14622304" y="6191250"/>
            <a:ext cx="885825"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225" b="0">
                <a:solidFill>
                  <a:srgbClr val="FFFFFF"/>
                </a:solidFill>
                <a:latin typeface="Arial"/>
                <a:ea typeface="Arial"/>
                <a:cs typeface="Arial"/>
              </a:defRPr>
            </a:pPr>
            <a:r>
              <a:rPr sz="3225" b="0">
                <a:solidFill>
                  <a:srgbClr val="FFFFFF"/>
                </a:solidFill>
                <a:latin typeface="Arial"/>
                <a:ea typeface="Arial"/>
                <a:cs typeface="Arial"/>
              </a:rPr>
              <a:t>حالات</a:t>
            </a:r>
          </a:p>
        </p:txBody>
      </p:sp>
      <p:sp>
        <p:nvSpPr>
          <p:cNvPr id="28" name="">
            <a:extLst xmlns:a="http://schemas.openxmlformats.org/drawingml/2006/main">
              <a:ext uri="{FF2B5EF4-FFF2-40B4-BE49-F238E27FC236}">
                <a16:creationId xmlns:a16="http://schemas.microsoft.com/office/drawing/2014/main" id="{9BDF2A5C-D3D3-4EB3-B438-3550AB643653}"/>
              </a:ext>
            </a:extLst>
          </p:cNvPr>
          <p:cNvSpPr>
            <a:spLocks xmlns:a="http://schemas.openxmlformats.org/drawingml/2006/main" noGrp="1"/>
          </p:cNvSpPr>
          <p:nvPr/>
        </p:nvSpPr>
        <p:spPr>
          <a:xfrm xmlns:a="http://schemas.openxmlformats.org/drawingml/2006/main">
            <a:off x="13775055" y="6191250"/>
            <a:ext cx="733425"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225" b="0">
                <a:solidFill>
                  <a:srgbClr val="FFFFFF"/>
                </a:solidFill>
                <a:latin typeface="Arial"/>
                <a:ea typeface="Arial"/>
                <a:cs typeface="Arial"/>
              </a:defRPr>
            </a:pPr>
            <a:r>
              <a:rPr sz="3225" b="0">
                <a:solidFill>
                  <a:srgbClr val="FFFFFF"/>
                </a:solidFill>
                <a:latin typeface="Arial"/>
                <a:ea typeface="Arial"/>
                <a:cs typeface="Arial"/>
              </a:rPr>
              <a:t>حدود</a:t>
            </a:r>
          </a:p>
        </p:txBody>
      </p:sp>
      <p:sp>
        <p:nvSpPr>
          <p:cNvPr id="29" name="">
            <a:extLst xmlns:a="http://schemas.openxmlformats.org/drawingml/2006/main">
              <a:ext uri="{FF2B5EF4-FFF2-40B4-BE49-F238E27FC236}">
                <a16:creationId xmlns:a16="http://schemas.microsoft.com/office/drawing/2014/main" id="{95544F11-CC0B-4D40-BF1A-E884B33E5DDB}"/>
              </a:ext>
            </a:extLst>
          </p:cNvPr>
          <p:cNvSpPr>
            <a:spLocks xmlns:a="http://schemas.openxmlformats.org/drawingml/2006/main" noGrp="1"/>
          </p:cNvSpPr>
          <p:nvPr/>
        </p:nvSpPr>
        <p:spPr>
          <a:xfrm xmlns:a="http://schemas.openxmlformats.org/drawingml/2006/main">
            <a:off x="12480131" y="6191250"/>
            <a:ext cx="1181100"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225" b="0">
                <a:solidFill>
                  <a:srgbClr val="FFFFFF"/>
                </a:solidFill>
                <a:latin typeface="Arial"/>
                <a:ea typeface="Arial"/>
                <a:cs typeface="Arial"/>
              </a:defRPr>
            </a:pPr>
            <a:r>
              <a:rPr sz="3225" b="0">
                <a:solidFill>
                  <a:srgbClr val="FFFFFF"/>
                </a:solidFill>
                <a:latin typeface="Arial"/>
                <a:ea typeface="Arial"/>
                <a:cs typeface="Arial"/>
              </a:rPr>
              <a:t>وتوضيح</a:t>
            </a:r>
          </a:p>
        </p:txBody>
      </p:sp>
      <p:sp>
        <p:nvSpPr>
          <p:cNvPr id="30" name="">
            <a:extLst xmlns:a="http://schemas.openxmlformats.org/drawingml/2006/main">
              <a:ext uri="{FF2B5EF4-FFF2-40B4-BE49-F238E27FC236}">
                <a16:creationId xmlns:a16="http://schemas.microsoft.com/office/drawing/2014/main" id="{2D6F4AD5-029C-4053-B411-B434449F1D2B}"/>
              </a:ext>
            </a:extLst>
          </p:cNvPr>
          <p:cNvSpPr>
            <a:spLocks xmlns:a="http://schemas.openxmlformats.org/drawingml/2006/main" noGrp="1"/>
          </p:cNvSpPr>
          <p:nvPr/>
        </p:nvSpPr>
        <p:spPr>
          <a:xfrm xmlns:a="http://schemas.openxmlformats.org/drawingml/2006/main">
            <a:off x="16583025" y="7715250"/>
            <a:ext cx="276225" cy="6200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150" b="0">
                <a:solidFill>
                  <a:srgbClr val="FFFFFF"/>
                </a:solidFill>
                <a:latin typeface="Arial"/>
                <a:ea typeface="Arial"/>
                <a:cs typeface="Arial"/>
              </a:defRPr>
            </a:pPr>
            <a:r>
              <a:rPr sz="3150" b="0">
                <a:solidFill>
                  <a:srgbClr val="FFFFFF"/>
                </a:solidFill>
                <a:latin typeface="Arial"/>
                <a:ea typeface="Arial"/>
                <a:cs typeface="Arial"/>
              </a:rPr>
              <a:t>لم</a:t>
            </a:r>
          </a:p>
        </p:txBody>
      </p:sp>
      <p:sp>
        <p:nvSpPr>
          <p:cNvPr id="31" name="">
            <a:extLst xmlns:a="http://schemas.openxmlformats.org/drawingml/2006/main">
              <a:ext uri="{FF2B5EF4-FFF2-40B4-BE49-F238E27FC236}">
                <a16:creationId xmlns:a16="http://schemas.microsoft.com/office/drawing/2014/main" id="{5EB49427-1DDA-4906-90EF-D419FC1AE9EB}"/>
              </a:ext>
            </a:extLst>
          </p:cNvPr>
          <p:cNvSpPr>
            <a:spLocks xmlns:a="http://schemas.openxmlformats.org/drawingml/2006/main" noGrp="1"/>
          </p:cNvSpPr>
          <p:nvPr/>
        </p:nvSpPr>
        <p:spPr>
          <a:xfrm xmlns:a="http://schemas.openxmlformats.org/drawingml/2006/main">
            <a:off x="15976568" y="7715250"/>
            <a:ext cx="495300" cy="6200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150" b="0">
                <a:solidFill>
                  <a:srgbClr val="FFFFFF"/>
                </a:solidFill>
                <a:latin typeface="Arial"/>
                <a:ea typeface="Arial"/>
                <a:cs typeface="Arial"/>
              </a:defRPr>
            </a:pPr>
            <a:r>
              <a:rPr sz="3150" b="0">
                <a:solidFill>
                  <a:srgbClr val="FFFFFF"/>
                </a:solidFill>
                <a:latin typeface="Arial"/>
                <a:ea typeface="Arial"/>
                <a:cs typeface="Arial"/>
              </a:rPr>
              <a:t>أجد</a:t>
            </a:r>
          </a:p>
        </p:txBody>
      </p:sp>
      <p:sp>
        <p:nvSpPr>
          <p:cNvPr id="32" name="">
            <a:extLst xmlns:a="http://schemas.openxmlformats.org/drawingml/2006/main">
              <a:ext uri="{FF2B5EF4-FFF2-40B4-BE49-F238E27FC236}">
                <a16:creationId xmlns:a16="http://schemas.microsoft.com/office/drawing/2014/main" id="{C724C48E-AF14-4522-A0EC-1E44187EC5D0}"/>
              </a:ext>
            </a:extLst>
          </p:cNvPr>
          <p:cNvSpPr>
            <a:spLocks xmlns:a="http://schemas.openxmlformats.org/drawingml/2006/main" noGrp="1"/>
          </p:cNvSpPr>
          <p:nvPr/>
        </p:nvSpPr>
        <p:spPr>
          <a:xfrm xmlns:a="http://schemas.openxmlformats.org/drawingml/2006/main">
            <a:off x="14817661" y="7715250"/>
            <a:ext cx="1047750" cy="6200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150" b="0">
                <a:solidFill>
                  <a:srgbClr val="FFFFFF"/>
                </a:solidFill>
                <a:latin typeface="Arial"/>
                <a:ea typeface="Arial"/>
                <a:cs typeface="Arial"/>
              </a:defRPr>
            </a:pPr>
            <a:r>
              <a:rPr sz="3150" b="0">
                <a:solidFill>
                  <a:srgbClr val="FFFFFF"/>
                </a:solidFill>
                <a:latin typeface="Arial"/>
                <a:ea typeface="Arial"/>
                <a:cs typeface="Arial"/>
              </a:rPr>
              <a:t>استنتاجاً</a:t>
            </a:r>
          </a:p>
        </p:txBody>
      </p:sp>
      <p:sp>
        <p:nvSpPr>
          <p:cNvPr id="33" name="">
            <a:extLst xmlns:a="http://schemas.openxmlformats.org/drawingml/2006/main">
              <a:ext uri="{FF2B5EF4-FFF2-40B4-BE49-F238E27FC236}">
                <a16:creationId xmlns:a16="http://schemas.microsoft.com/office/drawing/2014/main" id="{13976462-338C-44D8-92EA-9B0E8372B29C}"/>
              </a:ext>
            </a:extLst>
          </p:cNvPr>
          <p:cNvSpPr>
            <a:spLocks xmlns:a="http://schemas.openxmlformats.org/drawingml/2006/main" noGrp="1"/>
          </p:cNvSpPr>
          <p:nvPr/>
        </p:nvSpPr>
        <p:spPr>
          <a:xfrm xmlns:a="http://schemas.openxmlformats.org/drawingml/2006/main">
            <a:off x="13877830" y="7715250"/>
            <a:ext cx="828675" cy="6200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150" b="0">
                <a:solidFill>
                  <a:srgbClr val="FFFFFF"/>
                </a:solidFill>
                <a:latin typeface="Arial"/>
                <a:ea typeface="Arial"/>
                <a:cs typeface="Arial"/>
              </a:defRPr>
            </a:pPr>
            <a:r>
              <a:rPr sz="3150" b="0">
                <a:solidFill>
                  <a:srgbClr val="FFFFFF"/>
                </a:solidFill>
                <a:latin typeface="Arial"/>
                <a:ea typeface="Arial"/>
                <a:cs typeface="Arial"/>
              </a:rPr>
              <a:t>حاسماً</a:t>
            </a:r>
          </a:p>
        </p:txBody>
      </p:sp>
      <p:sp>
        <p:nvSpPr>
          <p:cNvPr id="34" name="">
            <a:extLst xmlns:a="http://schemas.openxmlformats.org/drawingml/2006/main">
              <a:ext uri="{FF2B5EF4-FFF2-40B4-BE49-F238E27FC236}">
                <a16:creationId xmlns:a16="http://schemas.microsoft.com/office/drawing/2014/main" id="{DC6D8DC1-B160-46CC-89C6-CEF434186FA5}"/>
              </a:ext>
            </a:extLst>
          </p:cNvPr>
          <p:cNvSpPr>
            <a:spLocks xmlns:a="http://schemas.openxmlformats.org/drawingml/2006/main" noGrp="1"/>
          </p:cNvSpPr>
          <p:nvPr/>
        </p:nvSpPr>
        <p:spPr>
          <a:xfrm xmlns:a="http://schemas.openxmlformats.org/drawingml/2006/main">
            <a:off x="12976098" y="7715250"/>
            <a:ext cx="790575" cy="6200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150" b="0">
                <a:solidFill>
                  <a:srgbClr val="FFFFFF"/>
                </a:solidFill>
                <a:latin typeface="Arial"/>
                <a:ea typeface="Arial"/>
                <a:cs typeface="Arial"/>
              </a:defRPr>
            </a:pPr>
            <a:r>
              <a:rPr sz="3150" b="0">
                <a:solidFill>
                  <a:srgbClr val="FFFFFF"/>
                </a:solidFill>
                <a:latin typeface="Arial"/>
                <a:ea typeface="Arial"/>
                <a:cs typeface="Arial"/>
              </a:rPr>
              <a:t>خاطئاً</a:t>
            </a:r>
          </a:p>
        </p:txBody>
      </p:sp>
      <p:sp>
        <p:nvSpPr>
          <p:cNvPr id="35" name="">
            <a:extLst xmlns:a="http://schemas.openxmlformats.org/drawingml/2006/main">
              <a:ext uri="{FF2B5EF4-FFF2-40B4-BE49-F238E27FC236}">
                <a16:creationId xmlns:a16="http://schemas.microsoft.com/office/drawing/2014/main" id="{6BF81765-E7B7-4F5B-9A62-84FE38B11851}"/>
              </a:ext>
            </a:extLst>
          </p:cNvPr>
          <p:cNvSpPr>
            <a:spLocks xmlns:a="http://schemas.openxmlformats.org/drawingml/2006/main" noGrp="1"/>
          </p:cNvSpPr>
          <p:nvPr/>
        </p:nvSpPr>
        <p:spPr>
          <a:xfrm xmlns:a="http://schemas.openxmlformats.org/drawingml/2006/main">
            <a:off x="12464891" y="7715250"/>
            <a:ext cx="400050" cy="6200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150" b="0">
                <a:solidFill>
                  <a:srgbClr val="FFFFFF"/>
                </a:solidFill>
                <a:latin typeface="Arial"/>
                <a:ea typeface="Arial"/>
                <a:cs typeface="Arial"/>
              </a:defRPr>
            </a:pPr>
            <a:r>
              <a:rPr sz="3150" b="0">
                <a:solidFill>
                  <a:srgbClr val="FFFFFF"/>
                </a:solidFill>
                <a:latin typeface="Arial"/>
                <a:ea typeface="Arial"/>
                <a:cs typeface="Arial"/>
              </a:rPr>
              <a:t>في</a:t>
            </a:r>
          </a:p>
        </p:txBody>
      </p:sp>
      <p:sp>
        <p:nvSpPr>
          <p:cNvPr id="36" name="">
            <a:extLst xmlns:a="http://schemas.openxmlformats.org/drawingml/2006/main">
              <a:ext uri="{FF2B5EF4-FFF2-40B4-BE49-F238E27FC236}">
                <a16:creationId xmlns:a16="http://schemas.microsoft.com/office/drawing/2014/main" id="{08B3633D-425A-4CC0-A1AF-7471E0693D1E}"/>
              </a:ext>
            </a:extLst>
          </p:cNvPr>
          <p:cNvSpPr>
            <a:spLocks xmlns:a="http://schemas.openxmlformats.org/drawingml/2006/main" noGrp="1"/>
          </p:cNvSpPr>
          <p:nvPr/>
        </p:nvSpPr>
        <p:spPr>
          <a:xfrm xmlns:a="http://schemas.openxmlformats.org/drawingml/2006/main">
            <a:off x="11867959" y="7715250"/>
            <a:ext cx="485775" cy="6200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150" b="0">
                <a:solidFill>
                  <a:srgbClr val="FFFFFF"/>
                </a:solidFill>
                <a:latin typeface="Arial"/>
                <a:ea typeface="Arial"/>
                <a:cs typeface="Arial"/>
              </a:defRPr>
            </a:pPr>
            <a:r>
              <a:rPr sz="3150" b="0">
                <a:solidFill>
                  <a:srgbClr val="FFFFFF"/>
                </a:solidFill>
                <a:latin typeface="Arial"/>
                <a:ea typeface="Arial"/>
                <a:cs typeface="Arial"/>
              </a:rPr>
              <a:t>هذه</a:t>
            </a:r>
          </a:p>
        </p:txBody>
      </p:sp>
      <p:sp>
        <p:nvSpPr>
          <p:cNvPr id="37" name="">
            <a:extLst xmlns:a="http://schemas.openxmlformats.org/drawingml/2006/main">
              <a:ext uri="{FF2B5EF4-FFF2-40B4-BE49-F238E27FC236}">
                <a16:creationId xmlns:a16="http://schemas.microsoft.com/office/drawing/2014/main" id="{593F754F-B7CA-4954-BF17-19F47C40B0FD}"/>
              </a:ext>
            </a:extLst>
          </p:cNvPr>
          <p:cNvSpPr>
            <a:spLocks xmlns:a="http://schemas.openxmlformats.org/drawingml/2006/main" noGrp="1"/>
          </p:cNvSpPr>
          <p:nvPr/>
        </p:nvSpPr>
        <p:spPr>
          <a:xfrm xmlns:a="http://schemas.openxmlformats.org/drawingml/2006/main">
            <a:off x="11023378" y="7715250"/>
            <a:ext cx="733425" cy="6200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150" b="0">
                <a:solidFill>
                  <a:srgbClr val="FFFFFF"/>
                </a:solidFill>
                <a:latin typeface="Arial"/>
                <a:ea typeface="Arial"/>
                <a:cs typeface="Arial"/>
              </a:defRPr>
            </a:pPr>
            <a:r>
              <a:rPr sz="3150" b="0">
                <a:solidFill>
                  <a:srgbClr val="FFFFFF"/>
                </a:solidFill>
                <a:latin typeface="Arial"/>
                <a:ea typeface="Arial"/>
                <a:cs typeface="Arial"/>
              </a:rPr>
              <a:t>العينة</a:t>
            </a:r>
          </a:p>
        </p:txBody>
      </p:sp>
      <p:sp>
        <p:nvSpPr>
          <p:cNvPr id="38" name="">
            <a:extLst xmlns:a="http://schemas.openxmlformats.org/drawingml/2006/main">
              <a:ext uri="{FF2B5EF4-FFF2-40B4-BE49-F238E27FC236}">
                <a16:creationId xmlns:a16="http://schemas.microsoft.com/office/drawing/2014/main" id="{4015E83C-1823-412F-AC8D-7322AC597EA6}"/>
              </a:ext>
            </a:extLst>
          </p:cNvPr>
          <p:cNvSpPr>
            <a:spLocks xmlns:a="http://schemas.openxmlformats.org/drawingml/2006/main" noGrp="1"/>
          </p:cNvSpPr>
          <p:nvPr/>
        </p:nvSpPr>
        <p:spPr>
          <a:xfrm xmlns:a="http://schemas.openxmlformats.org/drawingml/2006/main">
            <a:off x="16316325" y="8582025"/>
            <a:ext cx="542925"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325" b="0">
                <a:solidFill>
                  <a:srgbClr val="BAC5DF"/>
                </a:solidFill>
                <a:latin typeface="Arial"/>
                <a:ea typeface="Arial"/>
                <a:cs typeface="Arial"/>
              </a:defRPr>
            </a:pPr>
            <a:r>
              <a:rPr sz="2325" b="0">
                <a:solidFill>
                  <a:srgbClr val="BAC5DF"/>
                </a:solidFill>
                <a:latin typeface="Arial"/>
                <a:ea typeface="Arial"/>
                <a:cs typeface="Arial"/>
              </a:rPr>
              <a:t>نتيجة</a:t>
            </a:r>
          </a:p>
        </p:txBody>
      </p:sp>
      <p:sp>
        <p:nvSpPr>
          <p:cNvPr id="39" name="">
            <a:extLst xmlns:a="http://schemas.openxmlformats.org/drawingml/2006/main">
              <a:ext uri="{FF2B5EF4-FFF2-40B4-BE49-F238E27FC236}">
                <a16:creationId xmlns:a16="http://schemas.microsoft.com/office/drawing/2014/main" id="{94574EFF-BAAA-4E2F-88E8-22019FA89AAD}"/>
              </a:ext>
            </a:extLst>
          </p:cNvPr>
          <p:cNvSpPr>
            <a:spLocks xmlns:a="http://schemas.openxmlformats.org/drawingml/2006/main" noGrp="1"/>
          </p:cNvSpPr>
          <p:nvPr/>
        </p:nvSpPr>
        <p:spPr>
          <a:xfrm xmlns:a="http://schemas.openxmlformats.org/drawingml/2006/main">
            <a:off x="15592425" y="8582025"/>
            <a:ext cx="638175"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325" b="0">
                <a:solidFill>
                  <a:srgbClr val="BAC5DF"/>
                </a:solidFill>
                <a:latin typeface="Arial"/>
                <a:ea typeface="Arial"/>
                <a:cs typeface="Arial"/>
              </a:defRPr>
            </a:pPr>
            <a:r>
              <a:rPr sz="2325" b="0">
                <a:solidFill>
                  <a:srgbClr val="BAC5DF"/>
                </a:solidFill>
                <a:latin typeface="Arial"/>
                <a:ea typeface="Arial"/>
                <a:cs typeface="Arial"/>
              </a:rPr>
              <a:t>اختبار</a:t>
            </a:r>
          </a:p>
        </p:txBody>
      </p:sp>
      <p:sp>
        <p:nvSpPr>
          <p:cNvPr id="40" name="">
            <a:extLst xmlns:a="http://schemas.openxmlformats.org/drawingml/2006/main">
              <a:ext uri="{FF2B5EF4-FFF2-40B4-BE49-F238E27FC236}">
                <a16:creationId xmlns:a16="http://schemas.microsoft.com/office/drawing/2014/main" id="{158EDBCE-08B4-44E5-8D6A-72C5EC868C42}"/>
              </a:ext>
            </a:extLst>
          </p:cNvPr>
          <p:cNvSpPr>
            <a:spLocks xmlns:a="http://schemas.openxmlformats.org/drawingml/2006/main" noGrp="1"/>
          </p:cNvSpPr>
          <p:nvPr/>
        </p:nvSpPr>
        <p:spPr>
          <a:xfrm xmlns:a="http://schemas.openxmlformats.org/drawingml/2006/main">
            <a:off x="14668500" y="8582025"/>
            <a:ext cx="838200"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325" b="0">
                <a:solidFill>
                  <a:srgbClr val="BAC5DF"/>
                </a:solidFill>
                <a:latin typeface="Arial"/>
                <a:ea typeface="Arial"/>
                <a:cs typeface="Arial"/>
              </a:defRPr>
            </a:pPr>
            <a:r>
              <a:rPr sz="2325" b="0">
                <a:solidFill>
                  <a:srgbClr val="BAC5DF"/>
                </a:solidFill>
                <a:latin typeface="Arial"/>
                <a:ea typeface="Arial"/>
                <a:cs typeface="Arial"/>
              </a:rPr>
              <a:t>تطويري</a:t>
            </a:r>
          </a:p>
        </p:txBody>
      </p:sp>
      <p:sp>
        <p:nvSpPr>
          <p:cNvPr id="41" name="">
            <a:extLst xmlns:a="http://schemas.openxmlformats.org/drawingml/2006/main">
              <a:ext uri="{FF2B5EF4-FFF2-40B4-BE49-F238E27FC236}">
                <a16:creationId xmlns:a16="http://schemas.microsoft.com/office/drawing/2014/main" id="{8C44908F-928B-42DF-8420-7B375A600E24}"/>
              </a:ext>
            </a:extLst>
          </p:cNvPr>
          <p:cNvSpPr>
            <a:spLocks xmlns:a="http://schemas.openxmlformats.org/drawingml/2006/main" noGrp="1"/>
          </p:cNvSpPr>
          <p:nvPr/>
        </p:nvSpPr>
        <p:spPr>
          <a:xfrm xmlns:a="http://schemas.openxmlformats.org/drawingml/2006/main">
            <a:off x="13896975" y="8582025"/>
            <a:ext cx="685800"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325" b="0">
                <a:solidFill>
                  <a:srgbClr val="BAC5DF"/>
                </a:solidFill>
                <a:latin typeface="Arial"/>
                <a:ea typeface="Arial"/>
                <a:cs typeface="Arial"/>
              </a:defRPr>
            </a:pPr>
            <a:r>
              <a:rPr sz="2325" b="0">
                <a:solidFill>
                  <a:srgbClr val="BAC5DF"/>
                </a:solidFill>
                <a:latin typeface="Arial"/>
                <a:ea typeface="Arial"/>
                <a:cs typeface="Arial"/>
              </a:rPr>
              <a:t>وليست</a:t>
            </a:r>
          </a:p>
        </p:txBody>
      </p:sp>
      <p:sp>
        <p:nvSpPr>
          <p:cNvPr id="42" name="">
            <a:extLst xmlns:a="http://schemas.openxmlformats.org/drawingml/2006/main">
              <a:ext uri="{FF2B5EF4-FFF2-40B4-BE49-F238E27FC236}">
                <a16:creationId xmlns:a16="http://schemas.microsoft.com/office/drawing/2014/main" id="{CE825AC2-83CA-4493-B824-E569AE945566}"/>
              </a:ext>
            </a:extLst>
          </p:cNvPr>
          <p:cNvSpPr>
            <a:spLocks xmlns:a="http://schemas.openxmlformats.org/drawingml/2006/main" noGrp="1"/>
          </p:cNvSpPr>
          <p:nvPr/>
        </p:nvSpPr>
        <p:spPr>
          <a:xfrm xmlns:a="http://schemas.openxmlformats.org/drawingml/2006/main">
            <a:off x="13458825" y="8582025"/>
            <a:ext cx="352425"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325" b="0">
                <a:solidFill>
                  <a:srgbClr val="BAC5DF"/>
                </a:solidFill>
                <a:latin typeface="Arial"/>
                <a:ea typeface="Arial"/>
                <a:cs typeface="Arial"/>
              </a:defRPr>
            </a:pPr>
            <a:r>
              <a:rPr sz="2325" b="0">
                <a:solidFill>
                  <a:srgbClr val="BAC5DF"/>
                </a:solidFill>
                <a:latin typeface="Arial"/>
                <a:ea typeface="Arial"/>
                <a:cs typeface="Arial"/>
              </a:rPr>
              <a:t>دقة</a:t>
            </a:r>
          </a:p>
        </p:txBody>
      </p:sp>
      <p:sp>
        <p:nvSpPr>
          <p:cNvPr id="43" name="">
            <a:extLst xmlns:a="http://schemas.openxmlformats.org/drawingml/2006/main">
              <a:ext uri="{FF2B5EF4-FFF2-40B4-BE49-F238E27FC236}">
                <a16:creationId xmlns:a16="http://schemas.microsoft.com/office/drawing/2014/main" id="{C8E0C1D7-F270-43C8-812A-A18DF0D77FDB}"/>
              </a:ext>
            </a:extLst>
          </p:cNvPr>
          <p:cNvSpPr>
            <a:spLocks xmlns:a="http://schemas.openxmlformats.org/drawingml/2006/main" noGrp="1"/>
          </p:cNvSpPr>
          <p:nvPr/>
        </p:nvSpPr>
        <p:spPr>
          <a:xfrm xmlns:a="http://schemas.openxmlformats.org/drawingml/2006/main">
            <a:off x="12858750" y="8582025"/>
            <a:ext cx="514350"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325" b="0">
                <a:solidFill>
                  <a:srgbClr val="BAC5DF"/>
                </a:solidFill>
                <a:latin typeface="Arial"/>
                <a:ea typeface="Arial"/>
                <a:cs typeface="Arial"/>
              </a:defRPr>
            </a:pPr>
            <a:r>
              <a:rPr sz="2325" b="0">
                <a:solidFill>
                  <a:srgbClr val="BAC5DF"/>
                </a:solidFill>
                <a:latin typeface="Arial"/>
                <a:ea typeface="Arial"/>
                <a:cs typeface="Arial"/>
              </a:rPr>
              <a:t>عامة</a:t>
            </a:r>
          </a:p>
        </p:txBody>
      </p:sp>
      <p:sp>
        <p:nvSpPr>
          <p:cNvPr id="44" name="">
            <a:extLst xmlns:a="http://schemas.openxmlformats.org/drawingml/2006/main">
              <a:ext uri="{FF2B5EF4-FFF2-40B4-BE49-F238E27FC236}">
                <a16:creationId xmlns:a16="http://schemas.microsoft.com/office/drawing/2014/main" id="{B1E5C871-F848-4C25-8D81-DC3A7F11138E}"/>
              </a:ext>
            </a:extLst>
          </p:cNvPr>
          <p:cNvSpPr>
            <a:spLocks xmlns:a="http://schemas.openxmlformats.org/drawingml/2006/main" noGrp="1"/>
          </p:cNvSpPr>
          <p:nvPr/>
        </p:nvSpPr>
        <p:spPr>
          <a:xfrm xmlns:a="http://schemas.openxmlformats.org/drawingml/2006/main">
            <a:off x="12525375" y="8582025"/>
            <a:ext cx="247650"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325" b="0">
                <a:solidFill>
                  <a:srgbClr val="BAC5DF"/>
                </a:solidFill>
                <a:latin typeface="Arial"/>
                <a:ea typeface="Arial"/>
                <a:cs typeface="Arial"/>
              </a:defRPr>
            </a:pPr>
            <a:r>
              <a:rPr sz="2325" b="0">
                <a:solidFill>
                  <a:srgbClr val="BAC5DF"/>
                </a:solidFill>
                <a:latin typeface="Arial"/>
                <a:ea typeface="Arial"/>
                <a:cs typeface="Arial"/>
              </a:rPr>
              <a:t>أو</a:t>
            </a:r>
          </a:p>
        </p:txBody>
      </p:sp>
      <p:sp>
        <p:nvSpPr>
          <p:cNvPr id="45" name="">
            <a:extLst xmlns:a="http://schemas.openxmlformats.org/drawingml/2006/main">
              <a:ext uri="{FF2B5EF4-FFF2-40B4-BE49-F238E27FC236}">
                <a16:creationId xmlns:a16="http://schemas.microsoft.com/office/drawing/2014/main" id="{EDC36B31-4DD3-485D-9A8F-6A18A23899A7}"/>
              </a:ext>
            </a:extLst>
          </p:cNvPr>
          <p:cNvSpPr>
            <a:spLocks xmlns:a="http://schemas.openxmlformats.org/drawingml/2006/main" noGrp="1"/>
          </p:cNvSpPr>
          <p:nvPr/>
        </p:nvSpPr>
        <p:spPr>
          <a:xfrm xmlns:a="http://schemas.openxmlformats.org/drawingml/2006/main">
            <a:off x="11744325" y="8582025"/>
            <a:ext cx="695325"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325" b="0">
                <a:solidFill>
                  <a:srgbClr val="BAC5DF"/>
                </a:solidFill>
                <a:latin typeface="Arial"/>
                <a:ea typeface="Arial"/>
                <a:cs typeface="Arial"/>
              </a:defRPr>
            </a:pPr>
            <a:r>
              <a:rPr sz="2325" b="0">
                <a:solidFill>
                  <a:srgbClr val="BAC5DF"/>
                </a:solidFill>
                <a:latin typeface="Arial"/>
                <a:ea typeface="Arial"/>
                <a:cs typeface="Arial"/>
              </a:rPr>
              <a:t>اعتماداً</a:t>
            </a:r>
          </a:p>
        </p:txBody>
      </p:sp>
      <p:sp>
        <p:nvSpPr>
          <p:cNvPr id="46" name="">
            <a:extLst xmlns:a="http://schemas.openxmlformats.org/drawingml/2006/main">
              <a:ext uri="{FF2B5EF4-FFF2-40B4-BE49-F238E27FC236}">
                <a16:creationId xmlns:a16="http://schemas.microsoft.com/office/drawing/2014/main" id="{605A8A0B-A1E2-4DC3-905A-D8E16F2F3874}"/>
              </a:ext>
            </a:extLst>
          </p:cNvPr>
          <p:cNvSpPr>
            <a:spLocks xmlns:a="http://schemas.openxmlformats.org/drawingml/2006/main" noGrp="1"/>
          </p:cNvSpPr>
          <p:nvPr/>
        </p:nvSpPr>
        <p:spPr>
          <a:xfrm xmlns:a="http://schemas.openxmlformats.org/drawingml/2006/main">
            <a:off x="11001375" y="8582025"/>
            <a:ext cx="657225"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325" b="0">
                <a:solidFill>
                  <a:srgbClr val="BAC5DF"/>
                </a:solidFill>
                <a:latin typeface="Arial"/>
                <a:ea typeface="Arial"/>
                <a:cs typeface="Arial"/>
              </a:defRPr>
            </a:pPr>
            <a:r>
              <a:rPr sz="2325" b="0">
                <a:solidFill>
                  <a:srgbClr val="BAC5DF"/>
                </a:solidFill>
                <a:latin typeface="Arial"/>
                <a:ea typeface="Arial"/>
                <a:cs typeface="Arial"/>
              </a:rPr>
              <a:t>شرعياً</a:t>
            </a:r>
          </a:p>
        </p:txBody>
      </p:sp>
      <p:sp>
        <p:nvSpPr>
          <p:cNvPr id="47" name="">
            <a:extLst xmlns:a="http://schemas.openxmlformats.org/drawingml/2006/main">
              <a:ext uri="{FF2B5EF4-FFF2-40B4-BE49-F238E27FC236}">
                <a16:creationId xmlns:a16="http://schemas.microsoft.com/office/drawing/2014/main" id="{E4925F5D-5EDD-49CA-B89C-D7EE5394D1A2}"/>
              </a:ext>
            </a:extLst>
          </p:cNvPr>
          <p:cNvSpPr>
            <a:spLocks xmlns:a="http://schemas.openxmlformats.org/drawingml/2006/main" noGrp="1"/>
          </p:cNvSpPr>
          <p:nvPr/>
        </p:nvSpPr>
        <p:spPr>
          <a:xfrm xmlns:a="http://schemas.openxmlformats.org/drawingml/2006/main">
            <a:off x="10258425" y="8582025"/>
            <a:ext cx="657225"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325" b="0">
                <a:solidFill>
                  <a:srgbClr val="BAC5DF"/>
                </a:solidFill>
                <a:latin typeface="Arial"/>
                <a:ea typeface="Arial"/>
                <a:cs typeface="Arial"/>
              </a:defRPr>
            </a:pPr>
            <a:r>
              <a:rPr sz="2325" b="0">
                <a:solidFill>
                  <a:srgbClr val="BAC5DF"/>
                </a:solidFill>
                <a:latin typeface="Arial"/>
                <a:ea typeface="Arial"/>
                <a:cs typeface="Arial"/>
              </a:rPr>
              <a:t>مستقلاً</a:t>
            </a:r>
          </a:p>
        </p:txBody>
      </p:sp>
    </p:spTree>
    <p:extLst>
      <p:ext uri="{BB962C8B-B14F-4D97-AF65-F5344CB8AC3E}">
        <p14:creationId xmlns:p14="http://schemas.microsoft.com/office/powerpoint/2010/main" val="1978949748"/>
      </p:ext>
    </p:extLst>
  </p:cSld>
</p:sld>
</file>

<file path=ppt/slides/slide7.xml><?xml version="1.0" encoding="utf-8"?>
<p:sld xmlns:p="http://schemas.openxmlformats.org/presentationml/2006/main">
  <p:cSld>
    <p:bg>
      <p:bgPr>
        <a:solidFill xmlns:a="http://schemas.openxmlformats.org/drawingml/2006/main">
          <a:srgbClr val="F2F4FF"/>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327E8E01-61FA-414D-BE5A-59D7BD2F5EBA}"/>
              </a:ext>
            </a:extLst>
          </p:cNvPr>
          <p:cNvSpPr>
            <a:spLocks xmlns:a="http://schemas.openxmlformats.org/drawingml/2006/main" noGrp="1"/>
          </p:cNvSpPr>
          <p:nvPr/>
        </p:nvSpPr>
        <p:spPr>
          <a:xfrm xmlns:a="http://schemas.openxmlformats.org/drawingml/2006/main">
            <a:off x="857250" y="9486900"/>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725" b="0">
                <a:solidFill>
                  <a:srgbClr val="586277"/>
                </a:solidFill>
                <a:latin typeface="Arial"/>
                <a:ea typeface="Arial"/>
                <a:cs typeface="Arial"/>
              </a:defRPr>
            </a:pPr>
            <a:r>
              <a:rPr sz="1725" b="0">
                <a:solidFill>
                  <a:srgbClr val="586277"/>
                </a:solidFill>
                <a:latin typeface="Arial"/>
                <a:ea typeface="Arial"/>
                <a:cs typeface="Arial"/>
              </a:rPr>
              <a:t>IsnadLens / 07</a:t>
            </a:r>
          </a:p>
        </p:txBody>
      </p:sp>
      <p:sp>
        <p:nvSpPr>
          <p:cNvPr id="2" name="">
            <a:extLst xmlns:a="http://schemas.openxmlformats.org/drawingml/2006/main">
              <a:ext uri="{FF2B5EF4-FFF2-40B4-BE49-F238E27FC236}">
                <a16:creationId xmlns:a16="http://schemas.microsoft.com/office/drawing/2014/main" id="{E6E7E6C1-6482-4EB4-BC24-78AAF9814BE5}"/>
              </a:ext>
            </a:extLst>
          </p:cNvPr>
          <p:cNvSpPr>
            <a:spLocks xmlns:a="http://schemas.openxmlformats.org/drawingml/2006/main" noGrp="1"/>
          </p:cNvSpPr>
          <p:nvPr/>
        </p:nvSpPr>
        <p:spPr>
          <a:xfrm xmlns:a="http://schemas.openxmlformats.org/drawingml/2006/main">
            <a:off x="16983075" y="9486900"/>
            <a:ext cx="447675"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725" b="0">
                <a:solidFill>
                  <a:srgbClr val="586277"/>
                </a:solidFill>
                <a:latin typeface="Arial"/>
                <a:ea typeface="Arial"/>
                <a:cs typeface="Arial"/>
              </a:defRPr>
            </a:pPr>
            <a:r>
              <a:rPr sz="1725" b="0">
                <a:solidFill>
                  <a:srgbClr val="586277"/>
                </a:solidFill>
                <a:latin typeface="Arial"/>
                <a:ea typeface="Arial"/>
                <a:cs typeface="Arial"/>
              </a:rPr>
              <a:t>تحدي</a:t>
            </a:r>
          </a:p>
        </p:txBody>
      </p:sp>
      <p:sp>
        <p:nvSpPr>
          <p:cNvPr id="3" name="">
            <a:extLst xmlns:a="http://schemas.openxmlformats.org/drawingml/2006/main">
              <a:ext uri="{FF2B5EF4-FFF2-40B4-BE49-F238E27FC236}">
                <a16:creationId xmlns:a16="http://schemas.microsoft.com/office/drawing/2014/main" id="{BD2035F7-0D48-4982-8AF8-19175030A865}"/>
              </a:ext>
            </a:extLst>
          </p:cNvPr>
          <p:cNvSpPr>
            <a:spLocks xmlns:a="http://schemas.openxmlformats.org/drawingml/2006/main" noGrp="1"/>
          </p:cNvSpPr>
          <p:nvPr/>
        </p:nvSpPr>
        <p:spPr>
          <a:xfrm xmlns:a="http://schemas.openxmlformats.org/drawingml/2006/main">
            <a:off x="16440150" y="9486900"/>
            <a:ext cx="45720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725" b="0">
                <a:solidFill>
                  <a:srgbClr val="586277"/>
                </a:solidFill>
                <a:latin typeface="Arial"/>
                <a:ea typeface="Arial"/>
                <a:cs typeface="Arial"/>
              </a:defRPr>
            </a:pPr>
            <a:r>
              <a:rPr sz="1725" b="0">
                <a:solidFill>
                  <a:srgbClr val="586277"/>
                </a:solidFill>
                <a:latin typeface="Arial"/>
                <a:ea typeface="Arial"/>
                <a:cs typeface="Arial"/>
              </a:rPr>
              <a:t>الذكاء</a:t>
            </a:r>
          </a:p>
        </p:txBody>
      </p:sp>
      <p:sp>
        <p:nvSpPr>
          <p:cNvPr id="4" name="">
            <a:extLst xmlns:a="http://schemas.openxmlformats.org/drawingml/2006/main">
              <a:ext uri="{FF2B5EF4-FFF2-40B4-BE49-F238E27FC236}">
                <a16:creationId xmlns:a16="http://schemas.microsoft.com/office/drawing/2014/main" id="{EE0DFD1A-C674-41ED-95EF-D71B47A37D20}"/>
              </a:ext>
            </a:extLst>
          </p:cNvPr>
          <p:cNvSpPr>
            <a:spLocks xmlns:a="http://schemas.openxmlformats.org/drawingml/2006/main" noGrp="1"/>
          </p:cNvSpPr>
          <p:nvPr/>
        </p:nvSpPr>
        <p:spPr>
          <a:xfrm xmlns:a="http://schemas.openxmlformats.org/drawingml/2006/main">
            <a:off x="15468600" y="9486900"/>
            <a:ext cx="885825"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725" b="0">
                <a:solidFill>
                  <a:srgbClr val="586277"/>
                </a:solidFill>
                <a:latin typeface="Arial"/>
                <a:ea typeface="Arial"/>
                <a:cs typeface="Arial"/>
              </a:defRPr>
            </a:pPr>
            <a:r>
              <a:rPr sz="1725" b="0">
                <a:solidFill>
                  <a:srgbClr val="586277"/>
                </a:solidFill>
                <a:latin typeface="Arial"/>
                <a:ea typeface="Arial"/>
                <a:cs typeface="Arial"/>
              </a:rPr>
              <a:t>الاصطناعي</a:t>
            </a:r>
          </a:p>
        </p:txBody>
      </p:sp>
      <p:sp>
        <p:nvSpPr>
          <p:cNvPr id="5" name="">
            <a:extLst xmlns:a="http://schemas.openxmlformats.org/drawingml/2006/main">
              <a:ext uri="{FF2B5EF4-FFF2-40B4-BE49-F238E27FC236}">
                <a16:creationId xmlns:a16="http://schemas.microsoft.com/office/drawing/2014/main" id="{53C71D5F-0174-4AE6-A6B7-EDF28C2A1EF6}"/>
              </a:ext>
            </a:extLst>
          </p:cNvPr>
          <p:cNvSpPr>
            <a:spLocks xmlns:a="http://schemas.openxmlformats.org/drawingml/2006/main" noGrp="1"/>
          </p:cNvSpPr>
          <p:nvPr/>
        </p:nvSpPr>
        <p:spPr>
          <a:xfrm xmlns:a="http://schemas.openxmlformats.org/drawingml/2006/main">
            <a:off x="15135225" y="9486900"/>
            <a:ext cx="24765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725" b="0">
                <a:solidFill>
                  <a:srgbClr val="586277"/>
                </a:solidFill>
                <a:latin typeface="Arial"/>
                <a:ea typeface="Arial"/>
                <a:cs typeface="Arial"/>
              </a:defRPr>
            </a:pPr>
            <a:r>
              <a:rPr sz="1725" b="0">
                <a:solidFill>
                  <a:srgbClr val="586277"/>
                </a:solidFill>
                <a:latin typeface="Arial"/>
                <a:ea typeface="Arial"/>
                <a:cs typeface="Arial"/>
              </a:rPr>
              <a:t>في</a:t>
            </a:r>
          </a:p>
        </p:txBody>
      </p:sp>
      <p:sp>
        <p:nvSpPr>
          <p:cNvPr id="6" name="">
            <a:extLst xmlns:a="http://schemas.openxmlformats.org/drawingml/2006/main">
              <a:ext uri="{FF2B5EF4-FFF2-40B4-BE49-F238E27FC236}">
                <a16:creationId xmlns:a16="http://schemas.microsoft.com/office/drawing/2014/main" id="{D94E39D5-E559-493B-8A43-672DBA843A02}"/>
              </a:ext>
            </a:extLst>
          </p:cNvPr>
          <p:cNvSpPr>
            <a:spLocks xmlns:a="http://schemas.openxmlformats.org/drawingml/2006/main" noGrp="1"/>
          </p:cNvSpPr>
          <p:nvPr/>
        </p:nvSpPr>
        <p:spPr>
          <a:xfrm xmlns:a="http://schemas.openxmlformats.org/drawingml/2006/main">
            <a:off x="14630400" y="9486900"/>
            <a:ext cx="41910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725" b="0">
                <a:solidFill>
                  <a:srgbClr val="586277"/>
                </a:solidFill>
                <a:latin typeface="Arial"/>
                <a:ea typeface="Arial"/>
                <a:cs typeface="Arial"/>
              </a:defRPr>
            </a:pPr>
            <a:r>
              <a:rPr sz="1725" b="0">
                <a:solidFill>
                  <a:srgbClr val="586277"/>
                </a:solidFill>
                <a:latin typeface="Arial"/>
                <a:ea typeface="Arial"/>
                <a:cs typeface="Arial"/>
              </a:rPr>
              <a:t>خدمة</a:t>
            </a:r>
          </a:p>
        </p:txBody>
      </p:sp>
      <p:sp>
        <p:nvSpPr>
          <p:cNvPr id="7" name="">
            <a:extLst xmlns:a="http://schemas.openxmlformats.org/drawingml/2006/main">
              <a:ext uri="{FF2B5EF4-FFF2-40B4-BE49-F238E27FC236}">
                <a16:creationId xmlns:a16="http://schemas.microsoft.com/office/drawing/2014/main" id="{C0A17890-EEC0-47F5-83B8-9E7D30E601D5}"/>
              </a:ext>
            </a:extLst>
          </p:cNvPr>
          <p:cNvSpPr>
            <a:spLocks xmlns:a="http://schemas.openxmlformats.org/drawingml/2006/main" noGrp="1"/>
          </p:cNvSpPr>
          <p:nvPr/>
        </p:nvSpPr>
        <p:spPr>
          <a:xfrm xmlns:a="http://schemas.openxmlformats.org/drawingml/2006/main">
            <a:off x="13839825" y="9486900"/>
            <a:ext cx="70485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725" b="0">
                <a:solidFill>
                  <a:srgbClr val="586277"/>
                </a:solidFill>
                <a:latin typeface="Arial"/>
                <a:ea typeface="Arial"/>
                <a:cs typeface="Arial"/>
              </a:defRPr>
            </a:pPr>
            <a:r>
              <a:rPr sz="1725" b="0">
                <a:solidFill>
                  <a:srgbClr val="586277"/>
                </a:solidFill>
                <a:latin typeface="Arial"/>
                <a:ea typeface="Arial"/>
                <a:cs typeface="Arial"/>
              </a:rPr>
              <a:t>الدراسات</a:t>
            </a:r>
          </a:p>
        </p:txBody>
      </p:sp>
      <p:sp>
        <p:nvSpPr>
          <p:cNvPr id="8" name="">
            <a:extLst xmlns:a="http://schemas.openxmlformats.org/drawingml/2006/main">
              <a:ext uri="{FF2B5EF4-FFF2-40B4-BE49-F238E27FC236}">
                <a16:creationId xmlns:a16="http://schemas.microsoft.com/office/drawing/2014/main" id="{5AD1356C-3214-482A-900A-8D468B941E8F}"/>
              </a:ext>
            </a:extLst>
          </p:cNvPr>
          <p:cNvSpPr>
            <a:spLocks xmlns:a="http://schemas.openxmlformats.org/drawingml/2006/main" noGrp="1"/>
          </p:cNvSpPr>
          <p:nvPr/>
        </p:nvSpPr>
        <p:spPr>
          <a:xfrm xmlns:a="http://schemas.openxmlformats.org/drawingml/2006/main">
            <a:off x="13058775" y="9486900"/>
            <a:ext cx="695325"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725" b="0">
                <a:solidFill>
                  <a:srgbClr val="586277"/>
                </a:solidFill>
                <a:latin typeface="Arial"/>
                <a:ea typeface="Arial"/>
                <a:cs typeface="Arial"/>
              </a:defRPr>
            </a:pPr>
            <a:r>
              <a:rPr sz="1725" b="0">
                <a:solidFill>
                  <a:srgbClr val="586277"/>
                </a:solidFill>
                <a:latin typeface="Arial"/>
                <a:ea typeface="Arial"/>
                <a:cs typeface="Arial"/>
              </a:rPr>
              <a:t>الإسلامية</a:t>
            </a:r>
          </a:p>
        </p:txBody>
      </p:sp>
      <p:sp>
        <p:nvSpPr>
          <p:cNvPr id="9" name="">
            <a:extLst xmlns:a="http://schemas.openxmlformats.org/drawingml/2006/main">
              <a:ext uri="{FF2B5EF4-FFF2-40B4-BE49-F238E27FC236}">
                <a16:creationId xmlns:a16="http://schemas.microsoft.com/office/drawing/2014/main" id="{5DF674C8-FC83-4FD1-81BF-C08187D2A324}"/>
              </a:ext>
            </a:extLst>
          </p:cNvPr>
          <p:cNvSpPr>
            <a:spLocks xmlns:a="http://schemas.openxmlformats.org/drawingml/2006/main" noGrp="1"/>
          </p:cNvSpPr>
          <p:nvPr/>
        </p:nvSpPr>
        <p:spPr>
          <a:xfrm xmlns:a="http://schemas.openxmlformats.org/drawingml/2006/main">
            <a:off x="16163925" y="809625"/>
            <a:ext cx="1171575"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5250" b="1">
                <a:solidFill>
                  <a:srgbClr val="12183F"/>
                </a:solidFill>
                <a:latin typeface="Arial"/>
                <a:ea typeface="Arial"/>
                <a:cs typeface="Arial"/>
              </a:defRPr>
            </a:pPr>
            <a:r>
              <a:rPr sz="5250" b="1">
                <a:solidFill>
                  <a:srgbClr val="12183F"/>
                </a:solidFill>
                <a:latin typeface="Arial"/>
                <a:ea typeface="Arial"/>
                <a:cs typeface="Arial"/>
              </a:rPr>
              <a:t>425</a:t>
            </a:r>
          </a:p>
        </p:txBody>
      </p:sp>
      <p:sp>
        <p:nvSpPr>
          <p:cNvPr id="10" name="">
            <a:extLst xmlns:a="http://schemas.openxmlformats.org/drawingml/2006/main">
              <a:ext uri="{FF2B5EF4-FFF2-40B4-BE49-F238E27FC236}">
                <a16:creationId xmlns:a16="http://schemas.microsoft.com/office/drawing/2014/main" id="{7E8C5967-4E10-4EE7-BCFB-63CDF54BCB96}"/>
              </a:ext>
            </a:extLst>
          </p:cNvPr>
          <p:cNvSpPr>
            <a:spLocks xmlns:a="http://schemas.openxmlformats.org/drawingml/2006/main" noGrp="1"/>
          </p:cNvSpPr>
          <p:nvPr/>
        </p:nvSpPr>
        <p:spPr>
          <a:xfrm xmlns:a="http://schemas.openxmlformats.org/drawingml/2006/main">
            <a:off x="14740414" y="809625"/>
            <a:ext cx="1238250"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5250" b="1">
                <a:solidFill>
                  <a:srgbClr val="12183F"/>
                </a:solidFill>
                <a:latin typeface="Arial"/>
                <a:ea typeface="Arial"/>
                <a:cs typeface="Arial"/>
              </a:defRPr>
            </a:pPr>
            <a:r>
              <a:rPr sz="5250" b="1">
                <a:solidFill>
                  <a:srgbClr val="12183F"/>
                </a:solidFill>
                <a:latin typeface="Arial"/>
                <a:ea typeface="Arial"/>
                <a:cs typeface="Arial"/>
              </a:rPr>
              <a:t>سؤالاً</a:t>
            </a:r>
          </a:p>
        </p:txBody>
      </p:sp>
      <p:sp>
        <p:nvSpPr>
          <p:cNvPr id="11" name="">
            <a:extLst xmlns:a="http://schemas.openxmlformats.org/drawingml/2006/main">
              <a:ext uri="{FF2B5EF4-FFF2-40B4-BE49-F238E27FC236}">
                <a16:creationId xmlns:a16="http://schemas.microsoft.com/office/drawing/2014/main" id="{97F2714A-6D33-4C27-9481-76B0FB517BB9}"/>
              </a:ext>
            </a:extLst>
          </p:cNvPr>
          <p:cNvSpPr>
            <a:spLocks xmlns:a="http://schemas.openxmlformats.org/drawingml/2006/main" noGrp="1"/>
          </p:cNvSpPr>
          <p:nvPr/>
        </p:nvSpPr>
        <p:spPr>
          <a:xfrm xmlns:a="http://schemas.openxmlformats.org/drawingml/2006/main">
            <a:off x="13364527" y="809625"/>
            <a:ext cx="1190625"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5250" b="1">
                <a:solidFill>
                  <a:srgbClr val="12183F"/>
                </a:solidFill>
                <a:latin typeface="Arial"/>
                <a:ea typeface="Arial"/>
                <a:cs typeface="Arial"/>
              </a:defRPr>
            </a:pPr>
            <a:r>
              <a:rPr sz="5250" b="1">
                <a:solidFill>
                  <a:srgbClr val="12183F"/>
                </a:solidFill>
                <a:latin typeface="Arial"/>
                <a:ea typeface="Arial"/>
                <a:cs typeface="Arial"/>
              </a:rPr>
              <a:t>موثقاً</a:t>
            </a:r>
          </a:p>
        </p:txBody>
      </p:sp>
      <p:sp>
        <p:nvSpPr>
          <p:cNvPr id="12" name="">
            <a:extLst xmlns:a="http://schemas.openxmlformats.org/drawingml/2006/main">
              <a:ext uri="{FF2B5EF4-FFF2-40B4-BE49-F238E27FC236}">
                <a16:creationId xmlns:a16="http://schemas.microsoft.com/office/drawing/2014/main" id="{666928A9-D1B2-4C5C-B5D5-C0210C006017}"/>
              </a:ext>
            </a:extLst>
          </p:cNvPr>
          <p:cNvSpPr>
            <a:spLocks xmlns:a="http://schemas.openxmlformats.org/drawingml/2006/main" noGrp="1"/>
          </p:cNvSpPr>
          <p:nvPr/>
        </p:nvSpPr>
        <p:spPr>
          <a:xfrm xmlns:a="http://schemas.openxmlformats.org/drawingml/2006/main">
            <a:off x="12074366" y="809625"/>
            <a:ext cx="1104900"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5250" b="1">
                <a:solidFill>
                  <a:srgbClr val="12183F"/>
                </a:solidFill>
                <a:latin typeface="Arial"/>
                <a:ea typeface="Arial"/>
                <a:cs typeface="Arial"/>
              </a:defRPr>
            </a:pPr>
            <a:r>
              <a:rPr sz="5250" b="1">
                <a:solidFill>
                  <a:srgbClr val="12183F"/>
                </a:solidFill>
                <a:latin typeface="Arial"/>
                <a:ea typeface="Arial"/>
                <a:cs typeface="Arial"/>
              </a:rPr>
              <a:t>وراء</a:t>
            </a:r>
          </a:p>
        </p:txBody>
      </p:sp>
      <p:sp>
        <p:nvSpPr>
          <p:cNvPr id="13" name="">
            <a:extLst xmlns:a="http://schemas.openxmlformats.org/drawingml/2006/main">
              <a:ext uri="{FF2B5EF4-FFF2-40B4-BE49-F238E27FC236}">
                <a16:creationId xmlns:a16="http://schemas.microsoft.com/office/drawing/2014/main" id="{6407CA00-7DD3-4CBC-B6E7-602DC15BDC6A}"/>
              </a:ext>
            </a:extLst>
          </p:cNvPr>
          <p:cNvSpPr>
            <a:spLocks xmlns:a="http://schemas.openxmlformats.org/drawingml/2006/main" noGrp="1"/>
          </p:cNvSpPr>
          <p:nvPr/>
        </p:nvSpPr>
        <p:spPr>
          <a:xfrm xmlns:a="http://schemas.openxmlformats.org/drawingml/2006/main">
            <a:off x="10755630" y="809625"/>
            <a:ext cx="1133475"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5250" b="1">
                <a:solidFill>
                  <a:srgbClr val="12183F"/>
                </a:solidFill>
                <a:latin typeface="Arial"/>
                <a:ea typeface="Arial"/>
                <a:cs typeface="Arial"/>
              </a:defRPr>
            </a:pPr>
            <a:r>
              <a:rPr sz="5250" b="1">
                <a:solidFill>
                  <a:srgbClr val="12183F"/>
                </a:solidFill>
                <a:latin typeface="Arial"/>
                <a:ea typeface="Arial"/>
                <a:cs typeface="Arial"/>
              </a:rPr>
              <a:t>رحلة</a:t>
            </a:r>
          </a:p>
        </p:txBody>
      </p:sp>
      <p:sp>
        <p:nvSpPr>
          <p:cNvPr id="14" name="">
            <a:extLst xmlns:a="http://schemas.openxmlformats.org/drawingml/2006/main">
              <a:ext uri="{FF2B5EF4-FFF2-40B4-BE49-F238E27FC236}">
                <a16:creationId xmlns:a16="http://schemas.microsoft.com/office/drawing/2014/main" id="{85B9B14B-B75A-4FDC-9102-54AD95A9DEA5}"/>
              </a:ext>
            </a:extLst>
          </p:cNvPr>
          <p:cNvSpPr>
            <a:spLocks xmlns:a="http://schemas.openxmlformats.org/drawingml/2006/main" noGrp="1"/>
          </p:cNvSpPr>
          <p:nvPr/>
        </p:nvSpPr>
        <p:spPr>
          <a:xfrm xmlns:a="http://schemas.openxmlformats.org/drawingml/2006/main">
            <a:off x="8903494" y="809625"/>
            <a:ext cx="1666875"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5250" b="1">
                <a:solidFill>
                  <a:srgbClr val="12183F"/>
                </a:solidFill>
                <a:latin typeface="Arial"/>
                <a:ea typeface="Arial"/>
                <a:cs typeface="Arial"/>
              </a:defRPr>
            </a:pPr>
            <a:r>
              <a:rPr sz="5250" b="1">
                <a:solidFill>
                  <a:srgbClr val="12183F"/>
                </a:solidFill>
                <a:latin typeface="Arial"/>
                <a:ea typeface="Arial"/>
                <a:cs typeface="Arial"/>
              </a:rPr>
              <a:t>التطوير</a:t>
            </a:r>
          </a:p>
        </p:txBody>
      </p:sp>
      <p:sp>
        <p:nvSpPr>
          <p:cNvPr id="15" name="">
            <a:extLst xmlns:a="http://schemas.openxmlformats.org/drawingml/2006/main">
              <a:ext uri="{FF2B5EF4-FFF2-40B4-BE49-F238E27FC236}">
                <a16:creationId xmlns:a16="http://schemas.microsoft.com/office/drawing/2014/main" id="{C5779760-2753-4656-A3B1-1D001A24B5F3}"/>
              </a:ext>
            </a:extLst>
          </p:cNvPr>
          <p:cNvSpPr>
            <a:spLocks xmlns:a="http://schemas.openxmlformats.org/drawingml/2006/main" noGrp="1"/>
          </p:cNvSpPr>
          <p:nvPr/>
        </p:nvSpPr>
        <p:spPr>
          <a:xfrm xmlns:a="http://schemas.openxmlformats.org/drawingml/2006/main">
            <a:off x="952500" y="2619375"/>
            <a:ext cx="72390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5375" b="1">
                <a:solidFill>
                  <a:srgbClr val="6150EA"/>
                </a:solidFill>
                <a:latin typeface="Arial"/>
                <a:ea typeface="Arial"/>
                <a:cs typeface="Arial"/>
              </a:defRPr>
            </a:pPr>
            <a:r>
              <a:rPr sz="15375" b="1">
                <a:solidFill>
                  <a:srgbClr val="6150EA"/>
                </a:solidFill>
                <a:latin typeface="Arial"/>
                <a:ea typeface="Arial"/>
                <a:cs typeface="Arial"/>
              </a:rPr>
              <a:t>425</a:t>
            </a:r>
          </a:p>
        </p:txBody>
      </p:sp>
      <p:sp>
        <p:nvSpPr>
          <p:cNvPr id="16" name="">
            <a:extLst xmlns:a="http://schemas.openxmlformats.org/drawingml/2006/main">
              <a:ext uri="{FF2B5EF4-FFF2-40B4-BE49-F238E27FC236}">
                <a16:creationId xmlns:a16="http://schemas.microsoft.com/office/drawing/2014/main" id="{97816C8E-2ED5-4045-8222-804C59A91959}"/>
              </a:ext>
            </a:extLst>
          </p:cNvPr>
          <p:cNvSpPr>
            <a:spLocks xmlns:a="http://schemas.openxmlformats.org/drawingml/2006/main" noGrp="1"/>
          </p:cNvSpPr>
          <p:nvPr/>
        </p:nvSpPr>
        <p:spPr>
          <a:xfrm xmlns:a="http://schemas.openxmlformats.org/drawingml/2006/main">
            <a:off x="15916275" y="3095625"/>
            <a:ext cx="942975" cy="10186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5175" b="1">
                <a:solidFill>
                  <a:srgbClr val="12183F"/>
                </a:solidFill>
                <a:latin typeface="Arial"/>
                <a:ea typeface="Arial"/>
                <a:cs typeface="Arial"/>
              </a:defRPr>
            </a:pPr>
            <a:r>
              <a:rPr sz="5175" b="1">
                <a:solidFill>
                  <a:srgbClr val="12183F"/>
                </a:solidFill>
                <a:latin typeface="Arial"/>
                <a:ea typeface="Arial"/>
                <a:cs typeface="Arial"/>
              </a:rPr>
              <a:t>نص</a:t>
            </a:r>
          </a:p>
        </p:txBody>
      </p:sp>
      <p:sp>
        <p:nvSpPr>
          <p:cNvPr id="17" name="">
            <a:extLst xmlns:a="http://schemas.openxmlformats.org/drawingml/2006/main">
              <a:ext uri="{FF2B5EF4-FFF2-40B4-BE49-F238E27FC236}">
                <a16:creationId xmlns:a16="http://schemas.microsoft.com/office/drawing/2014/main" id="{4422476B-EAFA-4E86-A9A8-66B9A7774183}"/>
              </a:ext>
            </a:extLst>
          </p:cNvPr>
          <p:cNvSpPr>
            <a:spLocks xmlns:a="http://schemas.openxmlformats.org/drawingml/2006/main" noGrp="1"/>
          </p:cNvSpPr>
          <p:nvPr/>
        </p:nvSpPr>
        <p:spPr>
          <a:xfrm xmlns:a="http://schemas.openxmlformats.org/drawingml/2006/main">
            <a:off x="14533531" y="3095625"/>
            <a:ext cx="1200150" cy="10186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5175" b="1">
                <a:solidFill>
                  <a:srgbClr val="12183F"/>
                </a:solidFill>
                <a:latin typeface="Arial"/>
                <a:ea typeface="Arial"/>
                <a:cs typeface="Arial"/>
              </a:defRPr>
            </a:pPr>
            <a:r>
              <a:rPr sz="5175" b="1">
                <a:solidFill>
                  <a:srgbClr val="12183F"/>
                </a:solidFill>
                <a:latin typeface="Arial"/>
                <a:ea typeface="Arial"/>
                <a:cs typeface="Arial"/>
              </a:rPr>
              <a:t>سؤال</a:t>
            </a:r>
          </a:p>
        </p:txBody>
      </p:sp>
      <p:sp>
        <p:nvSpPr>
          <p:cNvPr id="18" name="">
            <a:extLst xmlns:a="http://schemas.openxmlformats.org/drawingml/2006/main">
              <a:ext uri="{FF2B5EF4-FFF2-40B4-BE49-F238E27FC236}">
                <a16:creationId xmlns:a16="http://schemas.microsoft.com/office/drawing/2014/main" id="{2D31A7A0-33B9-4718-8CAC-D863C5B616E2}"/>
              </a:ext>
            </a:extLst>
          </p:cNvPr>
          <p:cNvSpPr>
            <a:spLocks xmlns:a="http://schemas.openxmlformats.org/drawingml/2006/main" noGrp="1"/>
          </p:cNvSpPr>
          <p:nvPr/>
        </p:nvSpPr>
        <p:spPr>
          <a:xfrm xmlns:a="http://schemas.openxmlformats.org/drawingml/2006/main">
            <a:off x="12845986" y="3095625"/>
            <a:ext cx="1504950" cy="10186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5175" b="1">
                <a:solidFill>
                  <a:srgbClr val="12183F"/>
                </a:solidFill>
                <a:latin typeface="Arial"/>
                <a:ea typeface="Arial"/>
                <a:cs typeface="Arial"/>
              </a:defRPr>
            </a:pPr>
            <a:r>
              <a:rPr sz="5175" b="1">
                <a:solidFill>
                  <a:srgbClr val="12183F"/>
                </a:solidFill>
                <a:latin typeface="Arial"/>
                <a:ea typeface="Arial"/>
                <a:cs typeface="Arial"/>
              </a:rPr>
              <a:t>مختلف</a:t>
            </a:r>
          </a:p>
        </p:txBody>
      </p:sp>
      <p:sp>
        <p:nvSpPr>
          <p:cNvPr id="19" name="">
            <a:extLst xmlns:a="http://schemas.openxmlformats.org/drawingml/2006/main">
              <a:ext uri="{FF2B5EF4-FFF2-40B4-BE49-F238E27FC236}">
                <a16:creationId xmlns:a16="http://schemas.microsoft.com/office/drawing/2014/main" id="{453539BF-49C0-492F-B987-9CE222DF4263}"/>
              </a:ext>
            </a:extLst>
          </p:cNvPr>
          <p:cNvSpPr>
            <a:spLocks xmlns:a="http://schemas.openxmlformats.org/drawingml/2006/main" noGrp="1"/>
          </p:cNvSpPr>
          <p:nvPr/>
        </p:nvSpPr>
        <p:spPr>
          <a:xfrm xmlns:a="http://schemas.openxmlformats.org/drawingml/2006/main">
            <a:off x="16411575" y="4333875"/>
            <a:ext cx="447675" cy="693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3525" b="0">
                <a:solidFill>
                  <a:srgbClr val="12183F"/>
                </a:solidFill>
                <a:latin typeface="Arial"/>
                <a:ea typeface="Arial"/>
                <a:cs typeface="Arial"/>
              </a:defRPr>
            </a:pPr>
            <a:r>
              <a:rPr sz="3525" b="0">
                <a:solidFill>
                  <a:srgbClr val="12183F"/>
                </a:solidFill>
                <a:latin typeface="Arial"/>
                <a:ea typeface="Arial"/>
                <a:cs typeface="Arial"/>
              </a:rPr>
              <a:t>في</a:t>
            </a:r>
          </a:p>
        </p:txBody>
      </p:sp>
      <p:sp>
        <p:nvSpPr>
          <p:cNvPr id="20" name="">
            <a:extLst xmlns:a="http://schemas.openxmlformats.org/drawingml/2006/main">
              <a:ext uri="{FF2B5EF4-FFF2-40B4-BE49-F238E27FC236}">
                <a16:creationId xmlns:a16="http://schemas.microsoft.com/office/drawing/2014/main" id="{99846D8A-C51D-4B20-8C9E-3F84B27A8B66}"/>
              </a:ext>
            </a:extLst>
          </p:cNvPr>
          <p:cNvSpPr>
            <a:spLocks xmlns:a="http://schemas.openxmlformats.org/drawingml/2006/main" noGrp="1"/>
          </p:cNvSpPr>
          <p:nvPr/>
        </p:nvSpPr>
        <p:spPr>
          <a:xfrm xmlns:a="http://schemas.openxmlformats.org/drawingml/2006/main">
            <a:off x="15725203" y="4333875"/>
            <a:ext cx="561975" cy="693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3525" b="0">
                <a:solidFill>
                  <a:srgbClr val="12183F"/>
                </a:solidFill>
                <a:latin typeface="Arial"/>
                <a:ea typeface="Arial"/>
                <a:cs typeface="Arial"/>
              </a:defRPr>
            </a:pPr>
            <a:r>
              <a:rPr sz="3525" b="0">
                <a:solidFill>
                  <a:srgbClr val="12183F"/>
                </a:solidFill>
                <a:latin typeface="Arial"/>
                <a:ea typeface="Arial"/>
                <a:cs typeface="Arial"/>
              </a:rPr>
              <a:t>12</a:t>
            </a:r>
          </a:p>
        </p:txBody>
      </p:sp>
      <p:sp>
        <p:nvSpPr>
          <p:cNvPr id="21" name="">
            <a:extLst xmlns:a="http://schemas.openxmlformats.org/drawingml/2006/main">
              <a:ext uri="{FF2B5EF4-FFF2-40B4-BE49-F238E27FC236}">
                <a16:creationId xmlns:a16="http://schemas.microsoft.com/office/drawing/2014/main" id="{E82A7E24-0C04-4F20-82A4-DBBC6119C2F5}"/>
              </a:ext>
            </a:extLst>
          </p:cNvPr>
          <p:cNvSpPr>
            <a:spLocks xmlns:a="http://schemas.openxmlformats.org/drawingml/2006/main" noGrp="1"/>
          </p:cNvSpPr>
          <p:nvPr/>
        </p:nvSpPr>
        <p:spPr>
          <a:xfrm xmlns:a="http://schemas.openxmlformats.org/drawingml/2006/main">
            <a:off x="14353032" y="4333875"/>
            <a:ext cx="1247775" cy="693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3525" b="0">
                <a:solidFill>
                  <a:srgbClr val="12183F"/>
                </a:solidFill>
                <a:latin typeface="Arial"/>
                <a:ea typeface="Arial"/>
                <a:cs typeface="Arial"/>
              </a:defRPr>
            </a:pPr>
            <a:r>
              <a:rPr sz="3525" b="0">
                <a:solidFill>
                  <a:srgbClr val="12183F"/>
                </a:solidFill>
                <a:latin typeface="Arial"/>
                <a:ea typeface="Arial"/>
                <a:cs typeface="Arial"/>
              </a:rPr>
              <a:t>مجموعة</a:t>
            </a:r>
          </a:p>
        </p:txBody>
      </p:sp>
      <p:sp>
        <p:nvSpPr>
          <p:cNvPr id="22" name="">
            <a:extLst xmlns:a="http://schemas.openxmlformats.org/drawingml/2006/main">
              <a:ext uri="{FF2B5EF4-FFF2-40B4-BE49-F238E27FC236}">
                <a16:creationId xmlns:a16="http://schemas.microsoft.com/office/drawing/2014/main" id="{FAA50ECD-5AC5-4CF1-B710-C306204DC869}"/>
              </a:ext>
            </a:extLst>
          </p:cNvPr>
          <p:cNvSpPr>
            <a:spLocks xmlns:a="http://schemas.openxmlformats.org/drawingml/2006/main" noGrp="1"/>
          </p:cNvSpPr>
          <p:nvPr/>
        </p:nvSpPr>
        <p:spPr>
          <a:xfrm xmlns:a="http://schemas.openxmlformats.org/drawingml/2006/main">
            <a:off x="13218985" y="4333875"/>
            <a:ext cx="1009650" cy="693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3525" b="0">
                <a:solidFill>
                  <a:srgbClr val="12183F"/>
                </a:solidFill>
                <a:latin typeface="Arial"/>
                <a:ea typeface="Arial"/>
                <a:cs typeface="Arial"/>
              </a:defRPr>
            </a:pPr>
            <a:r>
              <a:rPr sz="3525" b="0">
                <a:solidFill>
                  <a:srgbClr val="12183F"/>
                </a:solidFill>
                <a:latin typeface="Arial"/>
                <a:ea typeface="Arial"/>
                <a:cs typeface="Arial"/>
              </a:rPr>
              <a:t>رئيسية</a:t>
            </a:r>
          </a:p>
        </p:txBody>
      </p:sp>
      <p:sp>
        <p:nvSpPr>
          <p:cNvPr id="23" name="">
            <a:extLst xmlns:a="http://schemas.openxmlformats.org/drawingml/2006/main">
              <a:ext uri="{FF2B5EF4-FFF2-40B4-BE49-F238E27FC236}">
                <a16:creationId xmlns:a16="http://schemas.microsoft.com/office/drawing/2014/main" id="{4A65F1AB-EDD9-4B89-8C63-FE09BBC6601A}"/>
              </a:ext>
            </a:extLst>
          </p:cNvPr>
          <p:cNvSpPr>
            <a:spLocks xmlns:a="http://schemas.openxmlformats.org/drawingml/2006/main" noGrp="1"/>
          </p:cNvSpPr>
          <p:nvPr/>
        </p:nvSpPr>
        <p:spPr>
          <a:xfrm xmlns:a="http://schemas.openxmlformats.org/drawingml/2006/main">
            <a:off x="12132564" y="4333875"/>
            <a:ext cx="962025" cy="693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3525" b="0">
                <a:solidFill>
                  <a:srgbClr val="12183F"/>
                </a:solidFill>
                <a:latin typeface="Arial"/>
                <a:ea typeface="Arial"/>
                <a:cs typeface="Arial"/>
              </a:defRPr>
            </a:pPr>
            <a:r>
              <a:rPr sz="3525" b="0">
                <a:solidFill>
                  <a:srgbClr val="12183F"/>
                </a:solidFill>
                <a:latin typeface="Arial"/>
                <a:ea typeface="Arial"/>
                <a:cs typeface="Arial"/>
              </a:rPr>
              <a:t>مكتملة</a:t>
            </a:r>
          </a:p>
        </p:txBody>
      </p:sp>
      <p:sp>
        <p:nvSpPr>
          <p:cNvPr id="24" name="">
            <a:extLst xmlns:a="http://schemas.openxmlformats.org/drawingml/2006/main">
              <a:ext uri="{FF2B5EF4-FFF2-40B4-BE49-F238E27FC236}">
                <a16:creationId xmlns:a16="http://schemas.microsoft.com/office/drawing/2014/main" id="{E3B8342D-8F27-4CBF-9182-8850EAA15A92}"/>
              </a:ext>
            </a:extLst>
          </p:cNvPr>
          <p:cNvSpPr>
            <a:spLocks xmlns:a="http://schemas.openxmlformats.org/drawingml/2006/main" noGrp="1"/>
          </p:cNvSpPr>
          <p:nvPr/>
        </p:nvSpPr>
        <p:spPr>
          <a:xfrm xmlns:a="http://schemas.openxmlformats.org/drawingml/2006/main">
            <a:off x="16002000" y="6334125"/>
            <a:ext cx="857250"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3225" b="1">
                <a:solidFill>
                  <a:srgbClr val="075642"/>
                </a:solidFill>
                <a:latin typeface="Arial"/>
                <a:ea typeface="Arial"/>
                <a:cs typeface="Arial"/>
              </a:defRPr>
            </a:pPr>
            <a:r>
              <a:rPr sz="3225" b="1">
                <a:solidFill>
                  <a:srgbClr val="075642"/>
                </a:solidFill>
                <a:latin typeface="Arial"/>
                <a:ea typeface="Arial"/>
                <a:cs typeface="Arial"/>
              </a:rPr>
              <a:t>إضافة</a:t>
            </a:r>
          </a:p>
        </p:txBody>
      </p:sp>
      <p:sp>
        <p:nvSpPr>
          <p:cNvPr id="25" name="">
            <a:extLst xmlns:a="http://schemas.openxmlformats.org/drawingml/2006/main">
              <a:ext uri="{FF2B5EF4-FFF2-40B4-BE49-F238E27FC236}">
                <a16:creationId xmlns:a16="http://schemas.microsoft.com/office/drawing/2014/main" id="{D1805187-D5DA-44E3-86C0-3129D56D0DFC}"/>
              </a:ext>
            </a:extLst>
          </p:cNvPr>
          <p:cNvSpPr>
            <a:spLocks xmlns:a="http://schemas.openxmlformats.org/drawingml/2006/main" noGrp="1"/>
          </p:cNvSpPr>
          <p:nvPr/>
        </p:nvSpPr>
        <p:spPr>
          <a:xfrm xmlns:a="http://schemas.openxmlformats.org/drawingml/2006/main">
            <a:off x="15411926" y="6334125"/>
            <a:ext cx="476250"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3225" b="1">
                <a:solidFill>
                  <a:srgbClr val="075642"/>
                </a:solidFill>
                <a:latin typeface="Arial"/>
                <a:ea typeface="Arial"/>
                <a:cs typeface="Arial"/>
              </a:defRPr>
            </a:pPr>
            <a:r>
              <a:rPr sz="3225" b="1">
                <a:solidFill>
                  <a:srgbClr val="075642"/>
                </a:solidFill>
                <a:latin typeface="Arial"/>
                <a:ea typeface="Arial"/>
                <a:cs typeface="Arial"/>
              </a:rPr>
              <a:t>إلى</a:t>
            </a:r>
          </a:p>
        </p:txBody>
      </p:sp>
      <p:sp>
        <p:nvSpPr>
          <p:cNvPr id="26" name="">
            <a:extLst xmlns:a="http://schemas.openxmlformats.org/drawingml/2006/main">
              <a:ext uri="{FF2B5EF4-FFF2-40B4-BE49-F238E27FC236}">
                <a16:creationId xmlns:a16="http://schemas.microsoft.com/office/drawing/2014/main" id="{407BDD6A-5084-4AD4-8988-1EFAD80A98E1}"/>
              </a:ext>
            </a:extLst>
          </p:cNvPr>
          <p:cNvSpPr>
            <a:spLocks xmlns:a="http://schemas.openxmlformats.org/drawingml/2006/main" noGrp="1"/>
          </p:cNvSpPr>
          <p:nvPr/>
        </p:nvSpPr>
        <p:spPr>
          <a:xfrm xmlns:a="http://schemas.openxmlformats.org/drawingml/2006/main">
            <a:off x="14212253" y="6334125"/>
            <a:ext cx="1085850"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3225" b="1">
                <a:solidFill>
                  <a:srgbClr val="075642"/>
                </a:solidFill>
                <a:latin typeface="Arial"/>
                <a:ea typeface="Arial"/>
                <a:cs typeface="Arial"/>
              </a:defRPr>
            </a:pPr>
            <a:r>
              <a:rPr sz="3225" b="1">
                <a:solidFill>
                  <a:srgbClr val="075642"/>
                </a:solidFill>
                <a:latin typeface="Arial"/>
                <a:ea typeface="Arial"/>
                <a:cs typeface="Arial"/>
              </a:rPr>
              <a:t>2,924</a:t>
            </a:r>
          </a:p>
        </p:txBody>
      </p:sp>
      <p:sp>
        <p:nvSpPr>
          <p:cNvPr id="27" name="">
            <a:extLst xmlns:a="http://schemas.openxmlformats.org/drawingml/2006/main">
              <a:ext uri="{FF2B5EF4-FFF2-40B4-BE49-F238E27FC236}">
                <a16:creationId xmlns:a16="http://schemas.microsoft.com/office/drawing/2014/main" id="{2580B79E-C2CA-4299-B8DC-86DDD20DEE49}"/>
              </a:ext>
            </a:extLst>
          </p:cNvPr>
          <p:cNvSpPr>
            <a:spLocks xmlns:a="http://schemas.openxmlformats.org/drawingml/2006/main" noGrp="1"/>
          </p:cNvSpPr>
          <p:nvPr/>
        </p:nvSpPr>
        <p:spPr>
          <a:xfrm xmlns:a="http://schemas.openxmlformats.org/drawingml/2006/main">
            <a:off x="13288804" y="6334125"/>
            <a:ext cx="809625"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3225" b="1">
                <a:solidFill>
                  <a:srgbClr val="075642"/>
                </a:solidFill>
                <a:latin typeface="Arial"/>
                <a:ea typeface="Arial"/>
                <a:cs typeface="Arial"/>
              </a:defRPr>
            </a:pPr>
            <a:r>
              <a:rPr sz="3225" b="1">
                <a:solidFill>
                  <a:srgbClr val="075642"/>
                </a:solidFill>
                <a:latin typeface="Arial"/>
                <a:ea typeface="Arial"/>
                <a:cs typeface="Arial"/>
              </a:rPr>
              <a:t>فحصاً</a:t>
            </a:r>
          </a:p>
        </p:txBody>
      </p:sp>
      <p:sp>
        <p:nvSpPr>
          <p:cNvPr id="28" name="">
            <a:extLst xmlns:a="http://schemas.openxmlformats.org/drawingml/2006/main">
              <a:ext uri="{FF2B5EF4-FFF2-40B4-BE49-F238E27FC236}">
                <a16:creationId xmlns:a16="http://schemas.microsoft.com/office/drawing/2014/main" id="{112750CD-ED65-4AF7-91B7-236F3E116547}"/>
              </a:ext>
            </a:extLst>
          </p:cNvPr>
          <p:cNvSpPr>
            <a:spLocks xmlns:a="http://schemas.openxmlformats.org/drawingml/2006/main" noGrp="1"/>
          </p:cNvSpPr>
          <p:nvPr/>
        </p:nvSpPr>
        <p:spPr>
          <a:xfrm xmlns:a="http://schemas.openxmlformats.org/drawingml/2006/main">
            <a:off x="12232005" y="6334125"/>
            <a:ext cx="942975"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3225" b="1">
                <a:solidFill>
                  <a:srgbClr val="075642"/>
                </a:solidFill>
                <a:latin typeface="Arial"/>
                <a:ea typeface="Arial"/>
                <a:cs typeface="Arial"/>
              </a:defRPr>
            </a:pPr>
            <a:r>
              <a:rPr sz="3225" b="1">
                <a:solidFill>
                  <a:srgbClr val="075642"/>
                </a:solidFill>
                <a:latin typeface="Arial"/>
                <a:ea typeface="Arial"/>
                <a:cs typeface="Arial"/>
              </a:rPr>
              <a:t>برمجياً</a:t>
            </a:r>
          </a:p>
        </p:txBody>
      </p:sp>
      <p:sp>
        <p:nvSpPr>
          <p:cNvPr id="29" name="">
            <a:extLst xmlns:a="http://schemas.openxmlformats.org/drawingml/2006/main">
              <a:ext uri="{FF2B5EF4-FFF2-40B4-BE49-F238E27FC236}">
                <a16:creationId xmlns:a16="http://schemas.microsoft.com/office/drawing/2014/main" id="{BDDC8597-AA25-401F-A139-E67E9C68D4AC}"/>
              </a:ext>
            </a:extLst>
          </p:cNvPr>
          <p:cNvSpPr>
            <a:spLocks xmlns:a="http://schemas.openxmlformats.org/drawingml/2006/main" noGrp="1"/>
          </p:cNvSpPr>
          <p:nvPr/>
        </p:nvSpPr>
        <p:spPr>
          <a:xfrm xmlns:a="http://schemas.openxmlformats.org/drawingml/2006/main">
            <a:off x="11508581" y="6334125"/>
            <a:ext cx="609600"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3225" b="1">
                <a:solidFill>
                  <a:srgbClr val="075642"/>
                </a:solidFill>
                <a:latin typeface="Arial"/>
                <a:ea typeface="Arial"/>
                <a:cs typeface="Arial"/>
              </a:defRPr>
            </a:pPr>
            <a:r>
              <a:rPr sz="3225" b="1">
                <a:solidFill>
                  <a:srgbClr val="075642"/>
                </a:solidFill>
                <a:latin typeface="Arial"/>
                <a:ea typeface="Arial"/>
                <a:cs typeface="Arial"/>
              </a:rPr>
              <a:t>دون</a:t>
            </a:r>
          </a:p>
        </p:txBody>
      </p:sp>
      <p:sp>
        <p:nvSpPr>
          <p:cNvPr id="30" name="">
            <a:extLst xmlns:a="http://schemas.openxmlformats.org/drawingml/2006/main">
              <a:ext uri="{FF2B5EF4-FFF2-40B4-BE49-F238E27FC236}">
                <a16:creationId xmlns:a16="http://schemas.microsoft.com/office/drawing/2014/main" id="{BB36937F-DC40-43A3-9AA3-880955C5ECBB}"/>
              </a:ext>
            </a:extLst>
          </p:cNvPr>
          <p:cNvSpPr>
            <a:spLocks xmlns:a="http://schemas.openxmlformats.org/drawingml/2006/main" noGrp="1"/>
          </p:cNvSpPr>
          <p:nvPr/>
        </p:nvSpPr>
        <p:spPr>
          <a:xfrm xmlns:a="http://schemas.openxmlformats.org/drawingml/2006/main">
            <a:off x="10537508" y="6334125"/>
            <a:ext cx="857250"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3225" b="1">
                <a:solidFill>
                  <a:srgbClr val="075642"/>
                </a:solidFill>
                <a:latin typeface="Arial"/>
                <a:ea typeface="Arial"/>
                <a:cs typeface="Arial"/>
              </a:defRPr>
            </a:pPr>
            <a:r>
              <a:rPr sz="3225" b="1">
                <a:solidFill>
                  <a:srgbClr val="075642"/>
                </a:solidFill>
                <a:latin typeface="Arial"/>
                <a:ea typeface="Arial"/>
                <a:cs typeface="Arial"/>
              </a:rPr>
              <a:t>اتصال</a:t>
            </a:r>
          </a:p>
        </p:txBody>
      </p:sp>
      <p:sp>
        <p:nvSpPr>
          <p:cNvPr id="31" name="">
            <a:extLst xmlns:a="http://schemas.openxmlformats.org/drawingml/2006/main">
              <a:ext uri="{FF2B5EF4-FFF2-40B4-BE49-F238E27FC236}">
                <a16:creationId xmlns:a16="http://schemas.microsoft.com/office/drawing/2014/main" id="{42729036-6A23-4579-A345-73261081CAD2}"/>
              </a:ext>
            </a:extLst>
          </p:cNvPr>
          <p:cNvSpPr>
            <a:spLocks xmlns:a="http://schemas.openxmlformats.org/drawingml/2006/main" noGrp="1"/>
          </p:cNvSpPr>
          <p:nvPr/>
        </p:nvSpPr>
        <p:spPr>
          <a:xfrm xmlns:a="http://schemas.openxmlformats.org/drawingml/2006/main">
            <a:off x="9366409" y="6334125"/>
            <a:ext cx="1057275"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3225" b="1">
                <a:solidFill>
                  <a:srgbClr val="075642"/>
                </a:solidFill>
                <a:latin typeface="Arial"/>
                <a:ea typeface="Arial"/>
                <a:cs typeface="Arial"/>
              </a:defRPr>
            </a:pPr>
            <a:r>
              <a:rPr sz="3225" b="1">
                <a:solidFill>
                  <a:srgbClr val="075642"/>
                </a:solidFill>
                <a:latin typeface="Arial"/>
                <a:ea typeface="Arial"/>
                <a:cs typeface="Arial"/>
              </a:rPr>
              <a:t>بخدمات</a:t>
            </a:r>
          </a:p>
        </p:txBody>
      </p:sp>
      <p:sp>
        <p:nvSpPr>
          <p:cNvPr id="32" name="">
            <a:extLst xmlns:a="http://schemas.openxmlformats.org/drawingml/2006/main">
              <a:ext uri="{FF2B5EF4-FFF2-40B4-BE49-F238E27FC236}">
                <a16:creationId xmlns:a16="http://schemas.microsoft.com/office/drawing/2014/main" id="{AF9D2BCC-BE32-4C1A-81B7-304C337F17BA}"/>
              </a:ext>
            </a:extLst>
          </p:cNvPr>
          <p:cNvSpPr>
            <a:spLocks xmlns:a="http://schemas.openxmlformats.org/drawingml/2006/main" noGrp="1"/>
          </p:cNvSpPr>
          <p:nvPr/>
        </p:nvSpPr>
        <p:spPr>
          <a:xfrm xmlns:a="http://schemas.openxmlformats.org/drawingml/2006/main">
            <a:off x="8252460" y="6334125"/>
            <a:ext cx="1000125"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3225" b="1">
                <a:solidFill>
                  <a:srgbClr val="075642"/>
                </a:solidFill>
                <a:latin typeface="Arial"/>
                <a:ea typeface="Arial"/>
                <a:cs typeface="Arial"/>
              </a:defRPr>
            </a:pPr>
            <a:r>
              <a:rPr sz="3225" b="1">
                <a:solidFill>
                  <a:srgbClr val="075642"/>
                </a:solidFill>
                <a:latin typeface="Arial"/>
                <a:ea typeface="Arial"/>
                <a:cs typeface="Arial"/>
              </a:rPr>
              <a:t>النماذج</a:t>
            </a:r>
          </a:p>
        </p:txBody>
      </p:sp>
      <p:sp>
        <p:nvSpPr>
          <p:cNvPr id="33" name="">
            <a:extLst xmlns:a="http://schemas.openxmlformats.org/drawingml/2006/main">
              <a:ext uri="{FF2B5EF4-FFF2-40B4-BE49-F238E27FC236}">
                <a16:creationId xmlns:a16="http://schemas.microsoft.com/office/drawing/2014/main" id="{BEFFD903-D55D-4B3A-98F8-2B51BD55FFBF}"/>
              </a:ext>
            </a:extLst>
          </p:cNvPr>
          <p:cNvSpPr>
            <a:spLocks xmlns:a="http://schemas.openxmlformats.org/drawingml/2006/main" noGrp="1"/>
          </p:cNvSpPr>
          <p:nvPr/>
        </p:nvSpPr>
        <p:spPr>
          <a:xfrm xmlns:a="http://schemas.openxmlformats.org/drawingml/2006/main">
            <a:off x="15535275" y="7315200"/>
            <a:ext cx="1323975"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3225" b="0">
                <a:solidFill>
                  <a:srgbClr val="12183F"/>
                </a:solidFill>
                <a:latin typeface="Arial"/>
                <a:ea typeface="Arial"/>
                <a:cs typeface="Arial"/>
              </a:defRPr>
            </a:pPr>
            <a:r>
              <a:rPr sz="3225" b="0">
                <a:solidFill>
                  <a:srgbClr val="12183F"/>
                </a:solidFill>
                <a:latin typeface="Arial"/>
                <a:ea typeface="Arial"/>
                <a:cs typeface="Arial"/>
              </a:rPr>
              <a:t>ومجموعة</a:t>
            </a:r>
          </a:p>
        </p:txBody>
      </p:sp>
      <p:sp>
        <p:nvSpPr>
          <p:cNvPr id="34" name="">
            <a:extLst xmlns:a="http://schemas.openxmlformats.org/drawingml/2006/main">
              <a:ext uri="{FF2B5EF4-FFF2-40B4-BE49-F238E27FC236}">
                <a16:creationId xmlns:a16="http://schemas.microsoft.com/office/drawing/2014/main" id="{40FA43B9-F43A-4A35-A28E-E028734D6AB5}"/>
              </a:ext>
            </a:extLst>
          </p:cNvPr>
          <p:cNvSpPr>
            <a:spLocks xmlns:a="http://schemas.openxmlformats.org/drawingml/2006/main" noGrp="1"/>
          </p:cNvSpPr>
          <p:nvPr/>
        </p:nvSpPr>
        <p:spPr>
          <a:xfrm xmlns:a="http://schemas.openxmlformats.org/drawingml/2006/main">
            <a:off x="14535626" y="7315200"/>
            <a:ext cx="885825"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3225" b="0">
                <a:solidFill>
                  <a:srgbClr val="12183F"/>
                </a:solidFill>
                <a:latin typeface="Arial"/>
                <a:ea typeface="Arial"/>
                <a:cs typeface="Arial"/>
              </a:defRPr>
            </a:pPr>
            <a:r>
              <a:rPr sz="3225" b="0">
                <a:solidFill>
                  <a:srgbClr val="12183F"/>
                </a:solidFill>
                <a:latin typeface="Arial"/>
                <a:ea typeface="Arial"/>
                <a:cs typeface="Arial"/>
              </a:rPr>
              <a:t>انحدار</a:t>
            </a:r>
          </a:p>
        </p:txBody>
      </p:sp>
      <p:sp>
        <p:nvSpPr>
          <p:cNvPr id="35" name="">
            <a:extLst xmlns:a="http://schemas.openxmlformats.org/drawingml/2006/main">
              <a:ext uri="{FF2B5EF4-FFF2-40B4-BE49-F238E27FC236}">
                <a16:creationId xmlns:a16="http://schemas.microsoft.com/office/drawing/2014/main" id="{8FCB2938-E918-4F25-B5A3-681E038EE14C}"/>
              </a:ext>
            </a:extLst>
          </p:cNvPr>
          <p:cNvSpPr>
            <a:spLocks xmlns:a="http://schemas.openxmlformats.org/drawingml/2006/main" noGrp="1"/>
          </p:cNvSpPr>
          <p:nvPr/>
        </p:nvSpPr>
        <p:spPr>
          <a:xfrm xmlns:a="http://schemas.openxmlformats.org/drawingml/2006/main">
            <a:off x="13659803" y="7315200"/>
            <a:ext cx="762000"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3225" b="0">
                <a:solidFill>
                  <a:srgbClr val="12183F"/>
                </a:solidFill>
                <a:latin typeface="Arial"/>
                <a:ea typeface="Arial"/>
                <a:cs typeface="Arial"/>
              </a:defRPr>
            </a:pPr>
            <a:r>
              <a:rPr sz="3225" b="0">
                <a:solidFill>
                  <a:srgbClr val="12183F"/>
                </a:solidFill>
                <a:latin typeface="Arial"/>
                <a:ea typeface="Arial"/>
                <a:cs typeface="Arial"/>
              </a:rPr>
              <a:t>لاحقة</a:t>
            </a:r>
          </a:p>
        </p:txBody>
      </p:sp>
      <p:sp>
        <p:nvSpPr>
          <p:cNvPr id="36" name="">
            <a:extLst xmlns:a="http://schemas.openxmlformats.org/drawingml/2006/main">
              <a:ext uri="{FF2B5EF4-FFF2-40B4-BE49-F238E27FC236}">
                <a16:creationId xmlns:a16="http://schemas.microsoft.com/office/drawing/2014/main" id="{EDCDADBC-7001-409A-B046-BB8F14CD3E6E}"/>
              </a:ext>
            </a:extLst>
          </p:cNvPr>
          <p:cNvSpPr>
            <a:spLocks xmlns:a="http://schemas.openxmlformats.org/drawingml/2006/main" noGrp="1"/>
          </p:cNvSpPr>
          <p:nvPr/>
        </p:nvSpPr>
        <p:spPr>
          <a:xfrm xmlns:a="http://schemas.openxmlformats.org/drawingml/2006/main">
            <a:off x="13107829" y="7315200"/>
            <a:ext cx="438150"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3225" b="0">
                <a:solidFill>
                  <a:srgbClr val="12183F"/>
                </a:solidFill>
                <a:latin typeface="Arial"/>
                <a:ea typeface="Arial"/>
                <a:cs typeface="Arial"/>
              </a:defRPr>
            </a:pPr>
            <a:r>
              <a:rPr sz="3225" b="0">
                <a:solidFill>
                  <a:srgbClr val="12183F"/>
                </a:solidFill>
                <a:latin typeface="Arial"/>
                <a:ea typeface="Arial"/>
                <a:cs typeface="Arial"/>
              </a:rPr>
              <a:t>من</a:t>
            </a:r>
          </a:p>
        </p:txBody>
      </p:sp>
      <p:sp>
        <p:nvSpPr>
          <p:cNvPr id="37" name="">
            <a:extLst xmlns:a="http://schemas.openxmlformats.org/drawingml/2006/main">
              <a:ext uri="{FF2B5EF4-FFF2-40B4-BE49-F238E27FC236}">
                <a16:creationId xmlns:a16="http://schemas.microsoft.com/office/drawing/2014/main" id="{0C618684-C047-4242-A944-6757AD401878}"/>
              </a:ext>
            </a:extLst>
          </p:cNvPr>
          <p:cNvSpPr>
            <a:spLocks xmlns:a="http://schemas.openxmlformats.org/drawingml/2006/main" noGrp="1"/>
          </p:cNvSpPr>
          <p:nvPr/>
        </p:nvSpPr>
        <p:spPr>
          <a:xfrm xmlns:a="http://schemas.openxmlformats.org/drawingml/2006/main">
            <a:off x="12251055" y="7315200"/>
            <a:ext cx="742950"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3225" b="0">
                <a:solidFill>
                  <a:srgbClr val="12183F"/>
                </a:solidFill>
                <a:latin typeface="Arial"/>
                <a:ea typeface="Arial"/>
                <a:cs typeface="Arial"/>
              </a:defRPr>
            </a:pPr>
            <a:r>
              <a:rPr sz="3225" b="0">
                <a:solidFill>
                  <a:srgbClr val="12183F"/>
                </a:solidFill>
                <a:latin typeface="Arial"/>
                <a:ea typeface="Arial"/>
                <a:cs typeface="Arial"/>
              </a:rPr>
              <a:t>543</a:t>
            </a:r>
          </a:p>
        </p:txBody>
      </p:sp>
      <p:sp>
        <p:nvSpPr>
          <p:cNvPr id="38" name="">
            <a:extLst xmlns:a="http://schemas.openxmlformats.org/drawingml/2006/main">
              <a:ext uri="{FF2B5EF4-FFF2-40B4-BE49-F238E27FC236}">
                <a16:creationId xmlns:a16="http://schemas.microsoft.com/office/drawing/2014/main" id="{23C2BE11-E0A2-419A-BDFE-C3F4A8481099}"/>
              </a:ext>
            </a:extLst>
          </p:cNvPr>
          <p:cNvSpPr>
            <a:spLocks xmlns:a="http://schemas.openxmlformats.org/drawingml/2006/main" noGrp="1"/>
          </p:cNvSpPr>
          <p:nvPr/>
        </p:nvSpPr>
        <p:spPr>
          <a:xfrm xmlns:a="http://schemas.openxmlformats.org/drawingml/2006/main">
            <a:off x="11194256" y="7315200"/>
            <a:ext cx="942975"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3225" b="0">
                <a:solidFill>
                  <a:srgbClr val="12183F"/>
                </a:solidFill>
                <a:latin typeface="Arial"/>
                <a:ea typeface="Arial"/>
                <a:cs typeface="Arial"/>
              </a:defRPr>
            </a:pPr>
            <a:r>
              <a:rPr sz="3225" b="0">
                <a:solidFill>
                  <a:srgbClr val="12183F"/>
                </a:solidFill>
                <a:latin typeface="Arial"/>
                <a:ea typeface="Arial"/>
                <a:cs typeface="Arial"/>
              </a:rPr>
              <a:t>اختباراً</a:t>
            </a:r>
          </a:p>
        </p:txBody>
      </p:sp>
      <p:sp>
        <p:nvSpPr>
          <p:cNvPr id="39" name="">
            <a:extLst xmlns:a="http://schemas.openxmlformats.org/drawingml/2006/main">
              <a:ext uri="{FF2B5EF4-FFF2-40B4-BE49-F238E27FC236}">
                <a16:creationId xmlns:a16="http://schemas.microsoft.com/office/drawing/2014/main" id="{199762A6-BC6B-42EE-B255-7C7D7651C02A}"/>
              </a:ext>
            </a:extLst>
          </p:cNvPr>
          <p:cNvSpPr>
            <a:spLocks xmlns:a="http://schemas.openxmlformats.org/drawingml/2006/main" noGrp="1"/>
          </p:cNvSpPr>
          <p:nvPr/>
        </p:nvSpPr>
        <p:spPr>
          <a:xfrm xmlns:a="http://schemas.openxmlformats.org/drawingml/2006/main">
            <a:off x="10670858" y="7315200"/>
            <a:ext cx="409575"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3225" b="0">
                <a:solidFill>
                  <a:srgbClr val="12183F"/>
                </a:solidFill>
                <a:latin typeface="Arial"/>
                <a:ea typeface="Arial"/>
                <a:cs typeface="Arial"/>
              </a:defRPr>
            </a:pPr>
            <a:r>
              <a:rPr sz="3225" b="0">
                <a:solidFill>
                  <a:srgbClr val="12183F"/>
                </a:solidFill>
                <a:latin typeface="Arial"/>
                <a:ea typeface="Arial"/>
                <a:cs typeface="Arial"/>
              </a:rPr>
              <a:t>في</a:t>
            </a:r>
          </a:p>
        </p:txBody>
      </p:sp>
      <p:sp>
        <p:nvSpPr>
          <p:cNvPr id="40" name="">
            <a:extLst xmlns:a="http://schemas.openxmlformats.org/drawingml/2006/main">
              <a:ext uri="{FF2B5EF4-FFF2-40B4-BE49-F238E27FC236}">
                <a16:creationId xmlns:a16="http://schemas.microsoft.com/office/drawing/2014/main" id="{7E302D3E-5CA6-4386-832A-570CF761022C}"/>
              </a:ext>
            </a:extLst>
          </p:cNvPr>
          <p:cNvSpPr>
            <a:spLocks xmlns:a="http://schemas.openxmlformats.org/drawingml/2006/main" noGrp="1"/>
          </p:cNvSpPr>
          <p:nvPr/>
        </p:nvSpPr>
        <p:spPr>
          <a:xfrm xmlns:a="http://schemas.openxmlformats.org/drawingml/2006/main">
            <a:off x="10042684" y="7315200"/>
            <a:ext cx="514350"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3225" b="0">
                <a:solidFill>
                  <a:srgbClr val="12183F"/>
                </a:solidFill>
                <a:latin typeface="Arial"/>
                <a:ea typeface="Arial"/>
                <a:cs typeface="Arial"/>
              </a:defRPr>
            </a:pPr>
            <a:r>
              <a:rPr sz="3225" b="0">
                <a:solidFill>
                  <a:srgbClr val="12183F"/>
                </a:solidFill>
                <a:latin typeface="Arial"/>
                <a:ea typeface="Arial"/>
                <a:cs typeface="Arial"/>
              </a:rPr>
              <a:t>52</a:t>
            </a:r>
          </a:p>
        </p:txBody>
      </p:sp>
      <p:sp>
        <p:nvSpPr>
          <p:cNvPr id="41" name="">
            <a:extLst xmlns:a="http://schemas.openxmlformats.org/drawingml/2006/main">
              <a:ext uri="{FF2B5EF4-FFF2-40B4-BE49-F238E27FC236}">
                <a16:creationId xmlns:a16="http://schemas.microsoft.com/office/drawing/2014/main" id="{951435A3-7C14-4736-A5A9-F0B80483473C}"/>
              </a:ext>
            </a:extLst>
          </p:cNvPr>
          <p:cNvSpPr>
            <a:spLocks xmlns:a="http://schemas.openxmlformats.org/drawingml/2006/main" noGrp="1"/>
          </p:cNvSpPr>
          <p:nvPr/>
        </p:nvSpPr>
        <p:spPr>
          <a:xfrm xmlns:a="http://schemas.openxmlformats.org/drawingml/2006/main">
            <a:off x="9414510" y="7315200"/>
            <a:ext cx="514350"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3225" b="0">
                <a:solidFill>
                  <a:srgbClr val="12183F"/>
                </a:solidFill>
                <a:latin typeface="Arial"/>
                <a:ea typeface="Arial"/>
                <a:cs typeface="Arial"/>
              </a:defRPr>
            </a:pPr>
            <a:r>
              <a:rPr sz="3225" b="0">
                <a:solidFill>
                  <a:srgbClr val="12183F"/>
                </a:solidFill>
                <a:latin typeface="Arial"/>
                <a:ea typeface="Arial"/>
                <a:cs typeface="Arial"/>
              </a:rPr>
              <a:t>ملفاً</a:t>
            </a:r>
          </a:p>
        </p:txBody>
      </p:sp>
      <p:sp>
        <p:nvSpPr>
          <p:cNvPr id="42" name="">
            <a:extLst xmlns:a="http://schemas.openxmlformats.org/drawingml/2006/main">
              <a:ext uri="{FF2B5EF4-FFF2-40B4-BE49-F238E27FC236}">
                <a16:creationId xmlns:a16="http://schemas.microsoft.com/office/drawing/2014/main" id="{380898C8-C309-4CEC-A6A0-44B9A12F6871}"/>
              </a:ext>
            </a:extLst>
          </p:cNvPr>
          <p:cNvSpPr>
            <a:spLocks xmlns:a="http://schemas.openxmlformats.org/drawingml/2006/main" noGrp="1"/>
          </p:cNvSpPr>
          <p:nvPr/>
        </p:nvSpPr>
        <p:spPr>
          <a:xfrm xmlns:a="http://schemas.openxmlformats.org/drawingml/2006/main">
            <a:off x="16040100" y="8582025"/>
            <a:ext cx="81915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2175" b="0">
                <a:solidFill>
                  <a:srgbClr val="586277"/>
                </a:solidFill>
                <a:latin typeface="Arial"/>
                <a:ea typeface="Arial"/>
                <a:cs typeface="Arial"/>
              </a:defRPr>
            </a:pPr>
            <a:r>
              <a:rPr sz="2175" b="0">
                <a:solidFill>
                  <a:srgbClr val="586277"/>
                </a:solidFill>
                <a:latin typeface="Arial"/>
                <a:ea typeface="Arial"/>
                <a:cs typeface="Arial"/>
              </a:rPr>
              <a:t>الفحوص</a:t>
            </a:r>
          </a:p>
        </p:txBody>
      </p:sp>
      <p:sp>
        <p:nvSpPr>
          <p:cNvPr id="43" name="">
            <a:extLst xmlns:a="http://schemas.openxmlformats.org/drawingml/2006/main">
              <a:ext uri="{FF2B5EF4-FFF2-40B4-BE49-F238E27FC236}">
                <a16:creationId xmlns:a16="http://schemas.microsoft.com/office/drawing/2014/main" id="{87D187F5-BF49-46F6-862A-C0DF9D3398FF}"/>
              </a:ext>
            </a:extLst>
          </p:cNvPr>
          <p:cNvSpPr>
            <a:spLocks xmlns:a="http://schemas.openxmlformats.org/drawingml/2006/main" noGrp="1"/>
          </p:cNvSpPr>
          <p:nvPr/>
        </p:nvSpPr>
        <p:spPr>
          <a:xfrm xmlns:a="http://schemas.openxmlformats.org/drawingml/2006/main">
            <a:off x="15144750" y="8582025"/>
            <a:ext cx="809625"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2175" b="0">
                <a:solidFill>
                  <a:srgbClr val="586277"/>
                </a:solidFill>
                <a:latin typeface="Arial"/>
                <a:ea typeface="Arial"/>
                <a:cs typeface="Arial"/>
              </a:defRPr>
            </a:pPr>
            <a:r>
              <a:rPr sz="2175" b="0">
                <a:solidFill>
                  <a:srgbClr val="586277"/>
                </a:solidFill>
                <a:latin typeface="Arial"/>
                <a:ea typeface="Arial"/>
                <a:cs typeface="Arial"/>
              </a:rPr>
              <a:t>البرمجية</a:t>
            </a:r>
          </a:p>
        </p:txBody>
      </p:sp>
      <p:sp>
        <p:nvSpPr>
          <p:cNvPr id="44" name="">
            <a:extLst xmlns:a="http://schemas.openxmlformats.org/drawingml/2006/main">
              <a:ext uri="{FF2B5EF4-FFF2-40B4-BE49-F238E27FC236}">
                <a16:creationId xmlns:a16="http://schemas.microsoft.com/office/drawing/2014/main" id="{4AAD7091-FEA7-45DC-AECC-D0D0F6D2789A}"/>
              </a:ext>
            </a:extLst>
          </p:cNvPr>
          <p:cNvSpPr>
            <a:spLocks xmlns:a="http://schemas.openxmlformats.org/drawingml/2006/main" noGrp="1"/>
          </p:cNvSpPr>
          <p:nvPr/>
        </p:nvSpPr>
        <p:spPr>
          <a:xfrm xmlns:a="http://schemas.openxmlformats.org/drawingml/2006/main">
            <a:off x="14525625" y="8582025"/>
            <a:ext cx="53340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2175" b="0">
                <a:solidFill>
                  <a:srgbClr val="586277"/>
                </a:solidFill>
                <a:latin typeface="Arial"/>
                <a:ea typeface="Arial"/>
                <a:cs typeface="Arial"/>
              </a:defRPr>
            </a:pPr>
            <a:r>
              <a:rPr sz="2175" b="0">
                <a:solidFill>
                  <a:srgbClr val="586277"/>
                </a:solidFill>
                <a:latin typeface="Arial"/>
                <a:ea typeface="Arial"/>
                <a:cs typeface="Arial"/>
              </a:rPr>
              <a:t>ليست</a:t>
            </a:r>
          </a:p>
        </p:txBody>
      </p:sp>
      <p:sp>
        <p:nvSpPr>
          <p:cNvPr id="45" name="">
            <a:extLst xmlns:a="http://schemas.openxmlformats.org/drawingml/2006/main">
              <a:ext uri="{FF2B5EF4-FFF2-40B4-BE49-F238E27FC236}">
                <a16:creationId xmlns:a16="http://schemas.microsoft.com/office/drawing/2014/main" id="{9F172ACC-080D-468B-9254-0B9055076917}"/>
              </a:ext>
            </a:extLst>
          </p:cNvPr>
          <p:cNvSpPr>
            <a:spLocks xmlns:a="http://schemas.openxmlformats.org/drawingml/2006/main" noGrp="1"/>
          </p:cNvSpPr>
          <p:nvPr/>
        </p:nvSpPr>
        <p:spPr>
          <a:xfrm xmlns:a="http://schemas.openxmlformats.org/drawingml/2006/main">
            <a:off x="13944600" y="8582025"/>
            <a:ext cx="49530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2175" b="0">
                <a:solidFill>
                  <a:srgbClr val="586277"/>
                </a:solidFill>
                <a:latin typeface="Arial"/>
                <a:ea typeface="Arial"/>
                <a:cs typeface="Arial"/>
              </a:defRPr>
            </a:pPr>
            <a:r>
              <a:rPr sz="2175" b="0">
                <a:solidFill>
                  <a:srgbClr val="586277"/>
                </a:solidFill>
                <a:latin typeface="Arial"/>
                <a:ea typeface="Arial"/>
                <a:cs typeface="Arial"/>
              </a:rPr>
              <a:t>أسئلة</a:t>
            </a:r>
          </a:p>
        </p:txBody>
      </p:sp>
      <p:sp>
        <p:nvSpPr>
          <p:cNvPr id="46" name="">
            <a:extLst xmlns:a="http://schemas.openxmlformats.org/drawingml/2006/main">
              <a:ext uri="{FF2B5EF4-FFF2-40B4-BE49-F238E27FC236}">
                <a16:creationId xmlns:a16="http://schemas.microsoft.com/office/drawing/2014/main" id="{5540E26D-D592-46AB-9B7C-A814F1AA0C8E}"/>
              </a:ext>
            </a:extLst>
          </p:cNvPr>
          <p:cNvSpPr>
            <a:spLocks xmlns:a="http://schemas.openxmlformats.org/drawingml/2006/main" noGrp="1"/>
          </p:cNvSpPr>
          <p:nvPr/>
        </p:nvSpPr>
        <p:spPr>
          <a:xfrm xmlns:a="http://schemas.openxmlformats.org/drawingml/2006/main">
            <a:off x="13477875" y="8582025"/>
            <a:ext cx="38100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2175" b="0">
                <a:solidFill>
                  <a:srgbClr val="586277"/>
                </a:solidFill>
                <a:latin typeface="Arial"/>
                <a:ea typeface="Arial"/>
                <a:cs typeface="Arial"/>
              </a:defRPr>
            </a:pPr>
            <a:r>
              <a:rPr sz="2175" b="0">
                <a:solidFill>
                  <a:srgbClr val="586277"/>
                </a:solidFill>
                <a:latin typeface="Arial"/>
                <a:ea typeface="Arial"/>
                <a:cs typeface="Arial"/>
              </a:rPr>
              <a:t>حية</a:t>
            </a:r>
          </a:p>
        </p:txBody>
      </p:sp>
      <p:sp>
        <p:nvSpPr>
          <p:cNvPr id="47" name="">
            <a:extLst xmlns:a="http://schemas.openxmlformats.org/drawingml/2006/main">
              <a:ext uri="{FF2B5EF4-FFF2-40B4-BE49-F238E27FC236}">
                <a16:creationId xmlns:a16="http://schemas.microsoft.com/office/drawing/2014/main" id="{375947AE-09AB-4BB5-8F6E-FDF9EF9F65E9}"/>
              </a:ext>
            </a:extLst>
          </p:cNvPr>
          <p:cNvSpPr>
            <a:spLocks xmlns:a="http://schemas.openxmlformats.org/drawingml/2006/main" noGrp="1"/>
          </p:cNvSpPr>
          <p:nvPr/>
        </p:nvSpPr>
        <p:spPr>
          <a:xfrm xmlns:a="http://schemas.openxmlformats.org/drawingml/2006/main">
            <a:off x="12734925" y="8582025"/>
            <a:ext cx="657225"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2175" b="0">
                <a:solidFill>
                  <a:srgbClr val="586277"/>
                </a:solidFill>
                <a:latin typeface="Arial"/>
                <a:ea typeface="Arial"/>
                <a:cs typeface="Arial"/>
              </a:defRPr>
            </a:pPr>
            <a:r>
              <a:rPr sz="2175" b="0">
                <a:solidFill>
                  <a:srgbClr val="586277"/>
                </a:solidFill>
                <a:latin typeface="Arial"/>
                <a:ea typeface="Arial"/>
                <a:cs typeface="Arial"/>
              </a:rPr>
              <a:t>إضافية</a:t>
            </a:r>
          </a:p>
        </p:txBody>
      </p:sp>
      <p:sp>
        <p:nvSpPr>
          <p:cNvPr id="48" name="">
            <a:extLst xmlns:a="http://schemas.openxmlformats.org/drawingml/2006/main">
              <a:ext uri="{FF2B5EF4-FFF2-40B4-BE49-F238E27FC236}">
                <a16:creationId xmlns:a16="http://schemas.microsoft.com/office/drawing/2014/main" id="{498C6310-7E03-40C1-9D66-55CE0E626B64}"/>
              </a:ext>
            </a:extLst>
          </p:cNvPr>
          <p:cNvSpPr>
            <a:spLocks xmlns:a="http://schemas.openxmlformats.org/drawingml/2006/main" noGrp="1"/>
          </p:cNvSpPr>
          <p:nvPr/>
        </p:nvSpPr>
        <p:spPr>
          <a:xfrm xmlns:a="http://schemas.openxmlformats.org/drawingml/2006/main">
            <a:off x="11820525" y="8582025"/>
            <a:ext cx="828675"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2175" b="0">
                <a:solidFill>
                  <a:srgbClr val="586277"/>
                </a:solidFill>
                <a:latin typeface="Arial"/>
                <a:ea typeface="Arial"/>
                <a:cs typeface="Arial"/>
              </a:defRPr>
            </a:pPr>
            <a:r>
              <a:rPr sz="2175" b="0">
                <a:solidFill>
                  <a:srgbClr val="586277"/>
                </a:solidFill>
                <a:latin typeface="Arial"/>
                <a:ea typeface="Arial"/>
                <a:cs typeface="Arial"/>
              </a:rPr>
              <a:t>الإعادات</a:t>
            </a:r>
          </a:p>
        </p:txBody>
      </p:sp>
      <p:sp>
        <p:nvSpPr>
          <p:cNvPr id="49" name="">
            <a:extLst xmlns:a="http://schemas.openxmlformats.org/drawingml/2006/main">
              <a:ext uri="{FF2B5EF4-FFF2-40B4-BE49-F238E27FC236}">
                <a16:creationId xmlns:a16="http://schemas.microsoft.com/office/drawing/2014/main" id="{335FA853-C6B5-452E-B49A-8224E850CDEE}"/>
              </a:ext>
            </a:extLst>
          </p:cNvPr>
          <p:cNvSpPr>
            <a:spLocks xmlns:a="http://schemas.openxmlformats.org/drawingml/2006/main" noGrp="1"/>
          </p:cNvSpPr>
          <p:nvPr/>
        </p:nvSpPr>
        <p:spPr>
          <a:xfrm xmlns:a="http://schemas.openxmlformats.org/drawingml/2006/main">
            <a:off x="10972800" y="8582025"/>
            <a:ext cx="76200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2175" b="0">
                <a:solidFill>
                  <a:srgbClr val="586277"/>
                </a:solidFill>
                <a:latin typeface="Arial"/>
                <a:ea typeface="Arial"/>
                <a:cs typeface="Arial"/>
              </a:defRPr>
            </a:pPr>
            <a:r>
              <a:rPr sz="2175" b="0">
                <a:solidFill>
                  <a:srgbClr val="586277"/>
                </a:solidFill>
                <a:latin typeface="Arial"/>
                <a:ea typeface="Arial"/>
                <a:cs typeface="Arial"/>
              </a:rPr>
              <a:t>الموجهة</a:t>
            </a:r>
          </a:p>
        </p:txBody>
      </p:sp>
      <p:sp>
        <p:nvSpPr>
          <p:cNvPr id="50" name="">
            <a:extLst xmlns:a="http://schemas.openxmlformats.org/drawingml/2006/main">
              <a:ext uri="{FF2B5EF4-FFF2-40B4-BE49-F238E27FC236}">
                <a16:creationId xmlns:a16="http://schemas.microsoft.com/office/drawing/2014/main" id="{874AA287-4EE2-4D0E-9BBB-0A0129037862}"/>
              </a:ext>
            </a:extLst>
          </p:cNvPr>
          <p:cNvSpPr>
            <a:spLocks xmlns:a="http://schemas.openxmlformats.org/drawingml/2006/main" noGrp="1"/>
          </p:cNvSpPr>
          <p:nvPr/>
        </p:nvSpPr>
        <p:spPr>
          <a:xfrm xmlns:a="http://schemas.openxmlformats.org/drawingml/2006/main">
            <a:off x="10325100" y="8582025"/>
            <a:ext cx="561975"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2175" b="0">
                <a:solidFill>
                  <a:srgbClr val="586277"/>
                </a:solidFill>
                <a:latin typeface="Arial"/>
                <a:ea typeface="Arial"/>
                <a:cs typeface="Arial"/>
              </a:defRPr>
            </a:pPr>
            <a:r>
              <a:rPr sz="2175" b="0">
                <a:solidFill>
                  <a:srgbClr val="586277"/>
                </a:solidFill>
                <a:latin typeface="Arial"/>
                <a:ea typeface="Arial"/>
                <a:cs typeface="Arial"/>
              </a:rPr>
              <a:t>خارج</a:t>
            </a:r>
          </a:p>
        </p:txBody>
      </p:sp>
      <p:sp>
        <p:nvSpPr>
          <p:cNvPr id="51" name="">
            <a:extLst xmlns:a="http://schemas.openxmlformats.org/drawingml/2006/main">
              <a:ext uri="{FF2B5EF4-FFF2-40B4-BE49-F238E27FC236}">
                <a16:creationId xmlns:a16="http://schemas.microsoft.com/office/drawing/2014/main" id="{7EB9D926-91E9-4AD8-91D9-D6808C52D681}"/>
              </a:ext>
            </a:extLst>
          </p:cNvPr>
          <p:cNvSpPr>
            <a:spLocks xmlns:a="http://schemas.openxmlformats.org/drawingml/2006/main" noGrp="1"/>
          </p:cNvSpPr>
          <p:nvPr/>
        </p:nvSpPr>
        <p:spPr>
          <a:xfrm xmlns:a="http://schemas.openxmlformats.org/drawingml/2006/main">
            <a:off x="9582150" y="8582025"/>
            <a:ext cx="657225"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2175" b="0">
                <a:solidFill>
                  <a:srgbClr val="586277"/>
                </a:solidFill>
                <a:latin typeface="Arial"/>
                <a:ea typeface="Arial"/>
                <a:cs typeface="Arial"/>
              </a:defRPr>
            </a:pPr>
            <a:r>
              <a:rPr sz="2175" b="0">
                <a:solidFill>
                  <a:srgbClr val="586277"/>
                </a:solidFill>
                <a:latin typeface="Arial"/>
                <a:ea typeface="Arial"/>
                <a:cs typeface="Arial"/>
              </a:rPr>
              <a:t>إجمالي</a:t>
            </a:r>
          </a:p>
        </p:txBody>
      </p:sp>
      <p:sp>
        <p:nvSpPr>
          <p:cNvPr id="52" name="">
            <a:extLst xmlns:a="http://schemas.openxmlformats.org/drawingml/2006/main">
              <a:ext uri="{FF2B5EF4-FFF2-40B4-BE49-F238E27FC236}">
                <a16:creationId xmlns:a16="http://schemas.microsoft.com/office/drawing/2014/main" id="{6908D019-8693-45A8-88AD-64BDAB1192E7}"/>
              </a:ext>
            </a:extLst>
          </p:cNvPr>
          <p:cNvSpPr>
            <a:spLocks xmlns:a="http://schemas.openxmlformats.org/drawingml/2006/main" noGrp="1"/>
          </p:cNvSpPr>
          <p:nvPr/>
        </p:nvSpPr>
        <p:spPr>
          <a:xfrm xmlns:a="http://schemas.openxmlformats.org/drawingml/2006/main">
            <a:off x="8896350" y="8582025"/>
            <a:ext cx="600075"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2175" b="0">
                <a:solidFill>
                  <a:srgbClr val="586277"/>
                </a:solidFill>
                <a:latin typeface="Arial"/>
                <a:ea typeface="Arial"/>
                <a:cs typeface="Arial"/>
              </a:defRPr>
            </a:pPr>
            <a:r>
              <a:rPr sz="2175" b="0">
                <a:solidFill>
                  <a:srgbClr val="586277"/>
                </a:solidFill>
                <a:latin typeface="Arial"/>
                <a:ea typeface="Arial"/>
                <a:cs typeface="Arial"/>
              </a:rPr>
              <a:t>425.</a:t>
            </a:r>
          </a:p>
        </p:txBody>
      </p:sp>
    </p:spTree>
    <p:extLst>
      <p:ext uri="{BB962C8B-B14F-4D97-AF65-F5344CB8AC3E}">
        <p14:creationId xmlns:p14="http://schemas.microsoft.com/office/powerpoint/2010/main" val="741905010"/>
      </p:ext>
    </p:extLst>
  </p:cSld>
</p:sld>
</file>

<file path=ppt/slides/slide8.xml><?xml version="1.0" encoding="utf-8"?>
<p:sld xmlns:p="http://schemas.openxmlformats.org/presentationml/2006/main">
  <p:cSld>
    <p:bg>
      <p:bgPr>
        <a:solidFill xmlns:a="http://schemas.openxmlformats.org/drawingml/2006/main">
          <a:srgbClr val="F2F4FF"/>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CF2AA540-9251-43E8-94DA-D680A0B48D9B}"/>
              </a:ext>
            </a:extLst>
          </p:cNvPr>
          <p:cNvSpPr>
            <a:spLocks xmlns:a="http://schemas.openxmlformats.org/drawingml/2006/main" noGrp="1"/>
          </p:cNvSpPr>
          <p:nvPr/>
        </p:nvSpPr>
        <p:spPr>
          <a:xfrm xmlns:a="http://schemas.openxmlformats.org/drawingml/2006/main">
            <a:off x="857250" y="9486900"/>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586277"/>
                </a:solidFill>
                <a:latin typeface="Arial"/>
                <a:ea typeface="Arial"/>
                <a:cs typeface="Arial"/>
              </a:defRPr>
            </a:pPr>
            <a:r>
              <a:rPr sz="1725" b="0">
                <a:solidFill>
                  <a:srgbClr val="586277"/>
                </a:solidFill>
                <a:latin typeface="Arial"/>
                <a:ea typeface="Arial"/>
                <a:cs typeface="Arial"/>
              </a:rPr>
              <a:t>IsnadLens / 08</a:t>
            </a:r>
          </a:p>
        </p:txBody>
      </p:sp>
      <p:sp>
        <p:nvSpPr>
          <p:cNvPr id="2" name="">
            <a:extLst xmlns:a="http://schemas.openxmlformats.org/drawingml/2006/main">
              <a:ext uri="{FF2B5EF4-FFF2-40B4-BE49-F238E27FC236}">
                <a16:creationId xmlns:a16="http://schemas.microsoft.com/office/drawing/2014/main" id="{B74D7EE7-D38D-451A-993F-F4612B16EA67}"/>
              </a:ext>
            </a:extLst>
          </p:cNvPr>
          <p:cNvSpPr>
            <a:spLocks xmlns:a="http://schemas.openxmlformats.org/drawingml/2006/main" noGrp="1"/>
          </p:cNvSpPr>
          <p:nvPr/>
        </p:nvSpPr>
        <p:spPr>
          <a:xfrm xmlns:a="http://schemas.openxmlformats.org/drawingml/2006/main">
            <a:off x="16983075" y="9486900"/>
            <a:ext cx="447675"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586277"/>
                </a:solidFill>
                <a:latin typeface="Arial"/>
                <a:ea typeface="Arial"/>
                <a:cs typeface="Arial"/>
              </a:defRPr>
            </a:pPr>
            <a:r>
              <a:rPr sz="1725" b="0">
                <a:solidFill>
                  <a:srgbClr val="586277"/>
                </a:solidFill>
                <a:latin typeface="Arial"/>
                <a:ea typeface="Arial"/>
                <a:cs typeface="Arial"/>
              </a:rPr>
              <a:t>تحدي</a:t>
            </a:r>
          </a:p>
        </p:txBody>
      </p:sp>
      <p:sp>
        <p:nvSpPr>
          <p:cNvPr id="3" name="">
            <a:extLst xmlns:a="http://schemas.openxmlformats.org/drawingml/2006/main">
              <a:ext uri="{FF2B5EF4-FFF2-40B4-BE49-F238E27FC236}">
                <a16:creationId xmlns:a16="http://schemas.microsoft.com/office/drawing/2014/main" id="{A03E0FF8-3708-4C0F-AAB3-D8862029BCE5}"/>
              </a:ext>
            </a:extLst>
          </p:cNvPr>
          <p:cNvSpPr>
            <a:spLocks xmlns:a="http://schemas.openxmlformats.org/drawingml/2006/main" noGrp="1"/>
          </p:cNvSpPr>
          <p:nvPr/>
        </p:nvSpPr>
        <p:spPr>
          <a:xfrm xmlns:a="http://schemas.openxmlformats.org/drawingml/2006/main">
            <a:off x="16440150" y="9486900"/>
            <a:ext cx="45720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586277"/>
                </a:solidFill>
                <a:latin typeface="Arial"/>
                <a:ea typeface="Arial"/>
                <a:cs typeface="Arial"/>
              </a:defRPr>
            </a:pPr>
            <a:r>
              <a:rPr sz="1725" b="0">
                <a:solidFill>
                  <a:srgbClr val="586277"/>
                </a:solidFill>
                <a:latin typeface="Arial"/>
                <a:ea typeface="Arial"/>
                <a:cs typeface="Arial"/>
              </a:rPr>
              <a:t>الذكاء</a:t>
            </a:r>
          </a:p>
        </p:txBody>
      </p:sp>
      <p:sp>
        <p:nvSpPr>
          <p:cNvPr id="4" name="">
            <a:extLst xmlns:a="http://schemas.openxmlformats.org/drawingml/2006/main">
              <a:ext uri="{FF2B5EF4-FFF2-40B4-BE49-F238E27FC236}">
                <a16:creationId xmlns:a16="http://schemas.microsoft.com/office/drawing/2014/main" id="{3C6B30A2-3A46-4BD0-8941-3DB5E28495CD}"/>
              </a:ext>
            </a:extLst>
          </p:cNvPr>
          <p:cNvSpPr>
            <a:spLocks xmlns:a="http://schemas.openxmlformats.org/drawingml/2006/main" noGrp="1"/>
          </p:cNvSpPr>
          <p:nvPr/>
        </p:nvSpPr>
        <p:spPr>
          <a:xfrm xmlns:a="http://schemas.openxmlformats.org/drawingml/2006/main">
            <a:off x="15468600" y="9486900"/>
            <a:ext cx="885825"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586277"/>
                </a:solidFill>
                <a:latin typeface="Arial"/>
                <a:ea typeface="Arial"/>
                <a:cs typeface="Arial"/>
              </a:defRPr>
            </a:pPr>
            <a:r>
              <a:rPr sz="1725" b="0">
                <a:solidFill>
                  <a:srgbClr val="586277"/>
                </a:solidFill>
                <a:latin typeface="Arial"/>
                <a:ea typeface="Arial"/>
                <a:cs typeface="Arial"/>
              </a:rPr>
              <a:t>الاصطناعي</a:t>
            </a:r>
          </a:p>
        </p:txBody>
      </p:sp>
      <p:sp>
        <p:nvSpPr>
          <p:cNvPr id="5" name="">
            <a:extLst xmlns:a="http://schemas.openxmlformats.org/drawingml/2006/main">
              <a:ext uri="{FF2B5EF4-FFF2-40B4-BE49-F238E27FC236}">
                <a16:creationId xmlns:a16="http://schemas.microsoft.com/office/drawing/2014/main" id="{395B5307-583A-48EF-AD5A-11485C56FA35}"/>
              </a:ext>
            </a:extLst>
          </p:cNvPr>
          <p:cNvSpPr>
            <a:spLocks xmlns:a="http://schemas.openxmlformats.org/drawingml/2006/main" noGrp="1"/>
          </p:cNvSpPr>
          <p:nvPr/>
        </p:nvSpPr>
        <p:spPr>
          <a:xfrm xmlns:a="http://schemas.openxmlformats.org/drawingml/2006/main">
            <a:off x="15135225" y="9486900"/>
            <a:ext cx="24765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586277"/>
                </a:solidFill>
                <a:latin typeface="Arial"/>
                <a:ea typeface="Arial"/>
                <a:cs typeface="Arial"/>
              </a:defRPr>
            </a:pPr>
            <a:r>
              <a:rPr sz="1725" b="0">
                <a:solidFill>
                  <a:srgbClr val="586277"/>
                </a:solidFill>
                <a:latin typeface="Arial"/>
                <a:ea typeface="Arial"/>
                <a:cs typeface="Arial"/>
              </a:rPr>
              <a:t>في</a:t>
            </a:r>
          </a:p>
        </p:txBody>
      </p:sp>
      <p:sp>
        <p:nvSpPr>
          <p:cNvPr id="6" name="">
            <a:extLst xmlns:a="http://schemas.openxmlformats.org/drawingml/2006/main">
              <a:ext uri="{FF2B5EF4-FFF2-40B4-BE49-F238E27FC236}">
                <a16:creationId xmlns:a16="http://schemas.microsoft.com/office/drawing/2014/main" id="{AB2899C9-237E-4420-8165-B88F3F5100CB}"/>
              </a:ext>
            </a:extLst>
          </p:cNvPr>
          <p:cNvSpPr>
            <a:spLocks xmlns:a="http://schemas.openxmlformats.org/drawingml/2006/main" noGrp="1"/>
          </p:cNvSpPr>
          <p:nvPr/>
        </p:nvSpPr>
        <p:spPr>
          <a:xfrm xmlns:a="http://schemas.openxmlformats.org/drawingml/2006/main">
            <a:off x="14630400" y="9486900"/>
            <a:ext cx="41910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586277"/>
                </a:solidFill>
                <a:latin typeface="Arial"/>
                <a:ea typeface="Arial"/>
                <a:cs typeface="Arial"/>
              </a:defRPr>
            </a:pPr>
            <a:r>
              <a:rPr sz="1725" b="0">
                <a:solidFill>
                  <a:srgbClr val="586277"/>
                </a:solidFill>
                <a:latin typeface="Arial"/>
                <a:ea typeface="Arial"/>
                <a:cs typeface="Arial"/>
              </a:rPr>
              <a:t>خدمة</a:t>
            </a:r>
          </a:p>
        </p:txBody>
      </p:sp>
      <p:sp>
        <p:nvSpPr>
          <p:cNvPr id="7" name="">
            <a:extLst xmlns:a="http://schemas.openxmlformats.org/drawingml/2006/main">
              <a:ext uri="{FF2B5EF4-FFF2-40B4-BE49-F238E27FC236}">
                <a16:creationId xmlns:a16="http://schemas.microsoft.com/office/drawing/2014/main" id="{ECE1B4A3-BCFB-43A4-9CAC-552789A69E07}"/>
              </a:ext>
            </a:extLst>
          </p:cNvPr>
          <p:cNvSpPr>
            <a:spLocks xmlns:a="http://schemas.openxmlformats.org/drawingml/2006/main" noGrp="1"/>
          </p:cNvSpPr>
          <p:nvPr/>
        </p:nvSpPr>
        <p:spPr>
          <a:xfrm xmlns:a="http://schemas.openxmlformats.org/drawingml/2006/main">
            <a:off x="13839825" y="9486900"/>
            <a:ext cx="70485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586277"/>
                </a:solidFill>
                <a:latin typeface="Arial"/>
                <a:ea typeface="Arial"/>
                <a:cs typeface="Arial"/>
              </a:defRPr>
            </a:pPr>
            <a:r>
              <a:rPr sz="1725" b="0">
                <a:solidFill>
                  <a:srgbClr val="586277"/>
                </a:solidFill>
                <a:latin typeface="Arial"/>
                <a:ea typeface="Arial"/>
                <a:cs typeface="Arial"/>
              </a:rPr>
              <a:t>الدراسات</a:t>
            </a:r>
          </a:p>
        </p:txBody>
      </p:sp>
      <p:sp>
        <p:nvSpPr>
          <p:cNvPr id="8" name="">
            <a:extLst xmlns:a="http://schemas.openxmlformats.org/drawingml/2006/main">
              <a:ext uri="{FF2B5EF4-FFF2-40B4-BE49-F238E27FC236}">
                <a16:creationId xmlns:a16="http://schemas.microsoft.com/office/drawing/2014/main" id="{3ECD1372-A220-401C-A871-063EC094CE69}"/>
              </a:ext>
            </a:extLst>
          </p:cNvPr>
          <p:cNvSpPr>
            <a:spLocks xmlns:a="http://schemas.openxmlformats.org/drawingml/2006/main" noGrp="1"/>
          </p:cNvSpPr>
          <p:nvPr/>
        </p:nvSpPr>
        <p:spPr>
          <a:xfrm xmlns:a="http://schemas.openxmlformats.org/drawingml/2006/main">
            <a:off x="13058775" y="9486900"/>
            <a:ext cx="695325"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586277"/>
                </a:solidFill>
                <a:latin typeface="Arial"/>
                <a:ea typeface="Arial"/>
                <a:cs typeface="Arial"/>
              </a:defRPr>
            </a:pPr>
            <a:r>
              <a:rPr sz="1725" b="0">
                <a:solidFill>
                  <a:srgbClr val="586277"/>
                </a:solidFill>
                <a:latin typeface="Arial"/>
                <a:ea typeface="Arial"/>
                <a:cs typeface="Arial"/>
              </a:rPr>
              <a:t>الإسلامية</a:t>
            </a:r>
          </a:p>
        </p:txBody>
      </p:sp>
      <p:sp>
        <p:nvSpPr>
          <p:cNvPr id="9" name="">
            <a:extLst xmlns:a="http://schemas.openxmlformats.org/drawingml/2006/main">
              <a:ext uri="{FF2B5EF4-FFF2-40B4-BE49-F238E27FC236}">
                <a16:creationId xmlns:a16="http://schemas.microsoft.com/office/drawing/2014/main" id="{A4940944-5682-43C6-BD5E-B955F902C52B}"/>
              </a:ext>
            </a:extLst>
          </p:cNvPr>
          <p:cNvSpPr>
            <a:spLocks xmlns:a="http://schemas.openxmlformats.org/drawingml/2006/main" noGrp="1"/>
          </p:cNvSpPr>
          <p:nvPr/>
        </p:nvSpPr>
        <p:spPr>
          <a:xfrm xmlns:a="http://schemas.openxmlformats.org/drawingml/2006/main">
            <a:off x="15725775" y="809625"/>
            <a:ext cx="1609725"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0" b="1">
                <a:solidFill>
                  <a:srgbClr val="12183F"/>
                </a:solidFill>
                <a:latin typeface="Arial"/>
                <a:ea typeface="Arial"/>
                <a:cs typeface="Arial"/>
              </a:defRPr>
            </a:pPr>
            <a:r>
              <a:rPr sz="5250" b="1">
                <a:solidFill>
                  <a:srgbClr val="12183F"/>
                </a:solidFill>
                <a:latin typeface="Arial"/>
                <a:ea typeface="Arial"/>
                <a:cs typeface="Arial"/>
              </a:rPr>
              <a:t>تحسنت</a:t>
            </a:r>
          </a:p>
        </p:txBody>
      </p:sp>
      <p:sp>
        <p:nvSpPr>
          <p:cNvPr id="10" name="">
            <a:extLst xmlns:a="http://schemas.openxmlformats.org/drawingml/2006/main">
              <a:ext uri="{FF2B5EF4-FFF2-40B4-BE49-F238E27FC236}">
                <a16:creationId xmlns:a16="http://schemas.microsoft.com/office/drawing/2014/main" id="{4B5A120E-2237-4D74-9B4A-B11A7C56632B}"/>
              </a:ext>
            </a:extLst>
          </p:cNvPr>
          <p:cNvSpPr>
            <a:spLocks xmlns:a="http://schemas.openxmlformats.org/drawingml/2006/main" noGrp="1"/>
          </p:cNvSpPr>
          <p:nvPr/>
        </p:nvSpPr>
        <p:spPr>
          <a:xfrm xmlns:a="http://schemas.openxmlformats.org/drawingml/2006/main">
            <a:off x="14102239" y="809625"/>
            <a:ext cx="1438275"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0" b="1">
                <a:solidFill>
                  <a:srgbClr val="12183F"/>
                </a:solidFill>
                <a:latin typeface="Arial"/>
                <a:ea typeface="Arial"/>
                <a:cs typeface="Arial"/>
              </a:defRPr>
            </a:pPr>
            <a:r>
              <a:rPr sz="5250" b="1">
                <a:solidFill>
                  <a:srgbClr val="12183F"/>
                </a:solidFill>
                <a:latin typeface="Arial"/>
                <a:ea typeface="Arial"/>
                <a:cs typeface="Arial"/>
              </a:rPr>
              <a:t>النتائج</a:t>
            </a:r>
          </a:p>
        </p:txBody>
      </p:sp>
      <p:sp>
        <p:nvSpPr>
          <p:cNvPr id="11" name="">
            <a:extLst xmlns:a="http://schemas.openxmlformats.org/drawingml/2006/main">
              <a:ext uri="{FF2B5EF4-FFF2-40B4-BE49-F238E27FC236}">
                <a16:creationId xmlns:a16="http://schemas.microsoft.com/office/drawing/2014/main" id="{FF5AA896-CDC1-4390-999E-A1E486A9F081}"/>
              </a:ext>
            </a:extLst>
          </p:cNvPr>
          <p:cNvSpPr>
            <a:spLocks xmlns:a="http://schemas.openxmlformats.org/drawingml/2006/main" noGrp="1"/>
          </p:cNvSpPr>
          <p:nvPr/>
        </p:nvSpPr>
        <p:spPr>
          <a:xfrm xmlns:a="http://schemas.openxmlformats.org/drawingml/2006/main">
            <a:off x="13097827" y="809625"/>
            <a:ext cx="819150"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0" b="1">
                <a:solidFill>
                  <a:srgbClr val="12183F"/>
                </a:solidFill>
                <a:latin typeface="Arial"/>
                <a:ea typeface="Arial"/>
                <a:cs typeface="Arial"/>
              </a:defRPr>
            </a:pPr>
            <a:r>
              <a:rPr sz="5250" b="1">
                <a:solidFill>
                  <a:srgbClr val="12183F"/>
                </a:solidFill>
                <a:latin typeface="Arial"/>
                <a:ea typeface="Arial"/>
                <a:cs typeface="Arial"/>
              </a:rPr>
              <a:t>لكن</a:t>
            </a:r>
          </a:p>
        </p:txBody>
      </p:sp>
      <p:sp>
        <p:nvSpPr>
          <p:cNvPr id="12" name="">
            <a:extLst xmlns:a="http://schemas.openxmlformats.org/drawingml/2006/main">
              <a:ext uri="{FF2B5EF4-FFF2-40B4-BE49-F238E27FC236}">
                <a16:creationId xmlns:a16="http://schemas.microsoft.com/office/drawing/2014/main" id="{DA5F169C-08E6-477E-89C4-F279E635497B}"/>
              </a:ext>
            </a:extLst>
          </p:cNvPr>
          <p:cNvSpPr>
            <a:spLocks xmlns:a="http://schemas.openxmlformats.org/drawingml/2006/main" noGrp="1"/>
          </p:cNvSpPr>
          <p:nvPr/>
        </p:nvSpPr>
        <p:spPr>
          <a:xfrm xmlns:a="http://schemas.openxmlformats.org/drawingml/2006/main">
            <a:off x="11321891" y="809625"/>
            <a:ext cx="1590675"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0" b="1">
                <a:solidFill>
                  <a:srgbClr val="12183F"/>
                </a:solidFill>
                <a:latin typeface="Arial"/>
                <a:ea typeface="Arial"/>
                <a:cs typeface="Arial"/>
              </a:defRPr>
            </a:pPr>
            <a:r>
              <a:rPr sz="5250" b="1">
                <a:solidFill>
                  <a:srgbClr val="12183F"/>
                </a:solidFill>
                <a:latin typeface="Arial"/>
                <a:ea typeface="Arial"/>
                <a:cs typeface="Arial"/>
              </a:rPr>
              <a:t>الطريق</a:t>
            </a:r>
          </a:p>
        </p:txBody>
      </p:sp>
      <p:sp>
        <p:nvSpPr>
          <p:cNvPr id="13" name="">
            <a:extLst xmlns:a="http://schemas.openxmlformats.org/drawingml/2006/main">
              <a:ext uri="{FF2B5EF4-FFF2-40B4-BE49-F238E27FC236}">
                <a16:creationId xmlns:a16="http://schemas.microsoft.com/office/drawing/2014/main" id="{30E878E2-0C60-4E70-858F-BBCB2257BD05}"/>
              </a:ext>
            </a:extLst>
          </p:cNvPr>
          <p:cNvSpPr>
            <a:spLocks xmlns:a="http://schemas.openxmlformats.org/drawingml/2006/main" noGrp="1"/>
          </p:cNvSpPr>
          <p:nvPr/>
        </p:nvSpPr>
        <p:spPr>
          <a:xfrm xmlns:a="http://schemas.openxmlformats.org/drawingml/2006/main">
            <a:off x="10679430" y="809625"/>
            <a:ext cx="457200"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0" b="1">
                <a:solidFill>
                  <a:srgbClr val="12183F"/>
                </a:solidFill>
                <a:latin typeface="Arial"/>
                <a:ea typeface="Arial"/>
                <a:cs typeface="Arial"/>
              </a:defRPr>
            </a:pPr>
            <a:r>
              <a:rPr sz="5250" b="1">
                <a:solidFill>
                  <a:srgbClr val="12183F"/>
                </a:solidFill>
                <a:latin typeface="Arial"/>
                <a:ea typeface="Arial"/>
                <a:cs typeface="Arial"/>
              </a:rPr>
              <a:t>لم</a:t>
            </a:r>
          </a:p>
        </p:txBody>
      </p:sp>
      <p:sp>
        <p:nvSpPr>
          <p:cNvPr id="14" name="">
            <a:extLst xmlns:a="http://schemas.openxmlformats.org/drawingml/2006/main">
              <a:ext uri="{FF2B5EF4-FFF2-40B4-BE49-F238E27FC236}">
                <a16:creationId xmlns:a16="http://schemas.microsoft.com/office/drawing/2014/main" id="{9BD15D83-C844-4479-A2CA-957DE9E71740}"/>
              </a:ext>
            </a:extLst>
          </p:cNvPr>
          <p:cNvSpPr>
            <a:spLocks xmlns:a="http://schemas.openxmlformats.org/drawingml/2006/main" noGrp="1"/>
          </p:cNvSpPr>
          <p:nvPr/>
        </p:nvSpPr>
        <p:spPr>
          <a:xfrm xmlns:a="http://schemas.openxmlformats.org/drawingml/2006/main">
            <a:off x="9646444" y="809625"/>
            <a:ext cx="847725"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0" b="1">
                <a:solidFill>
                  <a:srgbClr val="12183F"/>
                </a:solidFill>
                <a:latin typeface="Arial"/>
                <a:ea typeface="Arial"/>
                <a:cs typeface="Arial"/>
              </a:defRPr>
            </a:pPr>
            <a:r>
              <a:rPr sz="5250" b="1">
                <a:solidFill>
                  <a:srgbClr val="12183F"/>
                </a:solidFill>
                <a:latin typeface="Arial"/>
                <a:ea typeface="Arial"/>
                <a:cs typeface="Arial"/>
              </a:rPr>
              <a:t>يكن</a:t>
            </a:r>
          </a:p>
        </p:txBody>
      </p:sp>
      <p:sp>
        <p:nvSpPr>
          <p:cNvPr id="15" name="">
            <a:extLst xmlns:a="http://schemas.openxmlformats.org/drawingml/2006/main">
              <a:ext uri="{FF2B5EF4-FFF2-40B4-BE49-F238E27FC236}">
                <a16:creationId xmlns:a16="http://schemas.microsoft.com/office/drawing/2014/main" id="{410F112F-A062-43C2-9CFE-1AF84A855991}"/>
              </a:ext>
            </a:extLst>
          </p:cNvPr>
          <p:cNvSpPr>
            <a:spLocks xmlns:a="http://schemas.openxmlformats.org/drawingml/2006/main" noGrp="1"/>
          </p:cNvSpPr>
          <p:nvPr/>
        </p:nvSpPr>
        <p:spPr>
          <a:xfrm xmlns:a="http://schemas.openxmlformats.org/drawingml/2006/main">
            <a:off x="7708582" y="809625"/>
            <a:ext cx="1752600"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0" b="1">
                <a:solidFill>
                  <a:srgbClr val="12183F"/>
                </a:solidFill>
                <a:latin typeface="Arial"/>
                <a:ea typeface="Arial"/>
                <a:cs typeface="Arial"/>
              </a:defRPr>
            </a:pPr>
            <a:r>
              <a:rPr sz="5250" b="1">
                <a:solidFill>
                  <a:srgbClr val="12183F"/>
                </a:solidFill>
                <a:latin typeface="Arial"/>
                <a:ea typeface="Arial"/>
                <a:cs typeface="Arial"/>
              </a:rPr>
              <a:t>مستقيماً</a:t>
            </a:r>
          </a:p>
        </p:txBody>
      </p:sp>
      <p:graphicFrame>
        <p:nvGraphicFramePr>
          <p:cNvPr id="63" name="Chart"/>
          <p:cNvGraphicFramePr/>
          <p:nvPr/>
        </p:nvGraphicFramePr>
        <p:xfrm>
          <a:off xmlns:a="http://schemas.openxmlformats.org/drawingml/2006/main" x="1381125" y="2381250"/>
          <a:ext xmlns:a="http://schemas.openxmlformats.org/drawingml/2006/main" cx="15335250" cy="4476750"/>
        </p:xfrm>
        <a:graphic xmlns:a="http://schemas.openxmlformats.org/drawingml/2006/main">
          <a:graphicData uri="http://schemas.openxmlformats.org/drawingml/2006/chart">
            <c:chart xmlns:r="http://schemas.openxmlformats.org/officeDocument/2006/relationships" xmlns:c="http://schemas.openxmlformats.org/drawingml/2006/chart" r:id="R49a665259a874057"/>
          </a:graphicData>
        </a:graphic>
      </p:graphicFrame>
      <p:sp>
        <p:nvSpPr>
          <p:cNvPr id="17" name="">
            <a:extLst xmlns:a="http://schemas.openxmlformats.org/drawingml/2006/main">
              <a:ext uri="{FF2B5EF4-FFF2-40B4-BE49-F238E27FC236}">
                <a16:creationId xmlns:a16="http://schemas.microsoft.com/office/drawing/2014/main" id="{D6D6B6F7-4E73-43DB-A46A-A7A812A19F17}"/>
              </a:ext>
            </a:extLst>
          </p:cNvPr>
          <p:cNvSpPr>
            <a:spLocks xmlns:a="http://schemas.openxmlformats.org/drawingml/2006/main" noGrp="1"/>
          </p:cNvSpPr>
          <p:nvPr/>
        </p:nvSpPr>
        <p:spPr>
          <a:xfrm xmlns:a="http://schemas.openxmlformats.org/drawingml/2006/main">
            <a:off x="16478250" y="7096125"/>
            <a:ext cx="381000"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325" b="0">
                <a:solidFill>
                  <a:srgbClr val="586277"/>
                </a:solidFill>
                <a:latin typeface="Arial"/>
                <a:ea typeface="Arial"/>
                <a:cs typeface="Arial"/>
              </a:defRPr>
            </a:pPr>
            <a:r>
              <a:rPr sz="2325" b="0">
                <a:solidFill>
                  <a:srgbClr val="586277"/>
                </a:solidFill>
                <a:latin typeface="Arial"/>
                <a:ea typeface="Arial"/>
                <a:cs typeface="Arial"/>
              </a:rPr>
              <a:t>رقم</a:t>
            </a:r>
          </a:p>
        </p:txBody>
      </p:sp>
      <p:sp>
        <p:nvSpPr>
          <p:cNvPr id="18" name="">
            <a:extLst xmlns:a="http://schemas.openxmlformats.org/drawingml/2006/main">
              <a:ext uri="{FF2B5EF4-FFF2-40B4-BE49-F238E27FC236}">
                <a16:creationId xmlns:a16="http://schemas.microsoft.com/office/drawing/2014/main" id="{01D1DDCA-A546-41A6-AB8F-65680EBABF3E}"/>
              </a:ext>
            </a:extLst>
          </p:cNvPr>
          <p:cNvSpPr>
            <a:spLocks xmlns:a="http://schemas.openxmlformats.org/drawingml/2006/main" noGrp="1"/>
          </p:cNvSpPr>
          <p:nvPr/>
        </p:nvSpPr>
        <p:spPr>
          <a:xfrm xmlns:a="http://schemas.openxmlformats.org/drawingml/2006/main">
            <a:off x="15754350" y="7096125"/>
            <a:ext cx="638175"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325" b="0">
                <a:solidFill>
                  <a:srgbClr val="586277"/>
                </a:solidFill>
                <a:latin typeface="Arial"/>
                <a:ea typeface="Arial"/>
                <a:cs typeface="Arial"/>
              </a:defRPr>
            </a:pPr>
            <a:r>
              <a:rPr sz="2325" b="0">
                <a:solidFill>
                  <a:srgbClr val="586277"/>
                </a:solidFill>
                <a:latin typeface="Arial"/>
                <a:ea typeface="Arial"/>
                <a:cs typeface="Arial"/>
              </a:rPr>
              <a:t>الجولة</a:t>
            </a:r>
          </a:p>
        </p:txBody>
      </p:sp>
      <p:sp>
        <p:nvSpPr>
          <p:cNvPr id="19" name="">
            <a:extLst xmlns:a="http://schemas.openxmlformats.org/drawingml/2006/main">
              <a:ext uri="{FF2B5EF4-FFF2-40B4-BE49-F238E27FC236}">
                <a16:creationId xmlns:a16="http://schemas.microsoft.com/office/drawing/2014/main" id="{5738BD37-E8A5-44CF-9613-8AC7611D0002}"/>
              </a:ext>
            </a:extLst>
          </p:cNvPr>
          <p:cNvSpPr>
            <a:spLocks xmlns:a="http://schemas.openxmlformats.org/drawingml/2006/main" noGrp="1"/>
          </p:cNvSpPr>
          <p:nvPr/>
        </p:nvSpPr>
        <p:spPr>
          <a:xfrm xmlns:a="http://schemas.openxmlformats.org/drawingml/2006/main">
            <a:off x="14582775" y="7096125"/>
            <a:ext cx="1085850"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325" b="0">
                <a:solidFill>
                  <a:srgbClr val="586277"/>
                </a:solidFill>
                <a:latin typeface="Arial"/>
                <a:ea typeface="Arial"/>
                <a:cs typeface="Arial"/>
              </a:defRPr>
            </a:pPr>
            <a:r>
              <a:rPr sz="2325" b="0">
                <a:solidFill>
                  <a:srgbClr val="586277"/>
                </a:solidFill>
                <a:latin typeface="Arial"/>
                <a:ea typeface="Arial"/>
                <a:cs typeface="Arial"/>
              </a:rPr>
              <a:t>الاستجابات</a:t>
            </a:r>
          </a:p>
        </p:txBody>
      </p:sp>
      <p:sp>
        <p:nvSpPr>
          <p:cNvPr id="20" name="">
            <a:extLst xmlns:a="http://schemas.openxmlformats.org/drawingml/2006/main">
              <a:ext uri="{FF2B5EF4-FFF2-40B4-BE49-F238E27FC236}">
                <a16:creationId xmlns:a16="http://schemas.microsoft.com/office/drawing/2014/main" id="{17B8DA77-BAE4-4E23-8634-7893427DEAC7}"/>
              </a:ext>
            </a:extLst>
          </p:cNvPr>
          <p:cNvSpPr>
            <a:spLocks xmlns:a="http://schemas.openxmlformats.org/drawingml/2006/main" noGrp="1"/>
          </p:cNvSpPr>
          <p:nvPr/>
        </p:nvSpPr>
        <p:spPr>
          <a:xfrm xmlns:a="http://schemas.openxmlformats.org/drawingml/2006/main">
            <a:off x="13582650" y="7096125"/>
            <a:ext cx="914400"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325" b="0">
                <a:solidFill>
                  <a:srgbClr val="586277"/>
                </a:solidFill>
                <a:latin typeface="Arial"/>
                <a:ea typeface="Arial"/>
                <a:cs typeface="Arial"/>
              </a:defRPr>
            </a:pPr>
            <a:r>
              <a:rPr sz="2325" b="0">
                <a:solidFill>
                  <a:srgbClr val="586277"/>
                </a:solidFill>
                <a:latin typeface="Arial"/>
                <a:ea typeface="Arial"/>
                <a:cs typeface="Arial"/>
              </a:rPr>
              <a:t>المستوفية</a:t>
            </a:r>
          </a:p>
        </p:txBody>
      </p:sp>
      <p:sp>
        <p:nvSpPr>
          <p:cNvPr id="21" name="">
            <a:extLst xmlns:a="http://schemas.openxmlformats.org/drawingml/2006/main">
              <a:ext uri="{FF2B5EF4-FFF2-40B4-BE49-F238E27FC236}">
                <a16:creationId xmlns:a16="http://schemas.microsoft.com/office/drawing/2014/main" id="{D37D1654-1BA0-44C0-A14E-BC504FB749DA}"/>
              </a:ext>
            </a:extLst>
          </p:cNvPr>
          <p:cNvSpPr>
            <a:spLocks xmlns:a="http://schemas.openxmlformats.org/drawingml/2006/main" noGrp="1"/>
          </p:cNvSpPr>
          <p:nvPr/>
        </p:nvSpPr>
        <p:spPr>
          <a:xfrm xmlns:a="http://schemas.openxmlformats.org/drawingml/2006/main">
            <a:off x="12639675" y="7096125"/>
            <a:ext cx="857250"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325" b="0">
                <a:solidFill>
                  <a:srgbClr val="586277"/>
                </a:solidFill>
                <a:latin typeface="Arial"/>
                <a:ea typeface="Arial"/>
                <a:cs typeface="Arial"/>
              </a:defRPr>
            </a:pPr>
            <a:r>
              <a:rPr sz="2325" b="0">
                <a:solidFill>
                  <a:srgbClr val="586277"/>
                </a:solidFill>
                <a:latin typeface="Arial"/>
                <a:ea typeface="Arial"/>
                <a:cs typeface="Arial"/>
              </a:rPr>
              <a:t>للتوقعات</a:t>
            </a:r>
          </a:p>
        </p:txBody>
      </p:sp>
      <p:sp>
        <p:nvSpPr>
          <p:cNvPr id="22" name="">
            <a:extLst xmlns:a="http://schemas.openxmlformats.org/drawingml/2006/main">
              <a:ext uri="{FF2B5EF4-FFF2-40B4-BE49-F238E27FC236}">
                <a16:creationId xmlns:a16="http://schemas.microsoft.com/office/drawing/2014/main" id="{1F1800D1-1069-4547-9191-F8DE87974A6A}"/>
              </a:ext>
            </a:extLst>
          </p:cNvPr>
          <p:cNvSpPr>
            <a:spLocks xmlns:a="http://schemas.openxmlformats.org/drawingml/2006/main" noGrp="1"/>
          </p:cNvSpPr>
          <p:nvPr/>
        </p:nvSpPr>
        <p:spPr>
          <a:xfrm xmlns:a="http://schemas.openxmlformats.org/drawingml/2006/main">
            <a:off x="12220575" y="7096125"/>
            <a:ext cx="333375"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325" b="0">
                <a:solidFill>
                  <a:srgbClr val="586277"/>
                </a:solidFill>
                <a:latin typeface="Arial"/>
                <a:ea typeface="Arial"/>
                <a:cs typeface="Arial"/>
              </a:defRPr>
            </a:pPr>
            <a:r>
              <a:rPr sz="2325" b="0">
                <a:solidFill>
                  <a:srgbClr val="586277"/>
                </a:solidFill>
                <a:latin typeface="Arial"/>
                <a:ea typeface="Arial"/>
                <a:cs typeface="Arial"/>
              </a:rPr>
              <a:t>من</a:t>
            </a:r>
          </a:p>
        </p:txBody>
      </p:sp>
      <p:sp>
        <p:nvSpPr>
          <p:cNvPr id="23" name="">
            <a:extLst xmlns:a="http://schemas.openxmlformats.org/drawingml/2006/main">
              <a:ext uri="{FF2B5EF4-FFF2-40B4-BE49-F238E27FC236}">
                <a16:creationId xmlns:a16="http://schemas.microsoft.com/office/drawing/2014/main" id="{F15FA564-0E99-4944-9E0E-0C736F673149}"/>
              </a:ext>
            </a:extLst>
          </p:cNvPr>
          <p:cNvSpPr>
            <a:spLocks xmlns:a="http://schemas.openxmlformats.org/drawingml/2006/main" noGrp="1"/>
          </p:cNvSpPr>
          <p:nvPr/>
        </p:nvSpPr>
        <p:spPr>
          <a:xfrm xmlns:a="http://schemas.openxmlformats.org/drawingml/2006/main">
            <a:off x="11610975" y="7096125"/>
            <a:ext cx="523875"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325" b="0">
                <a:solidFill>
                  <a:srgbClr val="586277"/>
                </a:solidFill>
                <a:latin typeface="Arial"/>
                <a:ea typeface="Arial"/>
                <a:cs typeface="Arial"/>
              </a:defRPr>
            </a:pPr>
            <a:r>
              <a:rPr sz="2325" b="0">
                <a:solidFill>
                  <a:srgbClr val="586277"/>
                </a:solidFill>
                <a:latin typeface="Arial"/>
                <a:ea typeface="Arial"/>
                <a:cs typeface="Arial"/>
              </a:rPr>
              <a:t>أصل</a:t>
            </a:r>
          </a:p>
        </p:txBody>
      </p:sp>
      <p:sp>
        <p:nvSpPr>
          <p:cNvPr id="24" name="">
            <a:extLst xmlns:a="http://schemas.openxmlformats.org/drawingml/2006/main">
              <a:ext uri="{FF2B5EF4-FFF2-40B4-BE49-F238E27FC236}">
                <a16:creationId xmlns:a16="http://schemas.microsoft.com/office/drawing/2014/main" id="{801DE0FC-03A0-4E34-9FCC-EB8A8EF90040}"/>
              </a:ext>
            </a:extLst>
          </p:cNvPr>
          <p:cNvSpPr>
            <a:spLocks xmlns:a="http://schemas.openxmlformats.org/drawingml/2006/main" noGrp="1"/>
          </p:cNvSpPr>
          <p:nvPr/>
        </p:nvSpPr>
        <p:spPr>
          <a:xfrm xmlns:a="http://schemas.openxmlformats.org/drawingml/2006/main">
            <a:off x="11134725" y="7096125"/>
            <a:ext cx="390525"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325" b="0">
                <a:solidFill>
                  <a:srgbClr val="586277"/>
                </a:solidFill>
                <a:latin typeface="Arial"/>
                <a:ea typeface="Arial"/>
                <a:cs typeface="Arial"/>
              </a:defRPr>
            </a:pPr>
            <a:r>
              <a:rPr sz="2325" b="0">
                <a:solidFill>
                  <a:srgbClr val="586277"/>
                </a:solidFill>
                <a:latin typeface="Arial"/>
                <a:ea typeface="Arial"/>
                <a:cs typeface="Arial"/>
              </a:rPr>
              <a:t>30</a:t>
            </a:r>
          </a:p>
        </p:txBody>
      </p:sp>
      <p:sp>
        <p:nvSpPr>
          <p:cNvPr id="25" name="">
            <a:extLst xmlns:a="http://schemas.openxmlformats.org/drawingml/2006/main">
              <a:ext uri="{FF2B5EF4-FFF2-40B4-BE49-F238E27FC236}">
                <a16:creationId xmlns:a16="http://schemas.microsoft.com/office/drawing/2014/main" id="{4F397CA7-777F-440A-B647-5EFAF324D871}"/>
              </a:ext>
            </a:extLst>
          </p:cNvPr>
          <p:cNvSpPr>
            <a:spLocks xmlns:a="http://schemas.openxmlformats.org/drawingml/2006/main" noGrp="1"/>
          </p:cNvSpPr>
          <p:nvPr/>
        </p:nvSpPr>
        <p:spPr>
          <a:xfrm xmlns:a="http://schemas.openxmlformats.org/drawingml/2006/main">
            <a:off x="16144875" y="7905750"/>
            <a:ext cx="714375"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12183F"/>
                </a:solidFill>
                <a:latin typeface="Arial"/>
                <a:ea typeface="Arial"/>
                <a:cs typeface="Arial"/>
              </a:defRPr>
            </a:pPr>
            <a:r>
              <a:rPr sz="2625" b="0">
                <a:solidFill>
                  <a:srgbClr val="12183F"/>
                </a:solidFill>
                <a:latin typeface="Arial"/>
                <a:ea typeface="Arial"/>
                <a:cs typeface="Arial"/>
              </a:rPr>
              <a:t>الجولة</a:t>
            </a:r>
          </a:p>
        </p:txBody>
      </p:sp>
      <p:sp>
        <p:nvSpPr>
          <p:cNvPr id="26" name="">
            <a:extLst xmlns:a="http://schemas.openxmlformats.org/drawingml/2006/main">
              <a:ext uri="{FF2B5EF4-FFF2-40B4-BE49-F238E27FC236}">
                <a16:creationId xmlns:a16="http://schemas.microsoft.com/office/drawing/2014/main" id="{41E75F5C-0CFD-47D1-830C-CD085475FF2F}"/>
              </a:ext>
            </a:extLst>
          </p:cNvPr>
          <p:cNvSpPr>
            <a:spLocks xmlns:a="http://schemas.openxmlformats.org/drawingml/2006/main" noGrp="1"/>
          </p:cNvSpPr>
          <p:nvPr/>
        </p:nvSpPr>
        <p:spPr>
          <a:xfrm xmlns:a="http://schemas.openxmlformats.org/drawingml/2006/main">
            <a:off x="15280767" y="7905750"/>
            <a:ext cx="771525"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12183F"/>
                </a:solidFill>
                <a:latin typeface="Arial"/>
                <a:ea typeface="Arial"/>
                <a:cs typeface="Arial"/>
              </a:defRPr>
            </a:pPr>
            <a:r>
              <a:rPr sz="2625" b="0">
                <a:solidFill>
                  <a:srgbClr val="12183F"/>
                </a:solidFill>
                <a:latin typeface="Arial"/>
                <a:ea typeface="Arial"/>
                <a:cs typeface="Arial"/>
              </a:rPr>
              <a:t>الرابعة</a:t>
            </a:r>
          </a:p>
        </p:txBody>
      </p:sp>
      <p:sp>
        <p:nvSpPr>
          <p:cNvPr id="27" name="">
            <a:extLst xmlns:a="http://schemas.openxmlformats.org/drawingml/2006/main">
              <a:ext uri="{FF2B5EF4-FFF2-40B4-BE49-F238E27FC236}">
                <a16:creationId xmlns:a16="http://schemas.microsoft.com/office/drawing/2014/main" id="{59F0887E-2728-4909-8C47-BC1B1115D1BD}"/>
              </a:ext>
            </a:extLst>
          </p:cNvPr>
          <p:cNvSpPr>
            <a:spLocks xmlns:a="http://schemas.openxmlformats.org/drawingml/2006/main" noGrp="1"/>
          </p:cNvSpPr>
          <p:nvPr/>
        </p:nvSpPr>
        <p:spPr>
          <a:xfrm xmlns:a="http://schemas.openxmlformats.org/drawingml/2006/main">
            <a:off x="14540484" y="7905750"/>
            <a:ext cx="647700"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12183F"/>
                </a:solidFill>
                <a:latin typeface="Arial"/>
                <a:ea typeface="Arial"/>
                <a:cs typeface="Arial"/>
              </a:defRPr>
            </a:pPr>
            <a:r>
              <a:rPr sz="2625" b="0">
                <a:solidFill>
                  <a:srgbClr val="12183F"/>
                </a:solidFill>
                <a:latin typeface="Arial"/>
                <a:ea typeface="Arial"/>
                <a:cs typeface="Arial"/>
              </a:rPr>
              <a:t>حققت</a:t>
            </a:r>
          </a:p>
        </p:txBody>
      </p:sp>
      <p:sp>
        <p:nvSpPr>
          <p:cNvPr id="28" name="">
            <a:extLst xmlns:a="http://schemas.openxmlformats.org/drawingml/2006/main">
              <a:ext uri="{FF2B5EF4-FFF2-40B4-BE49-F238E27FC236}">
                <a16:creationId xmlns:a16="http://schemas.microsoft.com/office/drawing/2014/main" id="{439B1CD9-2234-41FE-93B0-3C31F089C0F0}"/>
              </a:ext>
            </a:extLst>
          </p:cNvPr>
          <p:cNvSpPr>
            <a:spLocks xmlns:a="http://schemas.openxmlformats.org/drawingml/2006/main" noGrp="1"/>
          </p:cNvSpPr>
          <p:nvPr/>
        </p:nvSpPr>
        <p:spPr>
          <a:xfrm xmlns:a="http://schemas.openxmlformats.org/drawingml/2006/main">
            <a:off x="14019276" y="7905750"/>
            <a:ext cx="428625"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12183F"/>
                </a:solidFill>
                <a:latin typeface="Arial"/>
                <a:ea typeface="Arial"/>
                <a:cs typeface="Arial"/>
              </a:defRPr>
            </a:pPr>
            <a:r>
              <a:rPr sz="2625" b="0">
                <a:solidFill>
                  <a:srgbClr val="12183F"/>
                </a:solidFill>
                <a:latin typeface="Arial"/>
                <a:ea typeface="Arial"/>
                <a:cs typeface="Arial"/>
              </a:rPr>
              <a:t>29</a:t>
            </a:r>
          </a:p>
        </p:txBody>
      </p:sp>
      <p:sp>
        <p:nvSpPr>
          <p:cNvPr id="29" name="">
            <a:extLst xmlns:a="http://schemas.openxmlformats.org/drawingml/2006/main">
              <a:ext uri="{FF2B5EF4-FFF2-40B4-BE49-F238E27FC236}">
                <a16:creationId xmlns:a16="http://schemas.microsoft.com/office/drawing/2014/main" id="{0BAA1ABD-48D5-43DC-A176-69612DD8F2CD}"/>
              </a:ext>
            </a:extLst>
          </p:cNvPr>
          <p:cNvSpPr>
            <a:spLocks xmlns:a="http://schemas.openxmlformats.org/drawingml/2006/main" noGrp="1"/>
          </p:cNvSpPr>
          <p:nvPr/>
        </p:nvSpPr>
        <p:spPr>
          <a:xfrm xmlns:a="http://schemas.openxmlformats.org/drawingml/2006/main">
            <a:off x="13374243" y="7905750"/>
            <a:ext cx="552450"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12183F"/>
                </a:solidFill>
                <a:latin typeface="Arial"/>
                <a:ea typeface="Arial"/>
                <a:cs typeface="Arial"/>
              </a:defRPr>
            </a:pPr>
            <a:r>
              <a:rPr sz="2625" b="0">
                <a:solidFill>
                  <a:srgbClr val="12183F"/>
                </a:solidFill>
                <a:latin typeface="Arial"/>
                <a:ea typeface="Arial"/>
                <a:cs typeface="Arial"/>
              </a:rPr>
              <a:t>لكنها</a:t>
            </a:r>
          </a:p>
        </p:txBody>
      </p:sp>
      <p:sp>
        <p:nvSpPr>
          <p:cNvPr id="30" name="">
            <a:extLst xmlns:a="http://schemas.openxmlformats.org/drawingml/2006/main">
              <a:ext uri="{FF2B5EF4-FFF2-40B4-BE49-F238E27FC236}">
                <a16:creationId xmlns:a16="http://schemas.microsoft.com/office/drawing/2014/main" id="{7D95D442-5075-434E-984B-AA2F52DD5243}"/>
              </a:ext>
            </a:extLst>
          </p:cNvPr>
          <p:cNvSpPr>
            <a:spLocks xmlns:a="http://schemas.openxmlformats.org/drawingml/2006/main" noGrp="1"/>
          </p:cNvSpPr>
          <p:nvPr/>
        </p:nvSpPr>
        <p:spPr>
          <a:xfrm xmlns:a="http://schemas.openxmlformats.org/drawingml/2006/main">
            <a:off x="12557760" y="7905750"/>
            <a:ext cx="723900"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12183F"/>
                </a:solidFill>
                <a:latin typeface="Arial"/>
                <a:ea typeface="Arial"/>
                <a:cs typeface="Arial"/>
              </a:defRPr>
            </a:pPr>
            <a:r>
              <a:rPr sz="2625" b="0">
                <a:solidFill>
                  <a:srgbClr val="12183F"/>
                </a:solidFill>
                <a:latin typeface="Arial"/>
                <a:ea typeface="Arial"/>
                <a:cs typeface="Arial"/>
              </a:rPr>
              <a:t>أخفقت</a:t>
            </a:r>
          </a:p>
        </p:txBody>
      </p:sp>
      <p:sp>
        <p:nvSpPr>
          <p:cNvPr id="31" name="">
            <a:extLst xmlns:a="http://schemas.openxmlformats.org/drawingml/2006/main">
              <a:ext uri="{FF2B5EF4-FFF2-40B4-BE49-F238E27FC236}">
                <a16:creationId xmlns:a16="http://schemas.microsoft.com/office/drawing/2014/main" id="{52520CCA-4C39-42A9-8BDA-3D7C2725D2B4}"/>
              </a:ext>
            </a:extLst>
          </p:cNvPr>
          <p:cNvSpPr>
            <a:spLocks xmlns:a="http://schemas.openxmlformats.org/drawingml/2006/main" noGrp="1"/>
          </p:cNvSpPr>
          <p:nvPr/>
        </p:nvSpPr>
        <p:spPr>
          <a:xfrm xmlns:a="http://schemas.openxmlformats.org/drawingml/2006/main">
            <a:off x="12122277" y="7905750"/>
            <a:ext cx="342900"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12183F"/>
                </a:solidFill>
                <a:latin typeface="Arial"/>
                <a:ea typeface="Arial"/>
                <a:cs typeface="Arial"/>
              </a:defRPr>
            </a:pPr>
            <a:r>
              <a:rPr sz="2625" b="0">
                <a:solidFill>
                  <a:srgbClr val="12183F"/>
                </a:solidFill>
                <a:latin typeface="Arial"/>
                <a:ea typeface="Arial"/>
                <a:cs typeface="Arial"/>
              </a:rPr>
              <a:t>في</a:t>
            </a:r>
          </a:p>
        </p:txBody>
      </p:sp>
      <p:sp>
        <p:nvSpPr>
          <p:cNvPr id="32" name="">
            <a:extLst xmlns:a="http://schemas.openxmlformats.org/drawingml/2006/main">
              <a:ext uri="{FF2B5EF4-FFF2-40B4-BE49-F238E27FC236}">
                <a16:creationId xmlns:a16="http://schemas.microsoft.com/office/drawing/2014/main" id="{032DADF4-5A0D-4C99-89AD-10511B718F16}"/>
              </a:ext>
            </a:extLst>
          </p:cNvPr>
          <p:cNvSpPr>
            <a:spLocks xmlns:a="http://schemas.openxmlformats.org/drawingml/2006/main" noGrp="1"/>
          </p:cNvSpPr>
          <p:nvPr/>
        </p:nvSpPr>
        <p:spPr>
          <a:xfrm xmlns:a="http://schemas.openxmlformats.org/drawingml/2006/main">
            <a:off x="11429619" y="7905750"/>
            <a:ext cx="600075"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12183F"/>
                </a:solidFill>
                <a:latin typeface="Arial"/>
                <a:ea typeface="Arial"/>
                <a:cs typeface="Arial"/>
              </a:defRPr>
            </a:pPr>
            <a:r>
              <a:rPr sz="2625" b="0">
                <a:solidFill>
                  <a:srgbClr val="12183F"/>
                </a:solidFill>
                <a:latin typeface="Arial"/>
                <a:ea typeface="Arial"/>
                <a:cs typeface="Arial"/>
              </a:rPr>
              <a:t>شرط</a:t>
            </a:r>
          </a:p>
        </p:txBody>
      </p:sp>
      <p:sp>
        <p:nvSpPr>
          <p:cNvPr id="33" name="">
            <a:extLst xmlns:a="http://schemas.openxmlformats.org/drawingml/2006/main">
              <a:ext uri="{FF2B5EF4-FFF2-40B4-BE49-F238E27FC236}">
                <a16:creationId xmlns:a16="http://schemas.microsoft.com/office/drawing/2014/main" id="{31B403E8-C4A6-4BE5-959F-A749B98127CA}"/>
              </a:ext>
            </a:extLst>
          </p:cNvPr>
          <p:cNvSpPr>
            <a:spLocks xmlns:a="http://schemas.openxmlformats.org/drawingml/2006/main" noGrp="1"/>
          </p:cNvSpPr>
          <p:nvPr/>
        </p:nvSpPr>
        <p:spPr>
          <a:xfrm xmlns:a="http://schemas.openxmlformats.org/drawingml/2006/main">
            <a:off x="10679811" y="7905750"/>
            <a:ext cx="657225"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12183F"/>
                </a:solidFill>
                <a:latin typeface="Arial"/>
                <a:ea typeface="Arial"/>
                <a:cs typeface="Arial"/>
              </a:defRPr>
            </a:pPr>
            <a:r>
              <a:rPr sz="2625" b="0">
                <a:solidFill>
                  <a:srgbClr val="12183F"/>
                </a:solidFill>
                <a:latin typeface="Arial"/>
                <a:ea typeface="Arial"/>
                <a:cs typeface="Arial"/>
              </a:rPr>
              <a:t>اتساق</a:t>
            </a:r>
          </a:p>
        </p:txBody>
      </p:sp>
      <p:sp>
        <p:nvSpPr>
          <p:cNvPr id="34" name="">
            <a:extLst xmlns:a="http://schemas.openxmlformats.org/drawingml/2006/main">
              <a:ext uri="{FF2B5EF4-FFF2-40B4-BE49-F238E27FC236}">
                <a16:creationId xmlns:a16="http://schemas.microsoft.com/office/drawing/2014/main" id="{A074B662-FA37-4E35-AC51-C07081F9BE07}"/>
              </a:ext>
            </a:extLst>
          </p:cNvPr>
          <p:cNvSpPr>
            <a:spLocks xmlns:a="http://schemas.openxmlformats.org/drawingml/2006/main" noGrp="1"/>
          </p:cNvSpPr>
          <p:nvPr/>
        </p:nvSpPr>
        <p:spPr>
          <a:xfrm xmlns:a="http://schemas.openxmlformats.org/drawingml/2006/main">
            <a:off x="9872853" y="7905750"/>
            <a:ext cx="714375"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12183F"/>
                </a:solidFill>
                <a:latin typeface="Arial"/>
                <a:ea typeface="Arial"/>
                <a:cs typeface="Arial"/>
              </a:defRPr>
            </a:pPr>
            <a:r>
              <a:rPr sz="2625" b="0">
                <a:solidFill>
                  <a:srgbClr val="12183F"/>
                </a:solidFill>
                <a:latin typeface="Arial"/>
                <a:ea typeface="Arial"/>
                <a:cs typeface="Arial"/>
              </a:rPr>
              <a:t>الشارة</a:t>
            </a:r>
          </a:p>
        </p:txBody>
      </p:sp>
      <p:sp>
        <p:nvSpPr>
          <p:cNvPr id="35" name="">
            <a:extLst xmlns:a="http://schemas.openxmlformats.org/drawingml/2006/main">
              <a:ext uri="{FF2B5EF4-FFF2-40B4-BE49-F238E27FC236}">
                <a16:creationId xmlns:a16="http://schemas.microsoft.com/office/drawing/2014/main" id="{2EC8933E-1667-4E92-84D9-C1EE5CBC9D05}"/>
              </a:ext>
            </a:extLst>
          </p:cNvPr>
          <p:cNvSpPr>
            <a:spLocks xmlns:a="http://schemas.openxmlformats.org/drawingml/2006/main" noGrp="1"/>
          </p:cNvSpPr>
          <p:nvPr/>
        </p:nvSpPr>
        <p:spPr>
          <a:xfrm xmlns:a="http://schemas.openxmlformats.org/drawingml/2006/main">
            <a:off x="9437370" y="7905750"/>
            <a:ext cx="342900"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12183F"/>
                </a:solidFill>
                <a:latin typeface="Arial"/>
                <a:ea typeface="Arial"/>
                <a:cs typeface="Arial"/>
              </a:defRPr>
            </a:pPr>
            <a:r>
              <a:rPr sz="2625" b="0">
                <a:solidFill>
                  <a:srgbClr val="12183F"/>
                </a:solidFill>
                <a:latin typeface="Arial"/>
                <a:ea typeface="Arial"/>
                <a:cs typeface="Arial"/>
              </a:rPr>
              <a:t>مع</a:t>
            </a:r>
          </a:p>
        </p:txBody>
      </p:sp>
      <p:sp>
        <p:nvSpPr>
          <p:cNvPr id="36" name="">
            <a:extLst xmlns:a="http://schemas.openxmlformats.org/drawingml/2006/main">
              <a:ext uri="{FF2B5EF4-FFF2-40B4-BE49-F238E27FC236}">
                <a16:creationId xmlns:a16="http://schemas.microsoft.com/office/drawing/2014/main" id="{00B2CD4A-D3EE-4827-BDCE-E132FC8D8262}"/>
              </a:ext>
            </a:extLst>
          </p:cNvPr>
          <p:cNvSpPr>
            <a:spLocks xmlns:a="http://schemas.openxmlformats.org/drawingml/2006/main" noGrp="1"/>
          </p:cNvSpPr>
          <p:nvPr/>
        </p:nvSpPr>
        <p:spPr>
          <a:xfrm xmlns:a="http://schemas.openxmlformats.org/drawingml/2006/main">
            <a:off x="8620887" y="7905750"/>
            <a:ext cx="723900"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12183F"/>
                </a:solidFill>
                <a:latin typeface="Arial"/>
                <a:ea typeface="Arial"/>
                <a:cs typeface="Arial"/>
              </a:defRPr>
            </a:pPr>
            <a:r>
              <a:rPr sz="2625" b="0">
                <a:solidFill>
                  <a:srgbClr val="12183F"/>
                </a:solidFill>
                <a:latin typeface="Arial"/>
                <a:ea typeface="Arial"/>
                <a:cs typeface="Arial"/>
              </a:rPr>
              <a:t>الشرح</a:t>
            </a:r>
          </a:p>
        </p:txBody>
      </p:sp>
      <p:sp>
        <p:nvSpPr>
          <p:cNvPr id="37" name="">
            <a:extLst xmlns:a="http://schemas.openxmlformats.org/drawingml/2006/main">
              <a:ext uri="{FF2B5EF4-FFF2-40B4-BE49-F238E27FC236}">
                <a16:creationId xmlns:a16="http://schemas.microsoft.com/office/drawing/2014/main" id="{05319614-BE3F-4AD7-9222-F0FDD15EADA3}"/>
              </a:ext>
            </a:extLst>
          </p:cNvPr>
          <p:cNvSpPr>
            <a:spLocks xmlns:a="http://schemas.openxmlformats.org/drawingml/2006/main" noGrp="1"/>
          </p:cNvSpPr>
          <p:nvPr/>
        </p:nvSpPr>
        <p:spPr>
          <a:xfrm xmlns:a="http://schemas.openxmlformats.org/drawingml/2006/main">
            <a:off x="16363950" y="8629650"/>
            <a:ext cx="49530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86277"/>
                </a:solidFill>
                <a:latin typeface="Arial"/>
                <a:ea typeface="Arial"/>
                <a:cs typeface="Arial"/>
              </a:defRPr>
            </a:pPr>
            <a:r>
              <a:rPr sz="2175" b="0">
                <a:solidFill>
                  <a:srgbClr val="586277"/>
                </a:solidFill>
                <a:latin typeface="Arial"/>
                <a:ea typeface="Arial"/>
                <a:cs typeface="Arial"/>
              </a:rPr>
              <a:t>أسئلة</a:t>
            </a:r>
          </a:p>
        </p:txBody>
      </p:sp>
      <p:sp>
        <p:nvSpPr>
          <p:cNvPr id="38" name="">
            <a:extLst xmlns:a="http://schemas.openxmlformats.org/drawingml/2006/main">
              <a:ext uri="{FF2B5EF4-FFF2-40B4-BE49-F238E27FC236}">
                <a16:creationId xmlns:a16="http://schemas.microsoft.com/office/drawing/2014/main" id="{FF25EDD0-955C-4A74-B589-7B76A2EA5319}"/>
              </a:ext>
            </a:extLst>
          </p:cNvPr>
          <p:cNvSpPr>
            <a:spLocks xmlns:a="http://schemas.openxmlformats.org/drawingml/2006/main" noGrp="1"/>
          </p:cNvSpPr>
          <p:nvPr/>
        </p:nvSpPr>
        <p:spPr>
          <a:xfrm xmlns:a="http://schemas.openxmlformats.org/drawingml/2006/main">
            <a:off x="15268575" y="8629650"/>
            <a:ext cx="100965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86277"/>
                </a:solidFill>
                <a:latin typeface="Arial"/>
                <a:ea typeface="Arial"/>
                <a:cs typeface="Arial"/>
              </a:defRPr>
            </a:pPr>
            <a:r>
              <a:rPr sz="2175" b="0">
                <a:solidFill>
                  <a:srgbClr val="586277"/>
                </a:solidFill>
                <a:latin typeface="Arial"/>
                <a:ea typeface="Arial"/>
                <a:cs typeface="Arial"/>
              </a:rPr>
              <a:t>وإصدارات</a:t>
            </a:r>
          </a:p>
        </p:txBody>
      </p:sp>
      <p:sp>
        <p:nvSpPr>
          <p:cNvPr id="39" name="">
            <a:extLst xmlns:a="http://schemas.openxmlformats.org/drawingml/2006/main">
              <a:ext uri="{FF2B5EF4-FFF2-40B4-BE49-F238E27FC236}">
                <a16:creationId xmlns:a16="http://schemas.microsoft.com/office/drawing/2014/main" id="{6212BE81-9FEF-4F8C-BAE7-26C24ED84F00}"/>
              </a:ext>
            </a:extLst>
          </p:cNvPr>
          <p:cNvSpPr>
            <a:spLocks xmlns:a="http://schemas.openxmlformats.org/drawingml/2006/main" noGrp="1"/>
          </p:cNvSpPr>
          <p:nvPr/>
        </p:nvSpPr>
        <p:spPr>
          <a:xfrm xmlns:a="http://schemas.openxmlformats.org/drawingml/2006/main">
            <a:off x="14563725" y="8629650"/>
            <a:ext cx="619125"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86277"/>
                </a:solidFill>
                <a:latin typeface="Arial"/>
                <a:ea typeface="Arial"/>
                <a:cs typeface="Arial"/>
              </a:defRPr>
            </a:pPr>
            <a:r>
              <a:rPr sz="2175" b="0">
                <a:solidFill>
                  <a:srgbClr val="586277"/>
                </a:solidFill>
                <a:latin typeface="Arial"/>
                <a:ea typeface="Arial"/>
                <a:cs typeface="Arial"/>
              </a:rPr>
              <a:t>مختلفة</a:t>
            </a:r>
          </a:p>
        </p:txBody>
      </p:sp>
      <p:sp>
        <p:nvSpPr>
          <p:cNvPr id="40" name="">
            <a:extLst xmlns:a="http://schemas.openxmlformats.org/drawingml/2006/main">
              <a:ext uri="{FF2B5EF4-FFF2-40B4-BE49-F238E27FC236}">
                <a16:creationId xmlns:a16="http://schemas.microsoft.com/office/drawing/2014/main" id="{123D8943-DC9C-4663-B5E4-F18002D3475D}"/>
              </a:ext>
            </a:extLst>
          </p:cNvPr>
          <p:cNvSpPr>
            <a:spLocks xmlns:a="http://schemas.openxmlformats.org/drawingml/2006/main" noGrp="1"/>
          </p:cNvSpPr>
          <p:nvPr/>
        </p:nvSpPr>
        <p:spPr>
          <a:xfrm xmlns:a="http://schemas.openxmlformats.org/drawingml/2006/main">
            <a:off x="14116050" y="8629650"/>
            <a:ext cx="36195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86277"/>
                </a:solidFill>
                <a:latin typeface="Arial"/>
                <a:ea typeface="Arial"/>
                <a:cs typeface="Arial"/>
              </a:defRPr>
            </a:pPr>
            <a:r>
              <a:rPr sz="2175" b="0">
                <a:solidFill>
                  <a:srgbClr val="586277"/>
                </a:solidFill>
                <a:latin typeface="Arial"/>
                <a:ea typeface="Arial"/>
                <a:cs typeface="Arial"/>
              </a:rPr>
              <a:t>هذه</a:t>
            </a:r>
          </a:p>
        </p:txBody>
      </p:sp>
      <p:sp>
        <p:nvSpPr>
          <p:cNvPr id="41" name="">
            <a:extLst xmlns:a="http://schemas.openxmlformats.org/drawingml/2006/main">
              <a:ext uri="{FF2B5EF4-FFF2-40B4-BE49-F238E27FC236}">
                <a16:creationId xmlns:a16="http://schemas.microsoft.com/office/drawing/2014/main" id="{79EEF99C-FA40-438F-A77C-C5EE91CB5A97}"/>
              </a:ext>
            </a:extLst>
          </p:cNvPr>
          <p:cNvSpPr>
            <a:spLocks xmlns:a="http://schemas.openxmlformats.org/drawingml/2006/main" noGrp="1"/>
          </p:cNvSpPr>
          <p:nvPr/>
        </p:nvSpPr>
        <p:spPr>
          <a:xfrm xmlns:a="http://schemas.openxmlformats.org/drawingml/2006/main">
            <a:off x="13525500" y="8629650"/>
            <a:ext cx="504825"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86277"/>
                </a:solidFill>
                <a:latin typeface="Arial"/>
                <a:ea typeface="Arial"/>
                <a:cs typeface="Arial"/>
              </a:defRPr>
            </a:pPr>
            <a:r>
              <a:rPr sz="2175" b="0">
                <a:solidFill>
                  <a:srgbClr val="586277"/>
                </a:solidFill>
                <a:latin typeface="Arial"/>
                <a:ea typeface="Arial"/>
                <a:cs typeface="Arial"/>
              </a:rPr>
              <a:t>رحلة</a:t>
            </a:r>
          </a:p>
        </p:txBody>
      </p:sp>
      <p:sp>
        <p:nvSpPr>
          <p:cNvPr id="42" name="">
            <a:extLst xmlns:a="http://schemas.openxmlformats.org/drawingml/2006/main">
              <a:ext uri="{FF2B5EF4-FFF2-40B4-BE49-F238E27FC236}">
                <a16:creationId xmlns:a16="http://schemas.microsoft.com/office/drawing/2014/main" id="{EFBE7844-017B-48A5-B70C-2AB993369B51}"/>
              </a:ext>
            </a:extLst>
          </p:cNvPr>
          <p:cNvSpPr>
            <a:spLocks xmlns:a="http://schemas.openxmlformats.org/drawingml/2006/main" noGrp="1"/>
          </p:cNvSpPr>
          <p:nvPr/>
        </p:nvSpPr>
        <p:spPr>
          <a:xfrm xmlns:a="http://schemas.openxmlformats.org/drawingml/2006/main">
            <a:off x="12830175" y="8629650"/>
            <a:ext cx="60960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86277"/>
                </a:solidFill>
                <a:latin typeface="Arial"/>
                <a:ea typeface="Arial"/>
                <a:cs typeface="Arial"/>
              </a:defRPr>
            </a:pPr>
            <a:r>
              <a:rPr sz="2175" b="0">
                <a:solidFill>
                  <a:srgbClr val="586277"/>
                </a:solidFill>
                <a:latin typeface="Arial"/>
                <a:ea typeface="Arial"/>
                <a:cs typeface="Arial"/>
              </a:rPr>
              <a:t>تطوير</a:t>
            </a:r>
          </a:p>
        </p:txBody>
      </p:sp>
      <p:sp>
        <p:nvSpPr>
          <p:cNvPr id="43" name="">
            <a:extLst xmlns:a="http://schemas.openxmlformats.org/drawingml/2006/main">
              <a:ext uri="{FF2B5EF4-FFF2-40B4-BE49-F238E27FC236}">
                <a16:creationId xmlns:a16="http://schemas.microsoft.com/office/drawing/2014/main" id="{3A2475BB-FDD0-4385-8FB9-C790D735DDA9}"/>
              </a:ext>
            </a:extLst>
          </p:cNvPr>
          <p:cNvSpPr>
            <a:spLocks xmlns:a="http://schemas.openxmlformats.org/drawingml/2006/main" noGrp="1"/>
          </p:cNvSpPr>
          <p:nvPr/>
        </p:nvSpPr>
        <p:spPr>
          <a:xfrm xmlns:a="http://schemas.openxmlformats.org/drawingml/2006/main">
            <a:off x="12096750" y="8629650"/>
            <a:ext cx="64770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86277"/>
                </a:solidFill>
                <a:latin typeface="Arial"/>
                <a:ea typeface="Arial"/>
                <a:cs typeface="Arial"/>
              </a:defRPr>
            </a:pPr>
            <a:r>
              <a:rPr sz="2175" b="0">
                <a:solidFill>
                  <a:srgbClr val="586277"/>
                </a:solidFill>
                <a:latin typeface="Arial"/>
                <a:ea typeface="Arial"/>
                <a:cs typeface="Arial"/>
              </a:rPr>
              <a:t>وليست</a:t>
            </a:r>
          </a:p>
        </p:txBody>
      </p:sp>
      <p:sp>
        <p:nvSpPr>
          <p:cNvPr id="44" name="">
            <a:extLst xmlns:a="http://schemas.openxmlformats.org/drawingml/2006/main">
              <a:ext uri="{FF2B5EF4-FFF2-40B4-BE49-F238E27FC236}">
                <a16:creationId xmlns:a16="http://schemas.microsoft.com/office/drawing/2014/main" id="{BE253CB9-0E6A-4E90-AE8F-4C6024D6954B}"/>
              </a:ext>
            </a:extLst>
          </p:cNvPr>
          <p:cNvSpPr>
            <a:spLocks xmlns:a="http://schemas.openxmlformats.org/drawingml/2006/main" noGrp="1"/>
          </p:cNvSpPr>
          <p:nvPr/>
        </p:nvSpPr>
        <p:spPr>
          <a:xfrm xmlns:a="http://schemas.openxmlformats.org/drawingml/2006/main">
            <a:off x="11401425" y="8629650"/>
            <a:ext cx="60960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86277"/>
                </a:solidFill>
                <a:latin typeface="Arial"/>
                <a:ea typeface="Arial"/>
                <a:cs typeface="Arial"/>
              </a:defRPr>
            </a:pPr>
            <a:r>
              <a:rPr sz="2175" b="0">
                <a:solidFill>
                  <a:srgbClr val="586277"/>
                </a:solidFill>
                <a:latin typeface="Arial"/>
                <a:ea typeface="Arial"/>
                <a:cs typeface="Arial"/>
              </a:rPr>
              <a:t>مقارنة</a:t>
            </a:r>
          </a:p>
        </p:txBody>
      </p:sp>
      <p:sp>
        <p:nvSpPr>
          <p:cNvPr id="45" name="">
            <a:extLst xmlns:a="http://schemas.openxmlformats.org/drawingml/2006/main">
              <a:ext uri="{FF2B5EF4-FFF2-40B4-BE49-F238E27FC236}">
                <a16:creationId xmlns:a16="http://schemas.microsoft.com/office/drawing/2014/main" id="{2846E0E9-8A23-491F-A1CE-07E2EBCFB5ED}"/>
              </a:ext>
            </a:extLst>
          </p:cNvPr>
          <p:cNvSpPr>
            <a:spLocks xmlns:a="http://schemas.openxmlformats.org/drawingml/2006/main" noGrp="1"/>
          </p:cNvSpPr>
          <p:nvPr/>
        </p:nvSpPr>
        <p:spPr>
          <a:xfrm xmlns:a="http://schemas.openxmlformats.org/drawingml/2006/main">
            <a:off x="10458450" y="8629650"/>
            <a:ext cx="85725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86277"/>
                </a:solidFill>
                <a:latin typeface="Arial"/>
                <a:ea typeface="Arial"/>
                <a:cs typeface="Arial"/>
              </a:defRPr>
            </a:pPr>
            <a:r>
              <a:rPr sz="2175" b="0">
                <a:solidFill>
                  <a:srgbClr val="586277"/>
                </a:solidFill>
                <a:latin typeface="Arial"/>
                <a:ea typeface="Arial"/>
                <a:cs typeface="Arial"/>
              </a:rPr>
              <a:t>مضبوطة</a:t>
            </a:r>
          </a:p>
        </p:txBody>
      </p:sp>
      <p:sp>
        <p:nvSpPr>
          <p:cNvPr id="46" name="">
            <a:extLst xmlns:a="http://schemas.openxmlformats.org/drawingml/2006/main">
              <a:ext uri="{FF2B5EF4-FFF2-40B4-BE49-F238E27FC236}">
                <a16:creationId xmlns:a16="http://schemas.microsoft.com/office/drawing/2014/main" id="{22C8687B-0782-4C8B-9767-5AD6732F743D}"/>
              </a:ext>
            </a:extLst>
          </p:cNvPr>
          <p:cNvSpPr>
            <a:spLocks xmlns:a="http://schemas.openxmlformats.org/drawingml/2006/main" noGrp="1"/>
          </p:cNvSpPr>
          <p:nvPr/>
        </p:nvSpPr>
        <p:spPr>
          <a:xfrm xmlns:a="http://schemas.openxmlformats.org/drawingml/2006/main">
            <a:off x="9601200" y="8629650"/>
            <a:ext cx="771525"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86277"/>
                </a:solidFill>
                <a:latin typeface="Arial"/>
                <a:ea typeface="Arial"/>
                <a:cs typeface="Arial"/>
              </a:defRPr>
            </a:pPr>
            <a:r>
              <a:rPr sz="2175" b="0">
                <a:solidFill>
                  <a:srgbClr val="586277"/>
                </a:solidFill>
                <a:latin typeface="Arial"/>
                <a:ea typeface="Arial"/>
                <a:cs typeface="Arial"/>
              </a:rPr>
              <a:t>لإصلاح</a:t>
            </a:r>
          </a:p>
        </p:txBody>
      </p:sp>
      <p:sp>
        <p:nvSpPr>
          <p:cNvPr id="47" name="">
            <a:extLst xmlns:a="http://schemas.openxmlformats.org/drawingml/2006/main">
              <a:ext uri="{FF2B5EF4-FFF2-40B4-BE49-F238E27FC236}">
                <a16:creationId xmlns:a16="http://schemas.microsoft.com/office/drawing/2014/main" id="{F07FBB3D-5377-426B-BCD8-F8BD9170A6BD}"/>
              </a:ext>
            </a:extLst>
          </p:cNvPr>
          <p:cNvSpPr>
            <a:spLocks xmlns:a="http://schemas.openxmlformats.org/drawingml/2006/main" noGrp="1"/>
          </p:cNvSpPr>
          <p:nvPr/>
        </p:nvSpPr>
        <p:spPr>
          <a:xfrm xmlns:a="http://schemas.openxmlformats.org/drawingml/2006/main">
            <a:off x="8972550" y="8629650"/>
            <a:ext cx="542925"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86277"/>
                </a:solidFill>
                <a:latin typeface="Arial"/>
                <a:ea typeface="Arial"/>
                <a:cs typeface="Arial"/>
              </a:defRPr>
            </a:pPr>
            <a:r>
              <a:rPr sz="2175" b="0">
                <a:solidFill>
                  <a:srgbClr val="586277"/>
                </a:solidFill>
                <a:latin typeface="Arial"/>
                <a:ea typeface="Arial"/>
                <a:cs typeface="Arial"/>
              </a:rPr>
              <a:t>منفرد</a:t>
            </a:r>
          </a:p>
        </p:txBody>
      </p:sp>
    </p:spTree>
    <p:extLst>
      <p:ext uri="{BB962C8B-B14F-4D97-AF65-F5344CB8AC3E}">
        <p14:creationId xmlns:p14="http://schemas.microsoft.com/office/powerpoint/2010/main" val="700766175"/>
      </p:ext>
    </p:extLst>
  </p:cSld>
</p:sld>
</file>

<file path=ppt/slides/slide9.xml><?xml version="1.0" encoding="utf-8"?>
<p:sld xmlns:p="http://schemas.openxmlformats.org/presentationml/2006/main">
  <p:cSld>
    <p:bg>
      <p:bgPr>
        <a:solidFill xmlns:a="http://schemas.openxmlformats.org/drawingml/2006/main">
          <a:srgbClr val="F2F4FF"/>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78C9BED1-18C1-4C84-82A6-A7D7DBEA7FF8}"/>
              </a:ext>
            </a:extLst>
          </p:cNvPr>
          <p:cNvSpPr>
            <a:spLocks xmlns:a="http://schemas.openxmlformats.org/drawingml/2006/main" noGrp="1"/>
          </p:cNvSpPr>
          <p:nvPr/>
        </p:nvSpPr>
        <p:spPr>
          <a:xfrm xmlns:a="http://schemas.openxmlformats.org/drawingml/2006/main">
            <a:off x="857250" y="9486900"/>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586277"/>
                </a:solidFill>
                <a:latin typeface="Arial"/>
                <a:ea typeface="Arial"/>
                <a:cs typeface="Arial"/>
              </a:defRPr>
            </a:pPr>
            <a:r>
              <a:rPr sz="1725" b="0">
                <a:solidFill>
                  <a:srgbClr val="586277"/>
                </a:solidFill>
                <a:latin typeface="Arial"/>
                <a:ea typeface="Arial"/>
                <a:cs typeface="Arial"/>
              </a:rPr>
              <a:t>IsnadLens / 09</a:t>
            </a:r>
          </a:p>
        </p:txBody>
      </p:sp>
      <p:sp>
        <p:nvSpPr>
          <p:cNvPr id="2" name="">
            <a:extLst xmlns:a="http://schemas.openxmlformats.org/drawingml/2006/main">
              <a:ext uri="{FF2B5EF4-FFF2-40B4-BE49-F238E27FC236}">
                <a16:creationId xmlns:a16="http://schemas.microsoft.com/office/drawing/2014/main" id="{2EB664B9-2468-44E2-B385-492C0665CE66}"/>
              </a:ext>
            </a:extLst>
          </p:cNvPr>
          <p:cNvSpPr>
            <a:spLocks xmlns:a="http://schemas.openxmlformats.org/drawingml/2006/main" noGrp="1"/>
          </p:cNvSpPr>
          <p:nvPr/>
        </p:nvSpPr>
        <p:spPr>
          <a:xfrm xmlns:a="http://schemas.openxmlformats.org/drawingml/2006/main">
            <a:off x="16983075" y="9486900"/>
            <a:ext cx="447675"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586277"/>
                </a:solidFill>
                <a:latin typeface="Arial"/>
                <a:ea typeface="Arial"/>
                <a:cs typeface="Arial"/>
              </a:defRPr>
            </a:pPr>
            <a:r>
              <a:rPr sz="1725" b="0">
                <a:solidFill>
                  <a:srgbClr val="586277"/>
                </a:solidFill>
                <a:latin typeface="Arial"/>
                <a:ea typeface="Arial"/>
                <a:cs typeface="Arial"/>
              </a:rPr>
              <a:t>تحدي</a:t>
            </a:r>
          </a:p>
        </p:txBody>
      </p:sp>
      <p:sp>
        <p:nvSpPr>
          <p:cNvPr id="3" name="">
            <a:extLst xmlns:a="http://schemas.openxmlformats.org/drawingml/2006/main">
              <a:ext uri="{FF2B5EF4-FFF2-40B4-BE49-F238E27FC236}">
                <a16:creationId xmlns:a16="http://schemas.microsoft.com/office/drawing/2014/main" id="{BF690A4A-BE3A-4EC1-92A9-B18A4CFCEF88}"/>
              </a:ext>
            </a:extLst>
          </p:cNvPr>
          <p:cNvSpPr>
            <a:spLocks xmlns:a="http://schemas.openxmlformats.org/drawingml/2006/main" noGrp="1"/>
          </p:cNvSpPr>
          <p:nvPr/>
        </p:nvSpPr>
        <p:spPr>
          <a:xfrm xmlns:a="http://schemas.openxmlformats.org/drawingml/2006/main">
            <a:off x="16440150" y="9486900"/>
            <a:ext cx="45720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586277"/>
                </a:solidFill>
                <a:latin typeface="Arial"/>
                <a:ea typeface="Arial"/>
                <a:cs typeface="Arial"/>
              </a:defRPr>
            </a:pPr>
            <a:r>
              <a:rPr sz="1725" b="0">
                <a:solidFill>
                  <a:srgbClr val="586277"/>
                </a:solidFill>
                <a:latin typeface="Arial"/>
                <a:ea typeface="Arial"/>
                <a:cs typeface="Arial"/>
              </a:rPr>
              <a:t>الذكاء</a:t>
            </a:r>
          </a:p>
        </p:txBody>
      </p:sp>
      <p:sp>
        <p:nvSpPr>
          <p:cNvPr id="4" name="">
            <a:extLst xmlns:a="http://schemas.openxmlformats.org/drawingml/2006/main">
              <a:ext uri="{FF2B5EF4-FFF2-40B4-BE49-F238E27FC236}">
                <a16:creationId xmlns:a16="http://schemas.microsoft.com/office/drawing/2014/main" id="{CB93C9DB-B156-4F4E-BE60-90CAC8E94A87}"/>
              </a:ext>
            </a:extLst>
          </p:cNvPr>
          <p:cNvSpPr>
            <a:spLocks xmlns:a="http://schemas.openxmlformats.org/drawingml/2006/main" noGrp="1"/>
          </p:cNvSpPr>
          <p:nvPr/>
        </p:nvSpPr>
        <p:spPr>
          <a:xfrm xmlns:a="http://schemas.openxmlformats.org/drawingml/2006/main">
            <a:off x="15468600" y="9486900"/>
            <a:ext cx="885825"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586277"/>
                </a:solidFill>
                <a:latin typeface="Arial"/>
                <a:ea typeface="Arial"/>
                <a:cs typeface="Arial"/>
              </a:defRPr>
            </a:pPr>
            <a:r>
              <a:rPr sz="1725" b="0">
                <a:solidFill>
                  <a:srgbClr val="586277"/>
                </a:solidFill>
                <a:latin typeface="Arial"/>
                <a:ea typeface="Arial"/>
                <a:cs typeface="Arial"/>
              </a:rPr>
              <a:t>الاصطناعي</a:t>
            </a:r>
          </a:p>
        </p:txBody>
      </p:sp>
      <p:sp>
        <p:nvSpPr>
          <p:cNvPr id="5" name="">
            <a:extLst xmlns:a="http://schemas.openxmlformats.org/drawingml/2006/main">
              <a:ext uri="{FF2B5EF4-FFF2-40B4-BE49-F238E27FC236}">
                <a16:creationId xmlns:a16="http://schemas.microsoft.com/office/drawing/2014/main" id="{BC856030-8AD4-48CA-9203-67D0CE2799D7}"/>
              </a:ext>
            </a:extLst>
          </p:cNvPr>
          <p:cNvSpPr>
            <a:spLocks xmlns:a="http://schemas.openxmlformats.org/drawingml/2006/main" noGrp="1"/>
          </p:cNvSpPr>
          <p:nvPr/>
        </p:nvSpPr>
        <p:spPr>
          <a:xfrm xmlns:a="http://schemas.openxmlformats.org/drawingml/2006/main">
            <a:off x="15135225" y="9486900"/>
            <a:ext cx="24765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586277"/>
                </a:solidFill>
                <a:latin typeface="Arial"/>
                <a:ea typeface="Arial"/>
                <a:cs typeface="Arial"/>
              </a:defRPr>
            </a:pPr>
            <a:r>
              <a:rPr sz="1725" b="0">
                <a:solidFill>
                  <a:srgbClr val="586277"/>
                </a:solidFill>
                <a:latin typeface="Arial"/>
                <a:ea typeface="Arial"/>
                <a:cs typeface="Arial"/>
              </a:rPr>
              <a:t>في</a:t>
            </a:r>
          </a:p>
        </p:txBody>
      </p:sp>
      <p:sp>
        <p:nvSpPr>
          <p:cNvPr id="6" name="">
            <a:extLst xmlns:a="http://schemas.openxmlformats.org/drawingml/2006/main">
              <a:ext uri="{FF2B5EF4-FFF2-40B4-BE49-F238E27FC236}">
                <a16:creationId xmlns:a16="http://schemas.microsoft.com/office/drawing/2014/main" id="{5AD67C83-A8B3-42D7-B275-028CD9312233}"/>
              </a:ext>
            </a:extLst>
          </p:cNvPr>
          <p:cNvSpPr>
            <a:spLocks xmlns:a="http://schemas.openxmlformats.org/drawingml/2006/main" noGrp="1"/>
          </p:cNvSpPr>
          <p:nvPr/>
        </p:nvSpPr>
        <p:spPr>
          <a:xfrm xmlns:a="http://schemas.openxmlformats.org/drawingml/2006/main">
            <a:off x="14630400" y="9486900"/>
            <a:ext cx="41910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586277"/>
                </a:solidFill>
                <a:latin typeface="Arial"/>
                <a:ea typeface="Arial"/>
                <a:cs typeface="Arial"/>
              </a:defRPr>
            </a:pPr>
            <a:r>
              <a:rPr sz="1725" b="0">
                <a:solidFill>
                  <a:srgbClr val="586277"/>
                </a:solidFill>
                <a:latin typeface="Arial"/>
                <a:ea typeface="Arial"/>
                <a:cs typeface="Arial"/>
              </a:rPr>
              <a:t>خدمة</a:t>
            </a:r>
          </a:p>
        </p:txBody>
      </p:sp>
      <p:sp>
        <p:nvSpPr>
          <p:cNvPr id="7" name="">
            <a:extLst xmlns:a="http://schemas.openxmlformats.org/drawingml/2006/main">
              <a:ext uri="{FF2B5EF4-FFF2-40B4-BE49-F238E27FC236}">
                <a16:creationId xmlns:a16="http://schemas.microsoft.com/office/drawing/2014/main" id="{65CDB4CE-E138-4CD9-87A4-ECABD90B22C5}"/>
              </a:ext>
            </a:extLst>
          </p:cNvPr>
          <p:cNvSpPr>
            <a:spLocks xmlns:a="http://schemas.openxmlformats.org/drawingml/2006/main" noGrp="1"/>
          </p:cNvSpPr>
          <p:nvPr/>
        </p:nvSpPr>
        <p:spPr>
          <a:xfrm xmlns:a="http://schemas.openxmlformats.org/drawingml/2006/main">
            <a:off x="13839825" y="9486900"/>
            <a:ext cx="70485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586277"/>
                </a:solidFill>
                <a:latin typeface="Arial"/>
                <a:ea typeface="Arial"/>
                <a:cs typeface="Arial"/>
              </a:defRPr>
            </a:pPr>
            <a:r>
              <a:rPr sz="1725" b="0">
                <a:solidFill>
                  <a:srgbClr val="586277"/>
                </a:solidFill>
                <a:latin typeface="Arial"/>
                <a:ea typeface="Arial"/>
                <a:cs typeface="Arial"/>
              </a:rPr>
              <a:t>الدراسات</a:t>
            </a:r>
          </a:p>
        </p:txBody>
      </p:sp>
      <p:sp>
        <p:nvSpPr>
          <p:cNvPr id="8" name="">
            <a:extLst xmlns:a="http://schemas.openxmlformats.org/drawingml/2006/main">
              <a:ext uri="{FF2B5EF4-FFF2-40B4-BE49-F238E27FC236}">
                <a16:creationId xmlns:a16="http://schemas.microsoft.com/office/drawing/2014/main" id="{2A5AEE62-E5F8-4620-BE6D-806B30C03D45}"/>
              </a:ext>
            </a:extLst>
          </p:cNvPr>
          <p:cNvSpPr>
            <a:spLocks xmlns:a="http://schemas.openxmlformats.org/drawingml/2006/main" noGrp="1"/>
          </p:cNvSpPr>
          <p:nvPr/>
        </p:nvSpPr>
        <p:spPr>
          <a:xfrm xmlns:a="http://schemas.openxmlformats.org/drawingml/2006/main">
            <a:off x="13058775" y="9486900"/>
            <a:ext cx="695325"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586277"/>
                </a:solidFill>
                <a:latin typeface="Arial"/>
                <a:ea typeface="Arial"/>
                <a:cs typeface="Arial"/>
              </a:defRPr>
            </a:pPr>
            <a:r>
              <a:rPr sz="1725" b="0">
                <a:solidFill>
                  <a:srgbClr val="586277"/>
                </a:solidFill>
                <a:latin typeface="Arial"/>
                <a:ea typeface="Arial"/>
                <a:cs typeface="Arial"/>
              </a:rPr>
              <a:t>الإسلامية</a:t>
            </a:r>
          </a:p>
        </p:txBody>
      </p:sp>
      <p:sp>
        <p:nvSpPr>
          <p:cNvPr id="9" name="">
            <a:extLst xmlns:a="http://schemas.openxmlformats.org/drawingml/2006/main">
              <a:ext uri="{FF2B5EF4-FFF2-40B4-BE49-F238E27FC236}">
                <a16:creationId xmlns:a16="http://schemas.microsoft.com/office/drawing/2014/main" id="{09066C50-1154-4D40-A367-622444C7CE76}"/>
              </a:ext>
            </a:extLst>
          </p:cNvPr>
          <p:cNvSpPr>
            <a:spLocks xmlns:a="http://schemas.openxmlformats.org/drawingml/2006/main" noGrp="1"/>
          </p:cNvSpPr>
          <p:nvPr/>
        </p:nvSpPr>
        <p:spPr>
          <a:xfrm xmlns:a="http://schemas.openxmlformats.org/drawingml/2006/main">
            <a:off x="16840200" y="809625"/>
            <a:ext cx="495300"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0" b="1">
                <a:solidFill>
                  <a:srgbClr val="12183F"/>
                </a:solidFill>
                <a:latin typeface="Arial"/>
                <a:ea typeface="Arial"/>
                <a:cs typeface="Arial"/>
              </a:defRPr>
            </a:pPr>
            <a:r>
              <a:rPr sz="5250" b="1">
                <a:solidFill>
                  <a:srgbClr val="12183F"/>
                </a:solidFill>
                <a:latin typeface="Arial"/>
                <a:ea typeface="Arial"/>
                <a:cs typeface="Arial"/>
              </a:rPr>
              <a:t>ما</a:t>
            </a:r>
          </a:p>
        </p:txBody>
      </p:sp>
      <p:sp>
        <p:nvSpPr>
          <p:cNvPr id="10" name="">
            <a:extLst xmlns:a="http://schemas.openxmlformats.org/drawingml/2006/main">
              <a:ext uri="{FF2B5EF4-FFF2-40B4-BE49-F238E27FC236}">
                <a16:creationId xmlns:a16="http://schemas.microsoft.com/office/drawing/2014/main" id="{9FB283B2-384E-4133-8C53-D4083E785C01}"/>
              </a:ext>
            </a:extLst>
          </p:cNvPr>
          <p:cNvSpPr>
            <a:spLocks xmlns:a="http://schemas.openxmlformats.org/drawingml/2006/main" noGrp="1"/>
          </p:cNvSpPr>
          <p:nvPr/>
        </p:nvSpPr>
        <p:spPr>
          <a:xfrm xmlns:a="http://schemas.openxmlformats.org/drawingml/2006/main">
            <a:off x="15635764" y="809625"/>
            <a:ext cx="1019175"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0" b="1">
                <a:solidFill>
                  <a:srgbClr val="12183F"/>
                </a:solidFill>
                <a:latin typeface="Arial"/>
                <a:ea typeface="Arial"/>
                <a:cs typeface="Arial"/>
              </a:defRPr>
            </a:pPr>
            <a:r>
              <a:rPr sz="5250" b="1">
                <a:solidFill>
                  <a:srgbClr val="12183F"/>
                </a:solidFill>
                <a:latin typeface="Arial"/>
                <a:ea typeface="Arial"/>
                <a:cs typeface="Arial"/>
              </a:rPr>
              <a:t>الذي</a:t>
            </a:r>
          </a:p>
        </p:txBody>
      </p:sp>
      <p:sp>
        <p:nvSpPr>
          <p:cNvPr id="11" name="">
            <a:extLst xmlns:a="http://schemas.openxmlformats.org/drawingml/2006/main">
              <a:ext uri="{FF2B5EF4-FFF2-40B4-BE49-F238E27FC236}">
                <a16:creationId xmlns:a16="http://schemas.microsoft.com/office/drawing/2014/main" id="{10DC56B2-9F59-4268-8E6D-0391745DA28B}"/>
              </a:ext>
            </a:extLst>
          </p:cNvPr>
          <p:cNvSpPr>
            <a:spLocks xmlns:a="http://schemas.openxmlformats.org/drawingml/2006/main" noGrp="1"/>
          </p:cNvSpPr>
          <p:nvPr/>
        </p:nvSpPr>
        <p:spPr>
          <a:xfrm xmlns:a="http://schemas.openxmlformats.org/drawingml/2006/main">
            <a:off x="14602777" y="809625"/>
            <a:ext cx="847725"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0" b="1">
                <a:solidFill>
                  <a:srgbClr val="12183F"/>
                </a:solidFill>
                <a:latin typeface="Arial"/>
                <a:ea typeface="Arial"/>
                <a:cs typeface="Arial"/>
              </a:defRPr>
            </a:pPr>
            <a:r>
              <a:rPr sz="5250" b="1">
                <a:solidFill>
                  <a:srgbClr val="12183F"/>
                </a:solidFill>
                <a:latin typeface="Arial"/>
                <a:ea typeface="Arial"/>
                <a:cs typeface="Arial"/>
              </a:rPr>
              <a:t>بقي</a:t>
            </a:r>
          </a:p>
        </p:txBody>
      </p:sp>
      <p:sp>
        <p:nvSpPr>
          <p:cNvPr id="12" name="">
            <a:extLst xmlns:a="http://schemas.openxmlformats.org/drawingml/2006/main">
              <a:ext uri="{FF2B5EF4-FFF2-40B4-BE49-F238E27FC236}">
                <a16:creationId xmlns:a16="http://schemas.microsoft.com/office/drawing/2014/main" id="{D99E2D6B-D831-4A22-B70D-B752B59AE769}"/>
              </a:ext>
            </a:extLst>
          </p:cNvPr>
          <p:cNvSpPr>
            <a:spLocks xmlns:a="http://schemas.openxmlformats.org/drawingml/2006/main" noGrp="1"/>
          </p:cNvSpPr>
          <p:nvPr/>
        </p:nvSpPr>
        <p:spPr>
          <a:xfrm xmlns:a="http://schemas.openxmlformats.org/drawingml/2006/main">
            <a:off x="13465016" y="809625"/>
            <a:ext cx="952500"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0" b="1">
                <a:solidFill>
                  <a:srgbClr val="12183F"/>
                </a:solidFill>
                <a:latin typeface="Arial"/>
                <a:ea typeface="Arial"/>
                <a:cs typeface="Arial"/>
              </a:defRPr>
            </a:pPr>
            <a:r>
              <a:rPr sz="5250" b="1">
                <a:solidFill>
                  <a:srgbClr val="12183F"/>
                </a:solidFill>
                <a:latin typeface="Arial"/>
                <a:ea typeface="Arial"/>
                <a:cs typeface="Arial"/>
              </a:rPr>
              <a:t>دون</a:t>
            </a:r>
          </a:p>
        </p:txBody>
      </p:sp>
      <p:sp>
        <p:nvSpPr>
          <p:cNvPr id="13" name="">
            <a:extLst xmlns:a="http://schemas.openxmlformats.org/drawingml/2006/main">
              <a:ext uri="{FF2B5EF4-FFF2-40B4-BE49-F238E27FC236}">
                <a16:creationId xmlns:a16="http://schemas.microsoft.com/office/drawing/2014/main" id="{479B3639-C177-4D89-AA98-7029D87E88DB}"/>
              </a:ext>
            </a:extLst>
          </p:cNvPr>
          <p:cNvSpPr>
            <a:spLocks xmlns:a="http://schemas.openxmlformats.org/drawingml/2006/main" noGrp="1"/>
          </p:cNvSpPr>
          <p:nvPr/>
        </p:nvSpPr>
        <p:spPr>
          <a:xfrm xmlns:a="http://schemas.openxmlformats.org/drawingml/2006/main">
            <a:off x="11917680" y="809625"/>
            <a:ext cx="1362075"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0" b="1">
                <a:solidFill>
                  <a:srgbClr val="12183F"/>
                </a:solidFill>
                <a:latin typeface="Arial"/>
                <a:ea typeface="Arial"/>
                <a:cs typeface="Arial"/>
              </a:defRPr>
            </a:pPr>
            <a:r>
              <a:rPr sz="5250" b="1">
                <a:solidFill>
                  <a:srgbClr val="12183F"/>
                </a:solidFill>
                <a:latin typeface="Arial"/>
                <a:ea typeface="Arial"/>
                <a:cs typeface="Arial"/>
              </a:rPr>
              <a:t>التوقع</a:t>
            </a:r>
          </a:p>
        </p:txBody>
      </p:sp>
      <p:sp>
        <p:nvSpPr>
          <p:cNvPr id="14" name="">
            <a:extLst xmlns:a="http://schemas.openxmlformats.org/drawingml/2006/main">
              <a:ext uri="{FF2B5EF4-FFF2-40B4-BE49-F238E27FC236}">
                <a16:creationId xmlns:a16="http://schemas.microsoft.com/office/drawing/2014/main" id="{E0192CFF-C8CC-4E99-95C3-9257B1687B4A}"/>
              </a:ext>
            </a:extLst>
          </p:cNvPr>
          <p:cNvSpPr>
            <a:spLocks xmlns:a="http://schemas.openxmlformats.org/drawingml/2006/main" noGrp="1"/>
          </p:cNvSpPr>
          <p:nvPr/>
        </p:nvSpPr>
        <p:spPr>
          <a:xfrm xmlns:a="http://schemas.openxmlformats.org/drawingml/2006/main">
            <a:off x="16078200" y="2619375"/>
            <a:ext cx="1162050" cy="9301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4725" b="1">
                <a:solidFill>
                  <a:srgbClr val="075642"/>
                </a:solidFill>
                <a:latin typeface="Arial"/>
                <a:ea typeface="Arial"/>
                <a:cs typeface="Arial"/>
              </a:defRPr>
            </a:pPr>
            <a:r>
              <a:rPr sz="4725" b="1">
                <a:solidFill>
                  <a:srgbClr val="075642"/>
                </a:solidFill>
                <a:latin typeface="Arial"/>
                <a:ea typeface="Arial"/>
                <a:cs typeface="Arial"/>
              </a:rPr>
              <a:t>جواب</a:t>
            </a:r>
          </a:p>
        </p:txBody>
      </p:sp>
      <p:sp>
        <p:nvSpPr>
          <p:cNvPr id="15" name="">
            <a:extLst xmlns:a="http://schemas.openxmlformats.org/drawingml/2006/main">
              <a:ext uri="{FF2B5EF4-FFF2-40B4-BE49-F238E27FC236}">
                <a16:creationId xmlns:a16="http://schemas.microsoft.com/office/drawing/2014/main" id="{B1252087-B942-471D-861A-79E1F13A38F2}"/>
              </a:ext>
            </a:extLst>
          </p:cNvPr>
          <p:cNvSpPr>
            <a:spLocks xmlns:a="http://schemas.openxmlformats.org/drawingml/2006/main" noGrp="1"/>
          </p:cNvSpPr>
          <p:nvPr/>
        </p:nvSpPr>
        <p:spPr>
          <a:xfrm xmlns:a="http://schemas.openxmlformats.org/drawingml/2006/main">
            <a:off x="15035213" y="2619375"/>
            <a:ext cx="876300" cy="9301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4725" b="1">
                <a:solidFill>
                  <a:srgbClr val="075642"/>
                </a:solidFill>
                <a:latin typeface="Arial"/>
                <a:ea typeface="Arial"/>
                <a:cs typeface="Arial"/>
              </a:defRPr>
            </a:pPr>
            <a:r>
              <a:rPr sz="4725" b="1">
                <a:solidFill>
                  <a:srgbClr val="075642"/>
                </a:solidFill>
                <a:latin typeface="Arial"/>
                <a:ea typeface="Arial"/>
                <a:cs typeface="Arial"/>
              </a:rPr>
              <a:t>مقيد</a:t>
            </a:r>
          </a:p>
        </p:txBody>
      </p:sp>
      <p:sp>
        <p:nvSpPr>
          <p:cNvPr id="16" name="">
            <a:extLst xmlns:a="http://schemas.openxmlformats.org/drawingml/2006/main">
              <a:ext uri="{FF2B5EF4-FFF2-40B4-BE49-F238E27FC236}">
                <a16:creationId xmlns:a16="http://schemas.microsoft.com/office/drawing/2014/main" id="{330250D2-EEB0-4C5F-B66B-04A04D670325}"/>
              </a:ext>
            </a:extLst>
          </p:cNvPr>
          <p:cNvSpPr>
            <a:spLocks xmlns:a="http://schemas.openxmlformats.org/drawingml/2006/main" noGrp="1"/>
          </p:cNvSpPr>
          <p:nvPr/>
        </p:nvSpPr>
        <p:spPr>
          <a:xfrm xmlns:a="http://schemas.openxmlformats.org/drawingml/2006/main">
            <a:off x="14154150" y="2619375"/>
            <a:ext cx="714375" cy="9301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4725" b="1">
                <a:solidFill>
                  <a:srgbClr val="075642"/>
                </a:solidFill>
                <a:latin typeface="Arial"/>
                <a:ea typeface="Arial"/>
                <a:cs typeface="Arial"/>
              </a:defRPr>
            </a:pPr>
            <a:r>
              <a:rPr sz="4725" b="1">
                <a:solidFill>
                  <a:srgbClr val="075642"/>
                </a:solidFill>
                <a:latin typeface="Arial"/>
                <a:ea typeface="Arial"/>
                <a:cs typeface="Arial"/>
              </a:rPr>
              <a:t>عن</a:t>
            </a:r>
          </a:p>
        </p:txBody>
      </p:sp>
      <p:sp>
        <p:nvSpPr>
          <p:cNvPr id="17" name="">
            <a:extLst xmlns:a="http://schemas.openxmlformats.org/drawingml/2006/main">
              <a:ext uri="{FF2B5EF4-FFF2-40B4-BE49-F238E27FC236}">
                <a16:creationId xmlns:a16="http://schemas.microsoft.com/office/drawing/2014/main" id="{10344A2B-C8B5-4319-8BC7-C84CF862D5D6}"/>
              </a:ext>
            </a:extLst>
          </p:cNvPr>
          <p:cNvSpPr>
            <a:spLocks xmlns:a="http://schemas.openxmlformats.org/drawingml/2006/main" noGrp="1"/>
          </p:cNvSpPr>
          <p:nvPr/>
        </p:nvSpPr>
        <p:spPr>
          <a:xfrm xmlns:a="http://schemas.openxmlformats.org/drawingml/2006/main">
            <a:off x="12796838" y="2619375"/>
            <a:ext cx="1190625" cy="9301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4725" b="1">
                <a:solidFill>
                  <a:srgbClr val="075642"/>
                </a:solidFill>
                <a:latin typeface="Arial"/>
                <a:ea typeface="Arial"/>
                <a:cs typeface="Arial"/>
              </a:defRPr>
            </a:pPr>
            <a:r>
              <a:rPr sz="4725" b="1">
                <a:solidFill>
                  <a:srgbClr val="075642"/>
                </a:solidFill>
                <a:latin typeface="Arial"/>
                <a:ea typeface="Arial"/>
                <a:cs typeface="Arial"/>
              </a:rPr>
              <a:t>افتتاح</a:t>
            </a:r>
          </a:p>
        </p:txBody>
      </p:sp>
      <p:sp>
        <p:nvSpPr>
          <p:cNvPr id="18" name="">
            <a:extLst xmlns:a="http://schemas.openxmlformats.org/drawingml/2006/main">
              <a:ext uri="{FF2B5EF4-FFF2-40B4-BE49-F238E27FC236}">
                <a16:creationId xmlns:a16="http://schemas.microsoft.com/office/drawing/2014/main" id="{42D15484-5063-45D3-AFE1-BE2F6E32C3BE}"/>
              </a:ext>
            </a:extLst>
          </p:cNvPr>
          <p:cNvSpPr>
            <a:spLocks xmlns:a="http://schemas.openxmlformats.org/drawingml/2006/main" noGrp="1"/>
          </p:cNvSpPr>
          <p:nvPr/>
        </p:nvSpPr>
        <p:spPr>
          <a:xfrm xmlns:a="http://schemas.openxmlformats.org/drawingml/2006/main">
            <a:off x="11410950" y="2619375"/>
            <a:ext cx="1219200" cy="9301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4725" b="1">
                <a:solidFill>
                  <a:srgbClr val="075642"/>
                </a:solidFill>
                <a:latin typeface="Arial"/>
                <a:ea typeface="Arial"/>
                <a:cs typeface="Arial"/>
              </a:defRPr>
            </a:pPr>
            <a:r>
              <a:rPr sz="4725" b="1">
                <a:solidFill>
                  <a:srgbClr val="075642"/>
                </a:solidFill>
                <a:latin typeface="Arial"/>
                <a:ea typeface="Arial"/>
                <a:cs typeface="Arial"/>
              </a:rPr>
              <a:t>رسالة</a:t>
            </a:r>
          </a:p>
        </p:txBody>
      </p:sp>
      <p:sp>
        <p:nvSpPr>
          <p:cNvPr id="19" name="">
            <a:extLst xmlns:a="http://schemas.openxmlformats.org/drawingml/2006/main">
              <a:ext uri="{FF2B5EF4-FFF2-40B4-BE49-F238E27FC236}">
                <a16:creationId xmlns:a16="http://schemas.microsoft.com/office/drawing/2014/main" id="{5E0F1C3F-C23D-4D9C-876C-F9EB0E95CC01}"/>
              </a:ext>
            </a:extLst>
          </p:cNvPr>
          <p:cNvSpPr>
            <a:spLocks xmlns:a="http://schemas.openxmlformats.org/drawingml/2006/main" noGrp="1"/>
          </p:cNvSpPr>
          <p:nvPr/>
        </p:nvSpPr>
        <p:spPr>
          <a:xfrm xmlns:a="http://schemas.openxmlformats.org/drawingml/2006/main">
            <a:off x="9796463" y="2619375"/>
            <a:ext cx="1447800" cy="9301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4725" b="1">
                <a:solidFill>
                  <a:srgbClr val="075642"/>
                </a:solidFill>
                <a:latin typeface="Arial"/>
                <a:ea typeface="Arial"/>
                <a:cs typeface="Arial"/>
              </a:defRPr>
            </a:pPr>
            <a:r>
              <a:rPr sz="4725" b="1">
                <a:solidFill>
                  <a:srgbClr val="075642"/>
                </a:solidFill>
                <a:latin typeface="Arial"/>
                <a:ea typeface="Arial"/>
                <a:cs typeface="Arial"/>
              </a:rPr>
              <a:t>سليمان</a:t>
            </a:r>
          </a:p>
        </p:txBody>
      </p:sp>
      <p:sp>
        <p:nvSpPr>
          <p:cNvPr id="20" name="">
            <a:extLst xmlns:a="http://schemas.openxmlformats.org/drawingml/2006/main">
              <a:ext uri="{FF2B5EF4-FFF2-40B4-BE49-F238E27FC236}">
                <a16:creationId xmlns:a16="http://schemas.microsoft.com/office/drawing/2014/main" id="{97A7DED3-DBBB-4A30-A6C8-961807519CD3}"/>
              </a:ext>
            </a:extLst>
          </p:cNvPr>
          <p:cNvSpPr>
            <a:spLocks xmlns:a="http://schemas.openxmlformats.org/drawingml/2006/main" noGrp="1"/>
          </p:cNvSpPr>
          <p:nvPr/>
        </p:nvSpPr>
        <p:spPr>
          <a:xfrm xmlns:a="http://schemas.openxmlformats.org/drawingml/2006/main">
            <a:off x="8686800" y="2619375"/>
            <a:ext cx="942975" cy="9301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4725" b="1">
                <a:solidFill>
                  <a:srgbClr val="075642"/>
                </a:solidFill>
                <a:latin typeface="Arial"/>
                <a:ea typeface="Arial"/>
                <a:cs typeface="Arial"/>
              </a:defRPr>
            </a:pPr>
            <a:r>
              <a:rPr sz="4725" b="1">
                <a:solidFill>
                  <a:srgbClr val="075642"/>
                </a:solidFill>
                <a:latin typeface="Arial"/>
                <a:ea typeface="Arial"/>
                <a:cs typeface="Arial"/>
              </a:rPr>
              <a:t>عليه</a:t>
            </a:r>
          </a:p>
        </p:txBody>
      </p:sp>
      <p:sp>
        <p:nvSpPr>
          <p:cNvPr id="21" name="">
            <a:extLst xmlns:a="http://schemas.openxmlformats.org/drawingml/2006/main">
              <a:ext uri="{FF2B5EF4-FFF2-40B4-BE49-F238E27FC236}">
                <a16:creationId xmlns:a16="http://schemas.microsoft.com/office/drawing/2014/main" id="{6CC1F1F2-37A2-4525-9CE4-B4AEC64882BA}"/>
              </a:ext>
            </a:extLst>
          </p:cNvPr>
          <p:cNvSpPr>
            <a:spLocks xmlns:a="http://schemas.openxmlformats.org/drawingml/2006/main" noGrp="1"/>
          </p:cNvSpPr>
          <p:nvPr/>
        </p:nvSpPr>
        <p:spPr>
          <a:xfrm xmlns:a="http://schemas.openxmlformats.org/drawingml/2006/main">
            <a:off x="7281863" y="2619375"/>
            <a:ext cx="1238250" cy="9301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4725" b="1">
                <a:solidFill>
                  <a:srgbClr val="075642"/>
                </a:solidFill>
                <a:latin typeface="Arial"/>
                <a:ea typeface="Arial"/>
                <a:cs typeface="Arial"/>
              </a:defRPr>
            </a:pPr>
            <a:r>
              <a:rPr sz="4725" b="1">
                <a:solidFill>
                  <a:srgbClr val="075642"/>
                </a:solidFill>
                <a:latin typeface="Arial"/>
                <a:ea typeface="Arial"/>
                <a:cs typeface="Arial"/>
              </a:rPr>
              <a:t>السلام</a:t>
            </a:r>
          </a:p>
        </p:txBody>
      </p:sp>
      <p:sp>
        <p:nvSpPr>
          <p:cNvPr id="22" name="">
            <a:extLst xmlns:a="http://schemas.openxmlformats.org/drawingml/2006/main">
              <a:ext uri="{FF2B5EF4-FFF2-40B4-BE49-F238E27FC236}">
                <a16:creationId xmlns:a16="http://schemas.microsoft.com/office/drawing/2014/main" id="{333E134B-CC02-4722-A188-2697B175136F}"/>
              </a:ext>
            </a:extLst>
          </p:cNvPr>
          <p:cNvSpPr>
            <a:spLocks xmlns:a="http://schemas.openxmlformats.org/drawingml/2006/main" noGrp="1"/>
          </p:cNvSpPr>
          <p:nvPr/>
        </p:nvSpPr>
        <p:spPr>
          <a:xfrm xmlns:a="http://schemas.openxmlformats.org/drawingml/2006/main">
            <a:off x="16059150" y="4476750"/>
            <a:ext cx="1181100"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00" b="0">
                <a:solidFill>
                  <a:srgbClr val="12183F"/>
                </a:solidFill>
                <a:latin typeface="Arial"/>
                <a:ea typeface="Arial"/>
                <a:cs typeface="Arial"/>
              </a:defRPr>
            </a:pPr>
            <a:r>
              <a:rPr sz="3600" b="0">
                <a:solidFill>
                  <a:srgbClr val="12183F"/>
                </a:solidFill>
                <a:latin typeface="Arial"/>
                <a:ea typeface="Arial"/>
                <a:cs typeface="Arial"/>
              </a:rPr>
              <a:t>استرجع</a:t>
            </a:r>
          </a:p>
        </p:txBody>
      </p:sp>
      <p:sp>
        <p:nvSpPr>
          <p:cNvPr id="23" name="">
            <a:extLst xmlns:a="http://schemas.openxmlformats.org/drawingml/2006/main">
              <a:ext uri="{FF2B5EF4-FFF2-40B4-BE49-F238E27FC236}">
                <a16:creationId xmlns:a16="http://schemas.microsoft.com/office/drawing/2014/main" id="{CB23628D-17E4-43C9-A350-43F6CA0030D2}"/>
              </a:ext>
            </a:extLst>
          </p:cNvPr>
          <p:cNvSpPr>
            <a:spLocks xmlns:a="http://schemas.openxmlformats.org/drawingml/2006/main" noGrp="1"/>
          </p:cNvSpPr>
          <p:nvPr/>
        </p:nvSpPr>
        <p:spPr>
          <a:xfrm xmlns:a="http://schemas.openxmlformats.org/drawingml/2006/main">
            <a:off x="15065311" y="4476750"/>
            <a:ext cx="866775"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00" b="0">
                <a:solidFill>
                  <a:srgbClr val="12183F"/>
                </a:solidFill>
                <a:latin typeface="Arial"/>
                <a:ea typeface="Arial"/>
                <a:cs typeface="Arial"/>
              </a:defRPr>
            </a:pPr>
            <a:r>
              <a:rPr sz="3600" b="0">
                <a:solidFill>
                  <a:srgbClr val="12183F"/>
                </a:solidFill>
                <a:latin typeface="Arial"/>
                <a:ea typeface="Arial"/>
                <a:cs typeface="Arial"/>
              </a:rPr>
              <a:t>النص</a:t>
            </a:r>
          </a:p>
        </p:txBody>
      </p:sp>
      <p:sp>
        <p:nvSpPr>
          <p:cNvPr id="24" name="">
            <a:extLst xmlns:a="http://schemas.openxmlformats.org/drawingml/2006/main">
              <a:ext uri="{FF2B5EF4-FFF2-40B4-BE49-F238E27FC236}">
                <a16:creationId xmlns:a16="http://schemas.microsoft.com/office/drawing/2014/main" id="{F10B5B5D-4EFD-473C-9548-DFA8C9E1E55C}"/>
              </a:ext>
            </a:extLst>
          </p:cNvPr>
          <p:cNvSpPr>
            <a:spLocks xmlns:a="http://schemas.openxmlformats.org/drawingml/2006/main" noGrp="1"/>
          </p:cNvSpPr>
          <p:nvPr/>
        </p:nvSpPr>
        <p:spPr>
          <a:xfrm xmlns:a="http://schemas.openxmlformats.org/drawingml/2006/main">
            <a:off x="13709523" y="4476750"/>
            <a:ext cx="1228725"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00" b="0">
                <a:solidFill>
                  <a:srgbClr val="12183F"/>
                </a:solidFill>
                <a:latin typeface="Arial"/>
                <a:ea typeface="Arial"/>
                <a:cs typeface="Arial"/>
              </a:defRPr>
            </a:pPr>
            <a:r>
              <a:rPr sz="3600" b="0">
                <a:solidFill>
                  <a:srgbClr val="12183F"/>
                </a:solidFill>
                <a:latin typeface="Arial"/>
                <a:ea typeface="Arial"/>
                <a:cs typeface="Arial"/>
              </a:rPr>
              <a:t>الصحيح</a:t>
            </a:r>
          </a:p>
        </p:txBody>
      </p:sp>
      <p:sp>
        <p:nvSpPr>
          <p:cNvPr id="25" name="">
            <a:extLst xmlns:a="http://schemas.openxmlformats.org/drawingml/2006/main">
              <a:ext uri="{FF2B5EF4-FFF2-40B4-BE49-F238E27FC236}">
                <a16:creationId xmlns:a16="http://schemas.microsoft.com/office/drawing/2014/main" id="{66DFA3C8-052D-4F66-985D-6AF9AE11CD4A}"/>
              </a:ext>
            </a:extLst>
          </p:cNvPr>
          <p:cNvSpPr>
            <a:spLocks xmlns:a="http://schemas.openxmlformats.org/drawingml/2006/main" noGrp="1"/>
          </p:cNvSpPr>
          <p:nvPr/>
        </p:nvSpPr>
        <p:spPr>
          <a:xfrm xmlns:a="http://schemas.openxmlformats.org/drawingml/2006/main">
            <a:off x="12963334" y="4476750"/>
            <a:ext cx="619125"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00" b="0">
                <a:solidFill>
                  <a:srgbClr val="12183F"/>
                </a:solidFill>
                <a:latin typeface="Arial"/>
                <a:ea typeface="Arial"/>
                <a:cs typeface="Arial"/>
              </a:defRPr>
            </a:pPr>
            <a:r>
              <a:rPr sz="3600" b="0">
                <a:solidFill>
                  <a:srgbClr val="12183F"/>
                </a:solidFill>
                <a:latin typeface="Arial"/>
                <a:ea typeface="Arial"/>
                <a:cs typeface="Arial"/>
              </a:rPr>
              <a:t>لكنه</a:t>
            </a:r>
          </a:p>
        </p:txBody>
      </p:sp>
      <p:sp>
        <p:nvSpPr>
          <p:cNvPr id="26" name="">
            <a:extLst xmlns:a="http://schemas.openxmlformats.org/drawingml/2006/main">
              <a:ext uri="{FF2B5EF4-FFF2-40B4-BE49-F238E27FC236}">
                <a16:creationId xmlns:a16="http://schemas.microsoft.com/office/drawing/2014/main" id="{73B45626-FDAF-48F7-A6E2-B95D29D7651A}"/>
              </a:ext>
            </a:extLst>
          </p:cNvPr>
          <p:cNvSpPr>
            <a:spLocks xmlns:a="http://schemas.openxmlformats.org/drawingml/2006/main" noGrp="1"/>
          </p:cNvSpPr>
          <p:nvPr/>
        </p:nvSpPr>
        <p:spPr>
          <a:xfrm xmlns:a="http://schemas.openxmlformats.org/drawingml/2006/main">
            <a:off x="12521946" y="4476750"/>
            <a:ext cx="314325"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00" b="0">
                <a:solidFill>
                  <a:srgbClr val="12183F"/>
                </a:solidFill>
                <a:latin typeface="Arial"/>
                <a:ea typeface="Arial"/>
                <a:cs typeface="Arial"/>
              </a:defRPr>
            </a:pPr>
            <a:r>
              <a:rPr sz="3600" b="0">
                <a:solidFill>
                  <a:srgbClr val="12183F"/>
                </a:solidFill>
                <a:latin typeface="Arial"/>
                <a:ea typeface="Arial"/>
                <a:cs typeface="Arial"/>
              </a:rPr>
              <a:t>لم</a:t>
            </a:r>
          </a:p>
        </p:txBody>
      </p:sp>
      <p:sp>
        <p:nvSpPr>
          <p:cNvPr id="27" name="">
            <a:extLst xmlns:a="http://schemas.openxmlformats.org/drawingml/2006/main">
              <a:ext uri="{FF2B5EF4-FFF2-40B4-BE49-F238E27FC236}">
                <a16:creationId xmlns:a16="http://schemas.microsoft.com/office/drawing/2014/main" id="{BA7E8643-01F0-48AC-97F7-0D4285F1F402}"/>
              </a:ext>
            </a:extLst>
          </p:cNvPr>
          <p:cNvSpPr>
            <a:spLocks xmlns:a="http://schemas.openxmlformats.org/drawingml/2006/main" noGrp="1"/>
          </p:cNvSpPr>
          <p:nvPr/>
        </p:nvSpPr>
        <p:spPr>
          <a:xfrm xmlns:a="http://schemas.openxmlformats.org/drawingml/2006/main">
            <a:off x="11604307" y="4476750"/>
            <a:ext cx="790575"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00" b="0">
                <a:solidFill>
                  <a:srgbClr val="12183F"/>
                </a:solidFill>
                <a:latin typeface="Arial"/>
                <a:ea typeface="Arial"/>
                <a:cs typeface="Arial"/>
              </a:defRPr>
            </a:pPr>
            <a:r>
              <a:rPr sz="3600" b="0">
                <a:solidFill>
                  <a:srgbClr val="12183F"/>
                </a:solidFill>
                <a:latin typeface="Arial"/>
                <a:ea typeface="Arial"/>
                <a:cs typeface="Arial"/>
              </a:rPr>
              <a:t>يجزم</a:t>
            </a:r>
          </a:p>
        </p:txBody>
      </p:sp>
      <p:sp>
        <p:nvSpPr>
          <p:cNvPr id="28" name="">
            <a:extLst xmlns:a="http://schemas.openxmlformats.org/drawingml/2006/main">
              <a:ext uri="{FF2B5EF4-FFF2-40B4-BE49-F238E27FC236}">
                <a16:creationId xmlns:a16="http://schemas.microsoft.com/office/drawing/2014/main" id="{ABE4EFA3-F3D2-4C0A-A2B8-DFC4D3ACA0A0}"/>
              </a:ext>
            </a:extLst>
          </p:cNvPr>
          <p:cNvSpPr>
            <a:spLocks xmlns:a="http://schemas.openxmlformats.org/drawingml/2006/main" noGrp="1"/>
          </p:cNvSpPr>
          <p:nvPr/>
        </p:nvSpPr>
        <p:spPr>
          <a:xfrm xmlns:a="http://schemas.openxmlformats.org/drawingml/2006/main">
            <a:off x="10419969" y="4476750"/>
            <a:ext cx="1057275"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00" b="0">
                <a:solidFill>
                  <a:srgbClr val="12183F"/>
                </a:solidFill>
                <a:latin typeface="Arial"/>
                <a:ea typeface="Arial"/>
                <a:cs typeface="Arial"/>
              </a:defRPr>
            </a:pPr>
            <a:r>
              <a:rPr sz="3600" b="0">
                <a:solidFill>
                  <a:srgbClr val="12183F"/>
                </a:solidFill>
                <a:latin typeface="Arial"/>
                <a:ea typeface="Arial"/>
                <a:cs typeface="Arial"/>
              </a:rPr>
              <a:t>بترتيب</a:t>
            </a:r>
          </a:p>
        </p:txBody>
      </p:sp>
      <p:sp>
        <p:nvSpPr>
          <p:cNvPr id="29" name="">
            <a:extLst xmlns:a="http://schemas.openxmlformats.org/drawingml/2006/main">
              <a:ext uri="{FF2B5EF4-FFF2-40B4-BE49-F238E27FC236}">
                <a16:creationId xmlns:a16="http://schemas.microsoft.com/office/drawing/2014/main" id="{8CD0ED00-6485-4356-A7F6-57D26E66AE5F}"/>
              </a:ext>
            </a:extLst>
          </p:cNvPr>
          <p:cNvSpPr>
            <a:spLocks xmlns:a="http://schemas.openxmlformats.org/drawingml/2006/main" noGrp="1"/>
          </p:cNvSpPr>
          <p:nvPr/>
        </p:nvSpPr>
        <p:spPr>
          <a:xfrm xmlns:a="http://schemas.openxmlformats.org/drawingml/2006/main">
            <a:off x="9340405" y="4476750"/>
            <a:ext cx="952500"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00" b="0">
                <a:solidFill>
                  <a:srgbClr val="12183F"/>
                </a:solidFill>
                <a:latin typeface="Arial"/>
                <a:ea typeface="Arial"/>
                <a:cs typeface="Arial"/>
              </a:defRPr>
            </a:pPr>
            <a:r>
              <a:rPr sz="3600" b="0">
                <a:solidFill>
                  <a:srgbClr val="12183F"/>
                </a:solidFill>
                <a:latin typeface="Arial"/>
                <a:ea typeface="Arial"/>
                <a:cs typeface="Arial"/>
              </a:rPr>
              <a:t>كلمات</a:t>
            </a:r>
          </a:p>
        </p:txBody>
      </p:sp>
      <p:sp>
        <p:nvSpPr>
          <p:cNvPr id="30" name="">
            <a:extLst xmlns:a="http://schemas.openxmlformats.org/drawingml/2006/main">
              <a:ext uri="{FF2B5EF4-FFF2-40B4-BE49-F238E27FC236}">
                <a16:creationId xmlns:a16="http://schemas.microsoft.com/office/drawing/2014/main" id="{64E8DDAE-3551-4C60-B250-0D330F3741E0}"/>
              </a:ext>
            </a:extLst>
          </p:cNvPr>
          <p:cNvSpPr>
            <a:spLocks xmlns:a="http://schemas.openxmlformats.org/drawingml/2006/main" noGrp="1"/>
          </p:cNvSpPr>
          <p:nvPr/>
        </p:nvSpPr>
        <p:spPr>
          <a:xfrm xmlns:a="http://schemas.openxmlformats.org/drawingml/2006/main">
            <a:off x="8508492" y="4476750"/>
            <a:ext cx="704850"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00" b="0">
                <a:solidFill>
                  <a:srgbClr val="12183F"/>
                </a:solidFill>
                <a:latin typeface="Arial"/>
                <a:ea typeface="Arial"/>
                <a:cs typeface="Arial"/>
              </a:defRPr>
            </a:pPr>
            <a:r>
              <a:rPr sz="3600" b="0">
                <a:solidFill>
                  <a:srgbClr val="12183F"/>
                </a:solidFill>
                <a:latin typeface="Arial"/>
                <a:ea typeface="Arial"/>
                <a:cs typeface="Arial"/>
              </a:rPr>
              <a:t>بداية</a:t>
            </a:r>
          </a:p>
        </p:txBody>
      </p:sp>
      <p:sp>
        <p:nvSpPr>
          <p:cNvPr id="31" name="">
            <a:extLst xmlns:a="http://schemas.openxmlformats.org/drawingml/2006/main">
              <a:ext uri="{FF2B5EF4-FFF2-40B4-BE49-F238E27FC236}">
                <a16:creationId xmlns:a16="http://schemas.microsoft.com/office/drawing/2014/main" id="{8DD83409-80FF-4B69-B7DB-2833837A1760}"/>
              </a:ext>
            </a:extLst>
          </p:cNvPr>
          <p:cNvSpPr>
            <a:spLocks xmlns:a="http://schemas.openxmlformats.org/drawingml/2006/main" noGrp="1"/>
          </p:cNvSpPr>
          <p:nvPr/>
        </p:nvSpPr>
        <p:spPr>
          <a:xfrm xmlns:a="http://schemas.openxmlformats.org/drawingml/2006/main">
            <a:off x="7295578" y="4476750"/>
            <a:ext cx="1085850"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00" b="0">
                <a:solidFill>
                  <a:srgbClr val="12183F"/>
                </a:solidFill>
                <a:latin typeface="Arial"/>
                <a:ea typeface="Arial"/>
                <a:cs typeface="Arial"/>
              </a:defRPr>
            </a:pPr>
            <a:r>
              <a:rPr sz="3600" b="0">
                <a:solidFill>
                  <a:srgbClr val="12183F"/>
                </a:solidFill>
                <a:latin typeface="Arial"/>
                <a:ea typeface="Arial"/>
                <a:cs typeface="Arial"/>
              </a:rPr>
              <a:t>الرسالة</a:t>
            </a:r>
          </a:p>
        </p:txBody>
      </p:sp>
      <p:sp>
        <p:nvSpPr>
          <p:cNvPr id="32" name="">
            <a:extLst xmlns:a="http://schemas.openxmlformats.org/drawingml/2006/main">
              <a:ext uri="{FF2B5EF4-FFF2-40B4-BE49-F238E27FC236}">
                <a16:creationId xmlns:a16="http://schemas.microsoft.com/office/drawing/2014/main" id="{2D2AE062-BC9A-4F9F-AF89-D99FD17A80C5}"/>
              </a:ext>
            </a:extLst>
          </p:cNvPr>
          <p:cNvSpPr>
            <a:spLocks xmlns:a="http://schemas.openxmlformats.org/drawingml/2006/main" noGrp="1"/>
          </p:cNvSpPr>
          <p:nvPr/>
        </p:nvSpPr>
        <p:spPr>
          <a:xfrm xmlns:a="http://schemas.openxmlformats.org/drawingml/2006/main">
            <a:off x="16411575" y="6191250"/>
            <a:ext cx="828675"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00" b="0">
                <a:solidFill>
                  <a:srgbClr val="12183F"/>
                </a:solidFill>
                <a:latin typeface="Arial"/>
                <a:ea typeface="Arial"/>
                <a:cs typeface="Arial"/>
              </a:defRPr>
            </a:pPr>
            <a:r>
              <a:rPr sz="3600" b="0">
                <a:solidFill>
                  <a:srgbClr val="12183F"/>
                </a:solidFill>
                <a:latin typeface="Arial"/>
                <a:ea typeface="Arial"/>
                <a:cs typeface="Arial"/>
              </a:rPr>
              <a:t>أبقيت</a:t>
            </a:r>
          </a:p>
        </p:txBody>
      </p:sp>
      <p:sp>
        <p:nvSpPr>
          <p:cNvPr id="33" name="">
            <a:extLst xmlns:a="http://schemas.openxmlformats.org/drawingml/2006/main">
              <a:ext uri="{FF2B5EF4-FFF2-40B4-BE49-F238E27FC236}">
                <a16:creationId xmlns:a16="http://schemas.microsoft.com/office/drawing/2014/main" id="{B18F2203-12FD-40B2-8008-89607E9DCD2D}"/>
              </a:ext>
            </a:extLst>
          </p:cNvPr>
          <p:cNvSpPr>
            <a:spLocks xmlns:a="http://schemas.openxmlformats.org/drawingml/2006/main" noGrp="1"/>
          </p:cNvSpPr>
          <p:nvPr/>
        </p:nvSpPr>
        <p:spPr>
          <a:xfrm xmlns:a="http://schemas.openxmlformats.org/drawingml/2006/main">
            <a:off x="15417736" y="6191250"/>
            <a:ext cx="866775"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00" b="0">
                <a:solidFill>
                  <a:srgbClr val="12183F"/>
                </a:solidFill>
                <a:latin typeface="Arial"/>
                <a:ea typeface="Arial"/>
                <a:cs typeface="Arial"/>
              </a:defRPr>
            </a:pPr>
            <a:r>
              <a:rPr sz="3600" b="0">
                <a:solidFill>
                  <a:srgbClr val="12183F"/>
                </a:solidFill>
                <a:latin typeface="Arial"/>
                <a:ea typeface="Arial"/>
                <a:cs typeface="Arial"/>
              </a:rPr>
              <a:t>الحالة</a:t>
            </a:r>
          </a:p>
        </p:txBody>
      </p:sp>
      <p:sp>
        <p:nvSpPr>
          <p:cNvPr id="34" name="">
            <a:extLst xmlns:a="http://schemas.openxmlformats.org/drawingml/2006/main">
              <a:ext uri="{FF2B5EF4-FFF2-40B4-BE49-F238E27FC236}">
                <a16:creationId xmlns:a16="http://schemas.microsoft.com/office/drawing/2014/main" id="{C5F4EDB6-D6C5-4ED7-8797-BEBA553097D8}"/>
              </a:ext>
            </a:extLst>
          </p:cNvPr>
          <p:cNvSpPr>
            <a:spLocks xmlns:a="http://schemas.openxmlformats.org/drawingml/2006/main" noGrp="1"/>
          </p:cNvSpPr>
          <p:nvPr/>
        </p:nvSpPr>
        <p:spPr>
          <a:xfrm xmlns:a="http://schemas.openxmlformats.org/drawingml/2006/main">
            <a:off x="14833473" y="6191250"/>
            <a:ext cx="457200"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00" b="0">
                <a:solidFill>
                  <a:srgbClr val="12183F"/>
                </a:solidFill>
                <a:latin typeface="Arial"/>
                <a:ea typeface="Arial"/>
                <a:cs typeface="Arial"/>
              </a:defRPr>
            </a:pPr>
            <a:r>
              <a:rPr sz="3600" b="0">
                <a:solidFill>
                  <a:srgbClr val="12183F"/>
                </a:solidFill>
                <a:latin typeface="Arial"/>
                <a:ea typeface="Arial"/>
                <a:cs typeface="Arial"/>
              </a:rPr>
              <a:t>في</a:t>
            </a:r>
          </a:p>
        </p:txBody>
      </p:sp>
      <p:sp>
        <p:nvSpPr>
          <p:cNvPr id="35" name="">
            <a:extLst xmlns:a="http://schemas.openxmlformats.org/drawingml/2006/main">
              <a:ext uri="{FF2B5EF4-FFF2-40B4-BE49-F238E27FC236}">
                <a16:creationId xmlns:a16="http://schemas.microsoft.com/office/drawing/2014/main" id="{FD1697FF-2DE9-492E-B9E7-EB08EBC7A2CC}"/>
              </a:ext>
            </a:extLst>
          </p:cNvPr>
          <p:cNvSpPr>
            <a:spLocks xmlns:a="http://schemas.openxmlformats.org/drawingml/2006/main" noGrp="1"/>
          </p:cNvSpPr>
          <p:nvPr/>
        </p:nvSpPr>
        <p:spPr>
          <a:xfrm xmlns:a="http://schemas.openxmlformats.org/drawingml/2006/main">
            <a:off x="13706284" y="6191250"/>
            <a:ext cx="1000125"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00" b="0">
                <a:solidFill>
                  <a:srgbClr val="12183F"/>
                </a:solidFill>
                <a:latin typeface="Arial"/>
                <a:ea typeface="Arial"/>
                <a:cs typeface="Arial"/>
              </a:defRPr>
            </a:pPr>
            <a:r>
              <a:rPr sz="3600" b="0">
                <a:solidFill>
                  <a:srgbClr val="12183F"/>
                </a:solidFill>
                <a:latin typeface="Arial"/>
                <a:ea typeface="Arial"/>
                <a:cs typeface="Arial"/>
              </a:rPr>
              <a:t>النتيجة</a:t>
            </a:r>
          </a:p>
        </p:txBody>
      </p:sp>
      <p:sp>
        <p:nvSpPr>
          <p:cNvPr id="36" name="">
            <a:extLst xmlns:a="http://schemas.openxmlformats.org/drawingml/2006/main">
              <a:ext uri="{FF2B5EF4-FFF2-40B4-BE49-F238E27FC236}">
                <a16:creationId xmlns:a16="http://schemas.microsoft.com/office/drawing/2014/main" id="{EF2034B1-17C6-4947-8FFA-A54D7AE0E6DA}"/>
              </a:ext>
            </a:extLst>
          </p:cNvPr>
          <p:cNvSpPr>
            <a:spLocks xmlns:a="http://schemas.openxmlformats.org/drawingml/2006/main" noGrp="1"/>
          </p:cNvSpPr>
          <p:nvPr/>
        </p:nvSpPr>
        <p:spPr>
          <a:xfrm xmlns:a="http://schemas.openxmlformats.org/drawingml/2006/main">
            <a:off x="13055346" y="6191250"/>
            <a:ext cx="523875"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00" b="0">
                <a:solidFill>
                  <a:srgbClr val="12183F"/>
                </a:solidFill>
                <a:latin typeface="Arial"/>
                <a:ea typeface="Arial"/>
                <a:cs typeface="Arial"/>
              </a:defRPr>
            </a:pPr>
            <a:r>
              <a:rPr sz="3600" b="0">
                <a:solidFill>
                  <a:srgbClr val="12183F"/>
                </a:solidFill>
                <a:latin typeface="Arial"/>
                <a:ea typeface="Arial"/>
                <a:cs typeface="Arial"/>
              </a:rPr>
              <a:t>كما</a:t>
            </a:r>
          </a:p>
        </p:txBody>
      </p:sp>
      <p:sp>
        <p:nvSpPr>
          <p:cNvPr id="37" name="">
            <a:extLst xmlns:a="http://schemas.openxmlformats.org/drawingml/2006/main">
              <a:ext uri="{FF2B5EF4-FFF2-40B4-BE49-F238E27FC236}">
                <a16:creationId xmlns:a16="http://schemas.microsoft.com/office/drawing/2014/main" id="{37350640-EEC6-44F9-A3F7-497F9836A982}"/>
              </a:ext>
            </a:extLst>
          </p:cNvPr>
          <p:cNvSpPr>
            <a:spLocks xmlns:a="http://schemas.openxmlformats.org/drawingml/2006/main" noGrp="1"/>
          </p:cNvSpPr>
          <p:nvPr/>
        </p:nvSpPr>
        <p:spPr>
          <a:xfrm xmlns:a="http://schemas.openxmlformats.org/drawingml/2006/main">
            <a:off x="11871007" y="6191250"/>
            <a:ext cx="1057275"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00" b="0">
                <a:solidFill>
                  <a:srgbClr val="12183F"/>
                </a:solidFill>
                <a:latin typeface="Arial"/>
                <a:ea typeface="Arial"/>
                <a:cs typeface="Arial"/>
              </a:defRPr>
            </a:pPr>
            <a:r>
              <a:rPr sz="3600" b="0">
                <a:solidFill>
                  <a:srgbClr val="12183F"/>
                </a:solidFill>
                <a:latin typeface="Arial"/>
                <a:ea typeface="Arial"/>
                <a:cs typeface="Arial"/>
              </a:rPr>
              <a:t>ظهرت</a:t>
            </a:r>
          </a:p>
        </p:txBody>
      </p:sp>
      <p:sp>
        <p:nvSpPr>
          <p:cNvPr id="38" name="">
            <a:extLst xmlns:a="http://schemas.openxmlformats.org/drawingml/2006/main">
              <a:ext uri="{FF2B5EF4-FFF2-40B4-BE49-F238E27FC236}">
                <a16:creationId xmlns:a16="http://schemas.microsoft.com/office/drawing/2014/main" id="{AD287B31-1669-4666-8FDD-D27064D108CE}"/>
              </a:ext>
            </a:extLst>
          </p:cNvPr>
          <p:cNvSpPr>
            <a:spLocks xmlns:a="http://schemas.openxmlformats.org/drawingml/2006/main" noGrp="1"/>
          </p:cNvSpPr>
          <p:nvPr/>
        </p:nvSpPr>
        <p:spPr>
          <a:xfrm xmlns:a="http://schemas.openxmlformats.org/drawingml/2006/main">
            <a:off x="11239119" y="6191250"/>
            <a:ext cx="504825"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00" b="0">
                <a:solidFill>
                  <a:srgbClr val="12183F"/>
                </a:solidFill>
                <a:latin typeface="Arial"/>
                <a:ea typeface="Arial"/>
                <a:cs typeface="Arial"/>
              </a:defRPr>
            </a:pPr>
            <a:r>
              <a:rPr sz="3600" b="0">
                <a:solidFill>
                  <a:srgbClr val="12183F"/>
                </a:solidFill>
                <a:latin typeface="Arial"/>
                <a:ea typeface="Arial"/>
                <a:cs typeface="Arial"/>
              </a:rPr>
              <a:t>ولم</a:t>
            </a:r>
          </a:p>
        </p:txBody>
      </p:sp>
      <p:sp>
        <p:nvSpPr>
          <p:cNvPr id="39" name="">
            <a:extLst xmlns:a="http://schemas.openxmlformats.org/drawingml/2006/main">
              <a:ext uri="{FF2B5EF4-FFF2-40B4-BE49-F238E27FC236}">
                <a16:creationId xmlns:a16="http://schemas.microsoft.com/office/drawing/2014/main" id="{BAFE8058-5449-4EAB-B4C4-4C7E41D3205E}"/>
              </a:ext>
            </a:extLst>
          </p:cNvPr>
          <p:cNvSpPr>
            <a:spLocks xmlns:a="http://schemas.openxmlformats.org/drawingml/2006/main" noGrp="1"/>
          </p:cNvSpPr>
          <p:nvPr/>
        </p:nvSpPr>
        <p:spPr>
          <a:xfrm xmlns:a="http://schemas.openxmlformats.org/drawingml/2006/main">
            <a:off x="10378630" y="6191250"/>
            <a:ext cx="733425"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00" b="0">
                <a:solidFill>
                  <a:srgbClr val="12183F"/>
                </a:solidFill>
                <a:latin typeface="Arial"/>
                <a:ea typeface="Arial"/>
                <a:cs typeface="Arial"/>
              </a:defRPr>
            </a:pPr>
            <a:r>
              <a:rPr sz="3600" b="0">
                <a:solidFill>
                  <a:srgbClr val="12183F"/>
                </a:solidFill>
                <a:latin typeface="Arial"/>
                <a:ea typeface="Arial"/>
                <a:cs typeface="Arial"/>
              </a:rPr>
              <a:t>أغيّر</a:t>
            </a:r>
          </a:p>
        </p:txBody>
      </p:sp>
      <p:sp>
        <p:nvSpPr>
          <p:cNvPr id="40" name="">
            <a:extLst xmlns:a="http://schemas.openxmlformats.org/drawingml/2006/main">
              <a:ext uri="{FF2B5EF4-FFF2-40B4-BE49-F238E27FC236}">
                <a16:creationId xmlns:a16="http://schemas.microsoft.com/office/drawing/2014/main" id="{8097B17D-C78C-4228-BDE0-2D700CA4D033}"/>
              </a:ext>
            </a:extLst>
          </p:cNvPr>
          <p:cNvSpPr>
            <a:spLocks xmlns:a="http://schemas.openxmlformats.org/drawingml/2006/main" noGrp="1"/>
          </p:cNvSpPr>
          <p:nvPr/>
        </p:nvSpPr>
        <p:spPr>
          <a:xfrm xmlns:a="http://schemas.openxmlformats.org/drawingml/2006/main">
            <a:off x="9413367" y="6191250"/>
            <a:ext cx="838200"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00" b="0">
                <a:solidFill>
                  <a:srgbClr val="12183F"/>
                </a:solidFill>
                <a:latin typeface="Arial"/>
                <a:ea typeface="Arial"/>
                <a:cs typeface="Arial"/>
              </a:defRPr>
            </a:pPr>
            <a:r>
              <a:rPr sz="3600" b="0">
                <a:solidFill>
                  <a:srgbClr val="12183F"/>
                </a:solidFill>
                <a:latin typeface="Arial"/>
                <a:ea typeface="Arial"/>
                <a:cs typeface="Arial"/>
              </a:rPr>
              <a:t>مفتاح</a:t>
            </a:r>
          </a:p>
        </p:txBody>
      </p:sp>
      <p:sp>
        <p:nvSpPr>
          <p:cNvPr id="41" name="">
            <a:extLst xmlns:a="http://schemas.openxmlformats.org/drawingml/2006/main">
              <a:ext uri="{FF2B5EF4-FFF2-40B4-BE49-F238E27FC236}">
                <a16:creationId xmlns:a16="http://schemas.microsoft.com/office/drawing/2014/main" id="{9D37CA07-91E2-4B55-8426-028530ADC44E}"/>
              </a:ext>
            </a:extLst>
          </p:cNvPr>
          <p:cNvSpPr>
            <a:spLocks xmlns:a="http://schemas.openxmlformats.org/drawingml/2006/main" noGrp="1"/>
          </p:cNvSpPr>
          <p:nvPr/>
        </p:nvSpPr>
        <p:spPr>
          <a:xfrm xmlns:a="http://schemas.openxmlformats.org/drawingml/2006/main">
            <a:off x="8086153" y="6191250"/>
            <a:ext cx="1200150"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00" b="0">
                <a:solidFill>
                  <a:srgbClr val="12183F"/>
                </a:solidFill>
                <a:latin typeface="Arial"/>
                <a:ea typeface="Arial"/>
                <a:cs typeface="Arial"/>
              </a:defRPr>
            </a:pPr>
            <a:r>
              <a:rPr sz="3600" b="0">
                <a:solidFill>
                  <a:srgbClr val="12183F"/>
                </a:solidFill>
                <a:latin typeface="Arial"/>
                <a:ea typeface="Arial"/>
                <a:cs typeface="Arial"/>
              </a:rPr>
              <a:t>الاختبار</a:t>
            </a:r>
          </a:p>
        </p:txBody>
      </p:sp>
      <p:sp>
        <p:nvSpPr>
          <p:cNvPr id="42" name="">
            <a:extLst xmlns:a="http://schemas.openxmlformats.org/drawingml/2006/main">
              <a:ext uri="{FF2B5EF4-FFF2-40B4-BE49-F238E27FC236}">
                <a16:creationId xmlns:a16="http://schemas.microsoft.com/office/drawing/2014/main" id="{04D2573A-2DD6-41DD-9AA4-7AED2ACCFE78}"/>
              </a:ext>
            </a:extLst>
          </p:cNvPr>
          <p:cNvSpPr>
            <a:spLocks xmlns:a="http://schemas.openxmlformats.org/drawingml/2006/main" noGrp="1"/>
          </p:cNvSpPr>
          <p:nvPr/>
        </p:nvSpPr>
        <p:spPr>
          <a:xfrm xmlns:a="http://schemas.openxmlformats.org/drawingml/2006/main">
            <a:off x="16421100" y="7810500"/>
            <a:ext cx="819150"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225" b="1">
                <a:solidFill>
                  <a:srgbClr val="6150EA"/>
                </a:solidFill>
                <a:latin typeface="Arial"/>
                <a:ea typeface="Arial"/>
                <a:cs typeface="Arial"/>
              </a:defRPr>
            </a:pPr>
            <a:r>
              <a:rPr sz="3225" b="1">
                <a:solidFill>
                  <a:srgbClr val="6150EA"/>
                </a:solidFill>
                <a:latin typeface="Arial"/>
                <a:ea typeface="Arial"/>
                <a:cs typeface="Arial"/>
              </a:rPr>
              <a:t>أراجع</a:t>
            </a:r>
          </a:p>
        </p:txBody>
      </p:sp>
      <p:sp>
        <p:nvSpPr>
          <p:cNvPr id="43" name="">
            <a:extLst xmlns:a="http://schemas.openxmlformats.org/drawingml/2006/main">
              <a:ext uri="{FF2B5EF4-FFF2-40B4-BE49-F238E27FC236}">
                <a16:creationId xmlns:a16="http://schemas.microsoft.com/office/drawing/2014/main" id="{1B59BFC8-087F-47EE-A622-A70A9E54D905}"/>
              </a:ext>
            </a:extLst>
          </p:cNvPr>
          <p:cNvSpPr>
            <a:spLocks xmlns:a="http://schemas.openxmlformats.org/drawingml/2006/main" noGrp="1"/>
          </p:cNvSpPr>
          <p:nvPr/>
        </p:nvSpPr>
        <p:spPr>
          <a:xfrm xmlns:a="http://schemas.openxmlformats.org/drawingml/2006/main">
            <a:off x="15440501" y="7810500"/>
            <a:ext cx="866775"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225" b="1">
                <a:solidFill>
                  <a:srgbClr val="6150EA"/>
                </a:solidFill>
                <a:latin typeface="Arial"/>
                <a:ea typeface="Arial"/>
                <a:cs typeface="Arial"/>
              </a:defRPr>
            </a:pPr>
            <a:r>
              <a:rPr sz="3225" b="1">
                <a:solidFill>
                  <a:srgbClr val="6150EA"/>
                </a:solidFill>
                <a:latin typeface="Arial"/>
                <a:ea typeface="Arial"/>
                <a:cs typeface="Arial"/>
              </a:rPr>
              <a:t>الفائدة</a:t>
            </a:r>
          </a:p>
        </p:txBody>
      </p:sp>
      <p:sp>
        <p:nvSpPr>
          <p:cNvPr id="44" name="">
            <a:extLst xmlns:a="http://schemas.openxmlformats.org/drawingml/2006/main">
              <a:ext uri="{FF2B5EF4-FFF2-40B4-BE49-F238E27FC236}">
                <a16:creationId xmlns:a16="http://schemas.microsoft.com/office/drawing/2014/main" id="{7C8CA3E4-361E-4FE2-89F0-75F760CA8BD9}"/>
              </a:ext>
            </a:extLst>
          </p:cNvPr>
          <p:cNvSpPr>
            <a:spLocks xmlns:a="http://schemas.openxmlformats.org/drawingml/2006/main" noGrp="1"/>
          </p:cNvSpPr>
          <p:nvPr/>
        </p:nvSpPr>
        <p:spPr>
          <a:xfrm xmlns:a="http://schemas.openxmlformats.org/drawingml/2006/main">
            <a:off x="14040803" y="7810500"/>
            <a:ext cx="1285875"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225" b="1">
                <a:solidFill>
                  <a:srgbClr val="6150EA"/>
                </a:solidFill>
                <a:latin typeface="Arial"/>
                <a:ea typeface="Arial"/>
                <a:cs typeface="Arial"/>
              </a:defRPr>
            </a:pPr>
            <a:r>
              <a:rPr sz="3225" b="1">
                <a:solidFill>
                  <a:srgbClr val="6150EA"/>
                </a:solidFill>
                <a:latin typeface="Arial"/>
                <a:ea typeface="Arial"/>
                <a:cs typeface="Arial"/>
              </a:rPr>
              <a:t>للمستخدم</a:t>
            </a:r>
          </a:p>
        </p:txBody>
      </p:sp>
      <p:sp>
        <p:nvSpPr>
          <p:cNvPr id="45" name="">
            <a:extLst xmlns:a="http://schemas.openxmlformats.org/drawingml/2006/main">
              <a:ext uri="{FF2B5EF4-FFF2-40B4-BE49-F238E27FC236}">
                <a16:creationId xmlns:a16="http://schemas.microsoft.com/office/drawing/2014/main" id="{E54043FC-7DCC-404F-8D96-5D5061338E4E}"/>
              </a:ext>
            </a:extLst>
          </p:cNvPr>
          <p:cNvSpPr>
            <a:spLocks xmlns:a="http://schemas.openxmlformats.org/drawingml/2006/main" noGrp="1"/>
          </p:cNvSpPr>
          <p:nvPr/>
        </p:nvSpPr>
        <p:spPr>
          <a:xfrm xmlns:a="http://schemas.openxmlformats.org/drawingml/2006/main">
            <a:off x="12841129" y="7810500"/>
            <a:ext cx="1085850"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225" b="1">
                <a:solidFill>
                  <a:srgbClr val="6150EA"/>
                </a:solidFill>
                <a:latin typeface="Arial"/>
                <a:ea typeface="Arial"/>
                <a:cs typeface="Arial"/>
              </a:defRPr>
            </a:pPr>
            <a:r>
              <a:rPr sz="3225" b="1">
                <a:solidFill>
                  <a:srgbClr val="6150EA"/>
                </a:solidFill>
                <a:latin typeface="Arial"/>
                <a:ea typeface="Arial"/>
                <a:cs typeface="Arial"/>
              </a:rPr>
              <a:t>والمعنى</a:t>
            </a:r>
          </a:p>
        </p:txBody>
      </p:sp>
      <p:sp>
        <p:nvSpPr>
          <p:cNvPr id="46" name="">
            <a:extLst xmlns:a="http://schemas.openxmlformats.org/drawingml/2006/main">
              <a:ext uri="{FF2B5EF4-FFF2-40B4-BE49-F238E27FC236}">
                <a16:creationId xmlns:a16="http://schemas.microsoft.com/office/drawing/2014/main" id="{571CAC20-1E98-4B8E-A6CE-CD2CDED9C7A4}"/>
              </a:ext>
            </a:extLst>
          </p:cNvPr>
          <p:cNvSpPr>
            <a:spLocks xmlns:a="http://schemas.openxmlformats.org/drawingml/2006/main" noGrp="1"/>
          </p:cNvSpPr>
          <p:nvPr/>
        </p:nvSpPr>
        <p:spPr>
          <a:xfrm xmlns:a="http://schemas.openxmlformats.org/drawingml/2006/main">
            <a:off x="12079605" y="7810500"/>
            <a:ext cx="647700"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225" b="1">
                <a:solidFill>
                  <a:srgbClr val="6150EA"/>
                </a:solidFill>
                <a:latin typeface="Arial"/>
                <a:ea typeface="Arial"/>
                <a:cs typeface="Arial"/>
              </a:defRPr>
            </a:pPr>
            <a:r>
              <a:rPr sz="3225" b="1">
                <a:solidFill>
                  <a:srgbClr val="6150EA"/>
                </a:solidFill>
                <a:latin typeface="Arial"/>
                <a:ea typeface="Arial"/>
                <a:cs typeface="Arial"/>
              </a:rPr>
              <a:t>الذي</a:t>
            </a:r>
          </a:p>
        </p:txBody>
      </p:sp>
      <p:sp>
        <p:nvSpPr>
          <p:cNvPr id="47" name="">
            <a:extLst xmlns:a="http://schemas.openxmlformats.org/drawingml/2006/main">
              <a:ext uri="{FF2B5EF4-FFF2-40B4-BE49-F238E27FC236}">
                <a16:creationId xmlns:a16="http://schemas.microsoft.com/office/drawing/2014/main" id="{A50306F5-F3D1-4888-9C52-2A90237D3685}"/>
              </a:ext>
            </a:extLst>
          </p:cNvPr>
          <p:cNvSpPr>
            <a:spLocks xmlns:a="http://schemas.openxmlformats.org/drawingml/2006/main" noGrp="1"/>
          </p:cNvSpPr>
          <p:nvPr/>
        </p:nvSpPr>
        <p:spPr>
          <a:xfrm xmlns:a="http://schemas.openxmlformats.org/drawingml/2006/main">
            <a:off x="11289506" y="7810500"/>
            <a:ext cx="676275"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225" b="1">
                <a:solidFill>
                  <a:srgbClr val="6150EA"/>
                </a:solidFill>
                <a:latin typeface="Arial"/>
                <a:ea typeface="Arial"/>
                <a:cs typeface="Arial"/>
              </a:defRPr>
            </a:pPr>
            <a:r>
              <a:rPr sz="3225" b="1">
                <a:solidFill>
                  <a:srgbClr val="6150EA"/>
                </a:solidFill>
                <a:latin typeface="Arial"/>
                <a:ea typeface="Arial"/>
                <a:cs typeface="Arial"/>
              </a:rPr>
              <a:t>يثبته</a:t>
            </a:r>
          </a:p>
        </p:txBody>
      </p:sp>
      <p:sp>
        <p:nvSpPr>
          <p:cNvPr id="48" name="">
            <a:extLst xmlns:a="http://schemas.openxmlformats.org/drawingml/2006/main">
              <a:ext uri="{FF2B5EF4-FFF2-40B4-BE49-F238E27FC236}">
                <a16:creationId xmlns:a16="http://schemas.microsoft.com/office/drawing/2014/main" id="{E0A23CE6-4884-4F90-88A0-634617F4760D}"/>
              </a:ext>
            </a:extLst>
          </p:cNvPr>
          <p:cNvSpPr>
            <a:spLocks xmlns:a="http://schemas.openxmlformats.org/drawingml/2006/main" noGrp="1"/>
          </p:cNvSpPr>
          <p:nvPr/>
        </p:nvSpPr>
        <p:spPr>
          <a:xfrm xmlns:a="http://schemas.openxmlformats.org/drawingml/2006/main">
            <a:off x="10127933" y="7810500"/>
            <a:ext cx="1047750"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225" b="1">
                <a:solidFill>
                  <a:srgbClr val="6150EA"/>
                </a:solidFill>
                <a:latin typeface="Arial"/>
                <a:ea typeface="Arial"/>
                <a:cs typeface="Arial"/>
              </a:defRPr>
            </a:pPr>
            <a:r>
              <a:rPr sz="3225" b="1">
                <a:solidFill>
                  <a:srgbClr val="6150EA"/>
                </a:solidFill>
                <a:latin typeface="Arial"/>
                <a:ea typeface="Arial"/>
                <a:cs typeface="Arial"/>
              </a:rPr>
              <a:t>المصدر</a:t>
            </a:r>
          </a:p>
        </p:txBody>
      </p:sp>
      <p:sp>
        <p:nvSpPr>
          <p:cNvPr id="49" name="">
            <a:extLst xmlns:a="http://schemas.openxmlformats.org/drawingml/2006/main">
              <a:ext uri="{FF2B5EF4-FFF2-40B4-BE49-F238E27FC236}">
                <a16:creationId xmlns:a16="http://schemas.microsoft.com/office/drawing/2014/main" id="{527C1147-F3C2-4D84-8ADE-F4E3655D03A6}"/>
              </a:ext>
            </a:extLst>
          </p:cNvPr>
          <p:cNvSpPr>
            <a:spLocks xmlns:a="http://schemas.openxmlformats.org/drawingml/2006/main" noGrp="1"/>
          </p:cNvSpPr>
          <p:nvPr/>
        </p:nvSpPr>
        <p:spPr>
          <a:xfrm xmlns:a="http://schemas.openxmlformats.org/drawingml/2006/main">
            <a:off x="9537859" y="7810500"/>
            <a:ext cx="476250"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225" b="1">
                <a:solidFill>
                  <a:srgbClr val="6150EA"/>
                </a:solidFill>
                <a:latin typeface="Arial"/>
                <a:ea typeface="Arial"/>
                <a:cs typeface="Arial"/>
              </a:defRPr>
            </a:pPr>
            <a:r>
              <a:rPr sz="3225" b="1">
                <a:solidFill>
                  <a:srgbClr val="6150EA"/>
                </a:solidFill>
                <a:latin typeface="Arial"/>
                <a:ea typeface="Arial"/>
                <a:cs typeface="Arial"/>
              </a:rPr>
              <a:t>معاً</a:t>
            </a:r>
          </a:p>
        </p:txBody>
      </p:sp>
    </p:spTree>
    <p:extLst>
      <p:ext uri="{BB962C8B-B14F-4D97-AF65-F5344CB8AC3E}">
        <p14:creationId xmlns:p14="http://schemas.microsoft.com/office/powerpoint/2010/main" val="152424473"/>
      </p:ext>
    </p:extLst>
  </p:cSld>
</p:sld>
</file>

<file path=ppt/slides/slide10.xml><?xml version="1.0" encoding="utf-8"?>
<p:sld xmlns:p="http://schemas.openxmlformats.org/presentationml/2006/main">
  <p:cSld>
    <p:bg>
      <p:bgPr>
        <a:solidFill xmlns:a="http://schemas.openxmlformats.org/drawingml/2006/main">
          <a:srgbClr val="12183F"/>
        </a:solidFill>
      </p:bgPr>
    </p:bg>
    <p:spTree>
      <p:nvGrpSpPr>
        <p:cNvPr id="1" name=""/>
        <p:cNvGrpSpPr/>
        <p:nvPr/>
      </p:nvGrpSpPr>
      <p:grpSpPr>
        <a:xfrm xmlns:a="http://schemas.openxmlformats.org/drawingml/2006/main"/>
      </p:grpSpPr>
      <p:sp>
        <p:nvSpPr>
          <p:cNvPr id="70" name="">
            <a:extLst xmlns:a="http://schemas.openxmlformats.org/drawingml/2006/main">
              <a:ext uri="{FF2B5EF4-FFF2-40B4-BE49-F238E27FC236}">
                <a16:creationId xmlns:a16="http://schemas.microsoft.com/office/drawing/2014/main" id="{2C9EF936-D5C9-43AE-BB88-2A1EFCB7122B}"/>
              </a:ext>
            </a:extLst>
          </p:cNvPr>
          <p:cNvSpPr>
            <a:spLocks xmlns:a="http://schemas.openxmlformats.org/drawingml/2006/main" noGrp="1"/>
          </p:cNvSpPr>
          <p:nvPr/>
        </p:nvSpPr>
        <p:spPr>
          <a:xfrm xmlns:a="http://schemas.openxmlformats.org/drawingml/2006/main">
            <a:off x="857250" y="9486900"/>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BAC5DF"/>
                </a:solidFill>
                <a:latin typeface="Arial"/>
                <a:ea typeface="Arial"/>
                <a:cs typeface="Arial"/>
              </a:defRPr>
            </a:pPr>
            <a:r>
              <a:rPr sz="1725" b="0">
                <a:solidFill>
                  <a:srgbClr val="BAC5DF"/>
                </a:solidFill>
                <a:latin typeface="Arial"/>
                <a:ea typeface="Arial"/>
                <a:cs typeface="Arial"/>
              </a:rPr>
              <a:t>IsnadLens / 10</a:t>
            </a:r>
          </a:p>
        </p:txBody>
      </p:sp>
      <p:sp>
        <p:nvSpPr>
          <p:cNvPr id="2" name="">
            <a:extLst xmlns:a="http://schemas.openxmlformats.org/drawingml/2006/main">
              <a:ext uri="{FF2B5EF4-FFF2-40B4-BE49-F238E27FC236}">
                <a16:creationId xmlns:a16="http://schemas.microsoft.com/office/drawing/2014/main" id="{F536423A-A73A-485C-A918-6D75EB543504}"/>
              </a:ext>
            </a:extLst>
          </p:cNvPr>
          <p:cNvSpPr>
            <a:spLocks xmlns:a="http://schemas.openxmlformats.org/drawingml/2006/main" noGrp="1"/>
          </p:cNvSpPr>
          <p:nvPr/>
        </p:nvSpPr>
        <p:spPr>
          <a:xfrm xmlns:a="http://schemas.openxmlformats.org/drawingml/2006/main">
            <a:off x="16983075" y="9486900"/>
            <a:ext cx="447675"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BAC5DF"/>
                </a:solidFill>
                <a:latin typeface="Arial"/>
                <a:ea typeface="Arial"/>
                <a:cs typeface="Arial"/>
              </a:defRPr>
            </a:pPr>
            <a:r>
              <a:rPr sz="1725" b="0">
                <a:solidFill>
                  <a:srgbClr val="BAC5DF"/>
                </a:solidFill>
                <a:latin typeface="Arial"/>
                <a:ea typeface="Arial"/>
                <a:cs typeface="Arial"/>
              </a:rPr>
              <a:t>تحدي</a:t>
            </a:r>
          </a:p>
        </p:txBody>
      </p:sp>
      <p:sp>
        <p:nvSpPr>
          <p:cNvPr id="3" name="">
            <a:extLst xmlns:a="http://schemas.openxmlformats.org/drawingml/2006/main">
              <a:ext uri="{FF2B5EF4-FFF2-40B4-BE49-F238E27FC236}">
                <a16:creationId xmlns:a16="http://schemas.microsoft.com/office/drawing/2014/main" id="{A94C65F7-DB4E-4E3B-A587-3B330A4FDF47}"/>
              </a:ext>
            </a:extLst>
          </p:cNvPr>
          <p:cNvSpPr>
            <a:spLocks xmlns:a="http://schemas.openxmlformats.org/drawingml/2006/main" noGrp="1"/>
          </p:cNvSpPr>
          <p:nvPr/>
        </p:nvSpPr>
        <p:spPr>
          <a:xfrm xmlns:a="http://schemas.openxmlformats.org/drawingml/2006/main">
            <a:off x="16440150" y="9486900"/>
            <a:ext cx="45720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BAC5DF"/>
                </a:solidFill>
                <a:latin typeface="Arial"/>
                <a:ea typeface="Arial"/>
                <a:cs typeface="Arial"/>
              </a:defRPr>
            </a:pPr>
            <a:r>
              <a:rPr sz="1725" b="0">
                <a:solidFill>
                  <a:srgbClr val="BAC5DF"/>
                </a:solidFill>
                <a:latin typeface="Arial"/>
                <a:ea typeface="Arial"/>
                <a:cs typeface="Arial"/>
              </a:rPr>
              <a:t>الذكاء</a:t>
            </a:r>
          </a:p>
        </p:txBody>
      </p:sp>
      <p:sp>
        <p:nvSpPr>
          <p:cNvPr id="4" name="">
            <a:extLst xmlns:a="http://schemas.openxmlformats.org/drawingml/2006/main">
              <a:ext uri="{FF2B5EF4-FFF2-40B4-BE49-F238E27FC236}">
                <a16:creationId xmlns:a16="http://schemas.microsoft.com/office/drawing/2014/main" id="{5E50087F-6F3E-4C27-92ED-44EC9D345D5C}"/>
              </a:ext>
            </a:extLst>
          </p:cNvPr>
          <p:cNvSpPr>
            <a:spLocks xmlns:a="http://schemas.openxmlformats.org/drawingml/2006/main" noGrp="1"/>
          </p:cNvSpPr>
          <p:nvPr/>
        </p:nvSpPr>
        <p:spPr>
          <a:xfrm xmlns:a="http://schemas.openxmlformats.org/drawingml/2006/main">
            <a:off x="15468600" y="9486900"/>
            <a:ext cx="885825"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BAC5DF"/>
                </a:solidFill>
                <a:latin typeface="Arial"/>
                <a:ea typeface="Arial"/>
                <a:cs typeface="Arial"/>
              </a:defRPr>
            </a:pPr>
            <a:r>
              <a:rPr sz="1725" b="0">
                <a:solidFill>
                  <a:srgbClr val="BAC5DF"/>
                </a:solidFill>
                <a:latin typeface="Arial"/>
                <a:ea typeface="Arial"/>
                <a:cs typeface="Arial"/>
              </a:rPr>
              <a:t>الاصطناعي</a:t>
            </a:r>
          </a:p>
        </p:txBody>
      </p:sp>
      <p:sp>
        <p:nvSpPr>
          <p:cNvPr id="5" name="">
            <a:extLst xmlns:a="http://schemas.openxmlformats.org/drawingml/2006/main">
              <a:ext uri="{FF2B5EF4-FFF2-40B4-BE49-F238E27FC236}">
                <a16:creationId xmlns:a16="http://schemas.microsoft.com/office/drawing/2014/main" id="{559CBBDB-96D2-4061-B988-58F6EC9D1709}"/>
              </a:ext>
            </a:extLst>
          </p:cNvPr>
          <p:cNvSpPr>
            <a:spLocks xmlns:a="http://schemas.openxmlformats.org/drawingml/2006/main" noGrp="1"/>
          </p:cNvSpPr>
          <p:nvPr/>
        </p:nvSpPr>
        <p:spPr>
          <a:xfrm xmlns:a="http://schemas.openxmlformats.org/drawingml/2006/main">
            <a:off x="15135225" y="9486900"/>
            <a:ext cx="24765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BAC5DF"/>
                </a:solidFill>
                <a:latin typeface="Arial"/>
                <a:ea typeface="Arial"/>
                <a:cs typeface="Arial"/>
              </a:defRPr>
            </a:pPr>
            <a:r>
              <a:rPr sz="1725" b="0">
                <a:solidFill>
                  <a:srgbClr val="BAC5DF"/>
                </a:solidFill>
                <a:latin typeface="Arial"/>
                <a:ea typeface="Arial"/>
                <a:cs typeface="Arial"/>
              </a:rPr>
              <a:t>في</a:t>
            </a:r>
          </a:p>
        </p:txBody>
      </p:sp>
      <p:sp>
        <p:nvSpPr>
          <p:cNvPr id="6" name="">
            <a:extLst xmlns:a="http://schemas.openxmlformats.org/drawingml/2006/main">
              <a:ext uri="{FF2B5EF4-FFF2-40B4-BE49-F238E27FC236}">
                <a16:creationId xmlns:a16="http://schemas.microsoft.com/office/drawing/2014/main" id="{4BD87562-C0E4-46AC-A72F-090507AC4054}"/>
              </a:ext>
            </a:extLst>
          </p:cNvPr>
          <p:cNvSpPr>
            <a:spLocks xmlns:a="http://schemas.openxmlformats.org/drawingml/2006/main" noGrp="1"/>
          </p:cNvSpPr>
          <p:nvPr/>
        </p:nvSpPr>
        <p:spPr>
          <a:xfrm xmlns:a="http://schemas.openxmlformats.org/drawingml/2006/main">
            <a:off x="14630400" y="9486900"/>
            <a:ext cx="41910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BAC5DF"/>
                </a:solidFill>
                <a:latin typeface="Arial"/>
                <a:ea typeface="Arial"/>
                <a:cs typeface="Arial"/>
              </a:defRPr>
            </a:pPr>
            <a:r>
              <a:rPr sz="1725" b="0">
                <a:solidFill>
                  <a:srgbClr val="BAC5DF"/>
                </a:solidFill>
                <a:latin typeface="Arial"/>
                <a:ea typeface="Arial"/>
                <a:cs typeface="Arial"/>
              </a:rPr>
              <a:t>خدمة</a:t>
            </a:r>
          </a:p>
        </p:txBody>
      </p:sp>
      <p:sp>
        <p:nvSpPr>
          <p:cNvPr id="7" name="">
            <a:extLst xmlns:a="http://schemas.openxmlformats.org/drawingml/2006/main">
              <a:ext uri="{FF2B5EF4-FFF2-40B4-BE49-F238E27FC236}">
                <a16:creationId xmlns:a16="http://schemas.microsoft.com/office/drawing/2014/main" id="{2A955BD8-CC07-4201-BE88-2EC5D4170F18}"/>
              </a:ext>
            </a:extLst>
          </p:cNvPr>
          <p:cNvSpPr>
            <a:spLocks xmlns:a="http://schemas.openxmlformats.org/drawingml/2006/main" noGrp="1"/>
          </p:cNvSpPr>
          <p:nvPr/>
        </p:nvSpPr>
        <p:spPr>
          <a:xfrm xmlns:a="http://schemas.openxmlformats.org/drawingml/2006/main">
            <a:off x="13839825" y="9486900"/>
            <a:ext cx="70485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BAC5DF"/>
                </a:solidFill>
                <a:latin typeface="Arial"/>
                <a:ea typeface="Arial"/>
                <a:cs typeface="Arial"/>
              </a:defRPr>
            </a:pPr>
            <a:r>
              <a:rPr sz="1725" b="0">
                <a:solidFill>
                  <a:srgbClr val="BAC5DF"/>
                </a:solidFill>
                <a:latin typeface="Arial"/>
                <a:ea typeface="Arial"/>
                <a:cs typeface="Arial"/>
              </a:rPr>
              <a:t>الدراسات</a:t>
            </a:r>
          </a:p>
        </p:txBody>
      </p:sp>
      <p:sp>
        <p:nvSpPr>
          <p:cNvPr id="8" name="">
            <a:extLst xmlns:a="http://schemas.openxmlformats.org/drawingml/2006/main">
              <a:ext uri="{FF2B5EF4-FFF2-40B4-BE49-F238E27FC236}">
                <a16:creationId xmlns:a16="http://schemas.microsoft.com/office/drawing/2014/main" id="{BD853F1B-63A4-4C36-AA80-1D21E2064A22}"/>
              </a:ext>
            </a:extLst>
          </p:cNvPr>
          <p:cNvSpPr>
            <a:spLocks xmlns:a="http://schemas.openxmlformats.org/drawingml/2006/main" noGrp="1"/>
          </p:cNvSpPr>
          <p:nvPr/>
        </p:nvSpPr>
        <p:spPr>
          <a:xfrm xmlns:a="http://schemas.openxmlformats.org/drawingml/2006/main">
            <a:off x="13058775" y="9486900"/>
            <a:ext cx="695325"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BAC5DF"/>
                </a:solidFill>
                <a:latin typeface="Arial"/>
                <a:ea typeface="Arial"/>
                <a:cs typeface="Arial"/>
              </a:defRPr>
            </a:pPr>
            <a:r>
              <a:rPr sz="1725" b="0">
                <a:solidFill>
                  <a:srgbClr val="BAC5DF"/>
                </a:solidFill>
                <a:latin typeface="Arial"/>
                <a:ea typeface="Arial"/>
                <a:cs typeface="Arial"/>
              </a:rPr>
              <a:t>الإسلامية</a:t>
            </a:r>
          </a:p>
        </p:txBody>
      </p:sp>
      <p:sp>
        <p:nvSpPr>
          <p:cNvPr id="9" name="">
            <a:extLst xmlns:a="http://schemas.openxmlformats.org/drawingml/2006/main">
              <a:ext uri="{FF2B5EF4-FFF2-40B4-BE49-F238E27FC236}">
                <a16:creationId xmlns:a16="http://schemas.microsoft.com/office/drawing/2014/main" id="{D0BFC421-4FC8-4B49-B91E-649BB028E2E4}"/>
              </a:ext>
            </a:extLst>
          </p:cNvPr>
          <p:cNvSpPr>
            <a:spLocks xmlns:a="http://schemas.openxmlformats.org/drawingml/2006/main" noGrp="1"/>
          </p:cNvSpPr>
          <p:nvPr/>
        </p:nvSpPr>
        <p:spPr>
          <a:xfrm xmlns:a="http://schemas.openxmlformats.org/drawingml/2006/main">
            <a:off x="16202025" y="809625"/>
            <a:ext cx="1133475"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0" b="1">
                <a:solidFill>
                  <a:srgbClr val="FFFFFF"/>
                </a:solidFill>
                <a:latin typeface="Arial"/>
                <a:ea typeface="Arial"/>
                <a:cs typeface="Arial"/>
              </a:defRPr>
            </a:pPr>
            <a:r>
              <a:rPr sz="5250" b="1">
                <a:solidFill>
                  <a:srgbClr val="FFFFFF"/>
                </a:solidFill>
                <a:latin typeface="Arial"/>
                <a:ea typeface="Arial"/>
                <a:cs typeface="Arial"/>
              </a:rPr>
              <a:t>تكلفة</a:t>
            </a:r>
          </a:p>
        </p:txBody>
      </p:sp>
      <p:sp>
        <p:nvSpPr>
          <p:cNvPr id="10" name="">
            <a:extLst xmlns:a="http://schemas.openxmlformats.org/drawingml/2006/main">
              <a:ext uri="{FF2B5EF4-FFF2-40B4-BE49-F238E27FC236}">
                <a16:creationId xmlns:a16="http://schemas.microsoft.com/office/drawing/2014/main" id="{D770304C-09F3-4A9F-BFFC-92D428AD63C6}"/>
              </a:ext>
            </a:extLst>
          </p:cNvPr>
          <p:cNvSpPr>
            <a:spLocks xmlns:a="http://schemas.openxmlformats.org/drawingml/2006/main" noGrp="1"/>
          </p:cNvSpPr>
          <p:nvPr/>
        </p:nvSpPr>
        <p:spPr>
          <a:xfrm xmlns:a="http://schemas.openxmlformats.org/drawingml/2006/main">
            <a:off x="14892814" y="809625"/>
            <a:ext cx="1123950"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0" b="1">
                <a:solidFill>
                  <a:srgbClr val="FFFFFF"/>
                </a:solidFill>
                <a:latin typeface="Arial"/>
                <a:ea typeface="Arial"/>
                <a:cs typeface="Arial"/>
              </a:defRPr>
            </a:pPr>
            <a:r>
              <a:rPr sz="5250" b="1">
                <a:solidFill>
                  <a:srgbClr val="FFFFFF"/>
                </a:solidFill>
                <a:latin typeface="Arial"/>
                <a:ea typeface="Arial"/>
                <a:cs typeface="Arial"/>
              </a:rPr>
              <a:t>يمكن</a:t>
            </a:r>
          </a:p>
        </p:txBody>
      </p:sp>
      <p:sp>
        <p:nvSpPr>
          <p:cNvPr id="11" name="">
            <a:extLst xmlns:a="http://schemas.openxmlformats.org/drawingml/2006/main">
              <a:ext uri="{FF2B5EF4-FFF2-40B4-BE49-F238E27FC236}">
                <a16:creationId xmlns:a16="http://schemas.microsoft.com/office/drawing/2014/main" id="{86675D51-4BC9-440D-9B52-B0E303C21631}"/>
              </a:ext>
            </a:extLst>
          </p:cNvPr>
          <p:cNvSpPr>
            <a:spLocks xmlns:a="http://schemas.openxmlformats.org/drawingml/2006/main" noGrp="1"/>
          </p:cNvSpPr>
          <p:nvPr/>
        </p:nvSpPr>
        <p:spPr>
          <a:xfrm xmlns:a="http://schemas.openxmlformats.org/drawingml/2006/main">
            <a:off x="13078777" y="809625"/>
            <a:ext cx="1628775"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0" b="1">
                <a:solidFill>
                  <a:srgbClr val="FFFFFF"/>
                </a:solidFill>
                <a:latin typeface="Arial"/>
                <a:ea typeface="Arial"/>
                <a:cs typeface="Arial"/>
              </a:defRPr>
            </a:pPr>
            <a:r>
              <a:rPr sz="5250" b="1">
                <a:solidFill>
                  <a:srgbClr val="FFFFFF"/>
                </a:solidFill>
                <a:latin typeface="Arial"/>
                <a:ea typeface="Arial"/>
                <a:cs typeface="Arial"/>
              </a:rPr>
              <a:t>تقديرها</a:t>
            </a:r>
          </a:p>
        </p:txBody>
      </p:sp>
      <p:sp>
        <p:nvSpPr>
          <p:cNvPr id="12" name="">
            <a:extLst xmlns:a="http://schemas.openxmlformats.org/drawingml/2006/main">
              <a:ext uri="{FF2B5EF4-FFF2-40B4-BE49-F238E27FC236}">
                <a16:creationId xmlns:a16="http://schemas.microsoft.com/office/drawing/2014/main" id="{ABDD518A-0044-4CE3-B1A5-28E26F3FBB4D}"/>
              </a:ext>
            </a:extLst>
          </p:cNvPr>
          <p:cNvSpPr>
            <a:spLocks xmlns:a="http://schemas.openxmlformats.org/drawingml/2006/main" noGrp="1"/>
          </p:cNvSpPr>
          <p:nvPr/>
        </p:nvSpPr>
        <p:spPr>
          <a:xfrm xmlns:a="http://schemas.openxmlformats.org/drawingml/2006/main">
            <a:off x="10798016" y="809625"/>
            <a:ext cx="2095500"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0" b="1">
                <a:solidFill>
                  <a:srgbClr val="FFFFFF"/>
                </a:solidFill>
                <a:latin typeface="Arial"/>
                <a:ea typeface="Arial"/>
                <a:cs typeface="Arial"/>
              </a:defRPr>
            </a:pPr>
            <a:r>
              <a:rPr sz="5250" b="1">
                <a:solidFill>
                  <a:srgbClr val="FFFFFF"/>
                </a:solidFill>
                <a:latin typeface="Arial"/>
                <a:ea typeface="Arial"/>
                <a:cs typeface="Arial"/>
              </a:rPr>
              <a:t>ومراقبتها</a:t>
            </a:r>
          </a:p>
        </p:txBody>
      </p:sp>
      <p:sp>
        <p:nvSpPr>
          <p:cNvPr id="13" name="">
            <a:extLst xmlns:a="http://schemas.openxmlformats.org/drawingml/2006/main">
              <a:ext uri="{FF2B5EF4-FFF2-40B4-BE49-F238E27FC236}">
                <a16:creationId xmlns:a16="http://schemas.microsoft.com/office/drawing/2014/main" id="{BEB88C20-4CED-441E-B06D-71E7F1A3D016}"/>
              </a:ext>
            </a:extLst>
          </p:cNvPr>
          <p:cNvSpPr>
            <a:spLocks xmlns:a="http://schemas.openxmlformats.org/drawingml/2006/main" noGrp="1"/>
          </p:cNvSpPr>
          <p:nvPr/>
        </p:nvSpPr>
        <p:spPr>
          <a:xfrm xmlns:a="http://schemas.openxmlformats.org/drawingml/2006/main">
            <a:off x="1000125" y="2619375"/>
            <a:ext cx="9810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125" b="1">
                <a:solidFill>
                  <a:srgbClr val="2EF2C2"/>
                </a:solidFill>
                <a:latin typeface="Arial"/>
                <a:ea typeface="Arial"/>
                <a:cs typeface="Arial"/>
              </a:defRPr>
            </a:pPr>
            <a:r>
              <a:rPr sz="10125" b="1">
                <a:solidFill>
                  <a:srgbClr val="2EF2C2"/>
                </a:solidFill>
                <a:latin typeface="Arial"/>
                <a:ea typeface="Arial"/>
                <a:cs typeface="Arial"/>
              </a:rPr>
              <a:t>11–15 SAR</a:t>
            </a:r>
          </a:p>
        </p:txBody>
      </p:sp>
      <p:sp>
        <p:nvSpPr>
          <p:cNvPr id="14" name="">
            <a:extLst xmlns:a="http://schemas.openxmlformats.org/drawingml/2006/main">
              <a:ext uri="{FF2B5EF4-FFF2-40B4-BE49-F238E27FC236}">
                <a16:creationId xmlns:a16="http://schemas.microsoft.com/office/drawing/2014/main" id="{AABEA866-7807-4801-9141-BFB4275F23E8}"/>
              </a:ext>
            </a:extLst>
          </p:cNvPr>
          <p:cNvSpPr>
            <a:spLocks xmlns:a="http://schemas.openxmlformats.org/drawingml/2006/main" noGrp="1"/>
          </p:cNvSpPr>
          <p:nvPr/>
        </p:nvSpPr>
        <p:spPr>
          <a:xfrm xmlns:a="http://schemas.openxmlformats.org/drawingml/2006/main">
            <a:off x="16259175" y="2905125"/>
            <a:ext cx="600075"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4050" b="1">
                <a:solidFill>
                  <a:srgbClr val="FFFFFF"/>
                </a:solidFill>
                <a:latin typeface="Arial"/>
                <a:ea typeface="Arial"/>
                <a:cs typeface="Arial"/>
              </a:defRPr>
            </a:pPr>
            <a:r>
              <a:rPr sz="4050" b="1">
                <a:solidFill>
                  <a:srgbClr val="FFFFFF"/>
                </a:solidFill>
                <a:latin typeface="Arial"/>
                <a:ea typeface="Arial"/>
                <a:cs typeface="Arial"/>
              </a:rPr>
              <a:t>لكل</a:t>
            </a:r>
          </a:p>
        </p:txBody>
      </p:sp>
      <p:sp>
        <p:nvSpPr>
          <p:cNvPr id="15" name="">
            <a:extLst xmlns:a="http://schemas.openxmlformats.org/drawingml/2006/main">
              <a:ext uri="{FF2B5EF4-FFF2-40B4-BE49-F238E27FC236}">
                <a16:creationId xmlns:a16="http://schemas.microsoft.com/office/drawing/2014/main" id="{FF9FB90B-B647-424A-B6FE-198533C09C68}"/>
              </a:ext>
            </a:extLst>
          </p:cNvPr>
          <p:cNvSpPr>
            <a:spLocks xmlns:a="http://schemas.openxmlformats.org/drawingml/2006/main" noGrp="1"/>
          </p:cNvSpPr>
          <p:nvPr/>
        </p:nvSpPr>
        <p:spPr>
          <a:xfrm xmlns:a="http://schemas.openxmlformats.org/drawingml/2006/main">
            <a:off x="15487650" y="2905125"/>
            <a:ext cx="628650"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4050" b="1">
                <a:solidFill>
                  <a:srgbClr val="FFFFFF"/>
                </a:solidFill>
                <a:latin typeface="Arial"/>
                <a:ea typeface="Arial"/>
                <a:cs typeface="Arial"/>
              </a:defRPr>
            </a:pPr>
            <a:r>
              <a:rPr sz="4050" b="1">
                <a:solidFill>
                  <a:srgbClr val="FFFFFF"/>
                </a:solidFill>
                <a:latin typeface="Arial"/>
                <a:ea typeface="Arial"/>
                <a:cs typeface="Arial"/>
              </a:rPr>
              <a:t>مئة</a:t>
            </a:r>
          </a:p>
        </p:txBody>
      </p:sp>
      <p:sp>
        <p:nvSpPr>
          <p:cNvPr id="16" name="">
            <a:extLst xmlns:a="http://schemas.openxmlformats.org/drawingml/2006/main">
              <a:ext uri="{FF2B5EF4-FFF2-40B4-BE49-F238E27FC236}">
                <a16:creationId xmlns:a16="http://schemas.microsoft.com/office/drawing/2014/main" id="{BFED7EC9-4D1E-426D-9CC5-B991B4584DC7}"/>
              </a:ext>
            </a:extLst>
          </p:cNvPr>
          <p:cNvSpPr>
            <a:spLocks xmlns:a="http://schemas.openxmlformats.org/drawingml/2006/main" noGrp="1"/>
          </p:cNvSpPr>
          <p:nvPr/>
        </p:nvSpPr>
        <p:spPr>
          <a:xfrm xmlns:a="http://schemas.openxmlformats.org/drawingml/2006/main">
            <a:off x="14392275" y="2905125"/>
            <a:ext cx="952500"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4050" b="1">
                <a:solidFill>
                  <a:srgbClr val="FFFFFF"/>
                </a:solidFill>
                <a:latin typeface="Arial"/>
                <a:ea typeface="Arial"/>
                <a:cs typeface="Arial"/>
              </a:defRPr>
            </a:pPr>
            <a:r>
              <a:rPr sz="4050" b="1">
                <a:solidFill>
                  <a:srgbClr val="FFFFFF"/>
                </a:solidFill>
                <a:latin typeface="Arial"/>
                <a:ea typeface="Arial"/>
                <a:cs typeface="Arial"/>
              </a:rPr>
              <a:t>سؤال</a:t>
            </a:r>
          </a:p>
        </p:txBody>
      </p:sp>
      <p:sp>
        <p:nvSpPr>
          <p:cNvPr id="17" name="">
            <a:extLst xmlns:a="http://schemas.openxmlformats.org/drawingml/2006/main">
              <a:ext uri="{FF2B5EF4-FFF2-40B4-BE49-F238E27FC236}">
                <a16:creationId xmlns:a16="http://schemas.microsoft.com/office/drawing/2014/main" id="{1758CC7D-7C58-4938-8633-62172EC8CADE}"/>
              </a:ext>
            </a:extLst>
          </p:cNvPr>
          <p:cNvSpPr>
            <a:spLocks xmlns:a="http://schemas.openxmlformats.org/drawingml/2006/main" noGrp="1"/>
          </p:cNvSpPr>
          <p:nvPr/>
        </p:nvSpPr>
        <p:spPr>
          <a:xfrm xmlns:a="http://schemas.openxmlformats.org/drawingml/2006/main">
            <a:off x="13354050" y="2905125"/>
            <a:ext cx="895350"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4050" b="1">
                <a:solidFill>
                  <a:srgbClr val="FFFFFF"/>
                </a:solidFill>
                <a:latin typeface="Arial"/>
                <a:ea typeface="Arial"/>
                <a:cs typeface="Arial"/>
              </a:defRPr>
            </a:pPr>
            <a:r>
              <a:rPr sz="4050" b="1">
                <a:solidFill>
                  <a:srgbClr val="FFFFFF"/>
                </a:solidFill>
                <a:latin typeface="Arial"/>
                <a:ea typeface="Arial"/>
                <a:cs typeface="Arial"/>
              </a:rPr>
              <a:t>نصي</a:t>
            </a:r>
          </a:p>
        </p:txBody>
      </p:sp>
      <p:sp>
        <p:nvSpPr>
          <p:cNvPr id="18" name="">
            <a:extLst xmlns:a="http://schemas.openxmlformats.org/drawingml/2006/main">
              <a:ext uri="{FF2B5EF4-FFF2-40B4-BE49-F238E27FC236}">
                <a16:creationId xmlns:a16="http://schemas.microsoft.com/office/drawing/2014/main" id="{FE4A9230-5F58-4D5F-BC97-515F2F42B292}"/>
              </a:ext>
            </a:extLst>
          </p:cNvPr>
          <p:cNvSpPr>
            <a:spLocks xmlns:a="http://schemas.openxmlformats.org/drawingml/2006/main" noGrp="1"/>
          </p:cNvSpPr>
          <p:nvPr/>
        </p:nvSpPr>
        <p:spPr>
          <a:xfrm xmlns:a="http://schemas.openxmlformats.org/drawingml/2006/main">
            <a:off x="12220575" y="2905125"/>
            <a:ext cx="990600"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4050" b="1">
                <a:solidFill>
                  <a:srgbClr val="FFFFFF"/>
                </a:solidFill>
                <a:latin typeface="Arial"/>
                <a:ea typeface="Arial"/>
                <a:cs typeface="Arial"/>
              </a:defRPr>
            </a:pPr>
            <a:r>
              <a:rPr sz="4050" b="1">
                <a:solidFill>
                  <a:srgbClr val="FFFFFF"/>
                </a:solidFill>
                <a:latin typeface="Arial"/>
                <a:ea typeface="Arial"/>
                <a:cs typeface="Arial"/>
              </a:rPr>
              <a:t>تقريباً</a:t>
            </a:r>
          </a:p>
        </p:txBody>
      </p:sp>
      <p:sp>
        <p:nvSpPr>
          <p:cNvPr id="19" name="">
            <a:extLst xmlns:a="http://schemas.openxmlformats.org/drawingml/2006/main">
              <a:ext uri="{FF2B5EF4-FFF2-40B4-BE49-F238E27FC236}">
                <a16:creationId xmlns:a16="http://schemas.microsoft.com/office/drawing/2014/main" id="{DA4DB68B-22D9-42BF-8D41-BFB569D3248C}"/>
              </a:ext>
            </a:extLst>
          </p:cNvPr>
          <p:cNvSpPr>
            <a:spLocks xmlns:a="http://schemas.openxmlformats.org/drawingml/2006/main" noGrp="1"/>
          </p:cNvSpPr>
          <p:nvPr/>
        </p:nvSpPr>
        <p:spPr>
          <a:xfrm xmlns:a="http://schemas.openxmlformats.org/drawingml/2006/main">
            <a:off x="15830550" y="5143500"/>
            <a:ext cx="1028700"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225" b="0">
                <a:solidFill>
                  <a:srgbClr val="FFFFFF"/>
                </a:solidFill>
                <a:latin typeface="Arial"/>
                <a:ea typeface="Arial"/>
                <a:cs typeface="Arial"/>
              </a:defRPr>
            </a:pPr>
            <a:r>
              <a:rPr sz="3225" b="0">
                <a:solidFill>
                  <a:srgbClr val="FFFFFF"/>
                </a:solidFill>
                <a:latin typeface="Arial"/>
                <a:ea typeface="Arial"/>
                <a:cs typeface="Arial"/>
              </a:rPr>
              <a:t>استقراء</a:t>
            </a:r>
          </a:p>
        </p:txBody>
      </p:sp>
      <p:sp>
        <p:nvSpPr>
          <p:cNvPr id="20" name="">
            <a:extLst xmlns:a="http://schemas.openxmlformats.org/drawingml/2006/main">
              <a:ext uri="{FF2B5EF4-FFF2-40B4-BE49-F238E27FC236}">
                <a16:creationId xmlns:a16="http://schemas.microsoft.com/office/drawing/2014/main" id="{752432B2-4634-45AA-9039-24FA4C549802}"/>
              </a:ext>
            </a:extLst>
          </p:cNvPr>
          <p:cNvSpPr>
            <a:spLocks xmlns:a="http://schemas.openxmlformats.org/drawingml/2006/main" noGrp="1"/>
          </p:cNvSpPr>
          <p:nvPr/>
        </p:nvSpPr>
        <p:spPr>
          <a:xfrm xmlns:a="http://schemas.openxmlformats.org/drawingml/2006/main">
            <a:off x="15278576" y="5143500"/>
            <a:ext cx="438150"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225" b="0">
                <a:solidFill>
                  <a:srgbClr val="FFFFFF"/>
                </a:solidFill>
                <a:latin typeface="Arial"/>
                <a:ea typeface="Arial"/>
                <a:cs typeface="Arial"/>
              </a:defRPr>
            </a:pPr>
            <a:r>
              <a:rPr sz="3225" b="0">
                <a:solidFill>
                  <a:srgbClr val="FFFFFF"/>
                </a:solidFill>
                <a:latin typeface="Arial"/>
                <a:ea typeface="Arial"/>
                <a:cs typeface="Arial"/>
              </a:rPr>
              <a:t>من</a:t>
            </a:r>
          </a:p>
        </p:txBody>
      </p:sp>
      <p:sp>
        <p:nvSpPr>
          <p:cNvPr id="21" name="">
            <a:extLst xmlns:a="http://schemas.openxmlformats.org/drawingml/2006/main">
              <a:ext uri="{FF2B5EF4-FFF2-40B4-BE49-F238E27FC236}">
                <a16:creationId xmlns:a16="http://schemas.microsoft.com/office/drawing/2014/main" id="{DB749AFF-CC54-4EFA-9F37-139785FF9FC3}"/>
              </a:ext>
            </a:extLst>
          </p:cNvPr>
          <p:cNvSpPr>
            <a:spLocks xmlns:a="http://schemas.openxmlformats.org/drawingml/2006/main" noGrp="1"/>
          </p:cNvSpPr>
          <p:nvPr/>
        </p:nvSpPr>
        <p:spPr>
          <a:xfrm xmlns:a="http://schemas.openxmlformats.org/drawingml/2006/main">
            <a:off x="14278928" y="5143500"/>
            <a:ext cx="885825"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225" b="0">
                <a:solidFill>
                  <a:srgbClr val="FFFFFF"/>
                </a:solidFill>
                <a:latin typeface="Arial"/>
                <a:ea typeface="Arial"/>
                <a:cs typeface="Arial"/>
              </a:defRPr>
            </a:pPr>
            <a:r>
              <a:rPr sz="3225" b="0">
                <a:solidFill>
                  <a:srgbClr val="FFFFFF"/>
                </a:solidFill>
                <a:latin typeface="Arial"/>
                <a:ea typeface="Arial"/>
                <a:cs typeface="Arial"/>
              </a:rPr>
              <a:t>دفعتين</a:t>
            </a:r>
          </a:p>
        </p:txBody>
      </p:sp>
      <p:sp>
        <p:nvSpPr>
          <p:cNvPr id="22" name="">
            <a:extLst xmlns:a="http://schemas.openxmlformats.org/drawingml/2006/main">
              <a:ext uri="{FF2B5EF4-FFF2-40B4-BE49-F238E27FC236}">
                <a16:creationId xmlns:a16="http://schemas.microsoft.com/office/drawing/2014/main" id="{4D811A57-CA5C-4547-B3C6-C64508870DB8}"/>
              </a:ext>
            </a:extLst>
          </p:cNvPr>
          <p:cNvSpPr>
            <a:spLocks xmlns:a="http://schemas.openxmlformats.org/drawingml/2006/main" noGrp="1"/>
          </p:cNvSpPr>
          <p:nvPr/>
        </p:nvSpPr>
        <p:spPr>
          <a:xfrm xmlns:a="http://schemas.openxmlformats.org/drawingml/2006/main">
            <a:off x="13231654" y="5143500"/>
            <a:ext cx="933450"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225" b="0">
                <a:solidFill>
                  <a:srgbClr val="FFFFFF"/>
                </a:solidFill>
                <a:latin typeface="Arial"/>
                <a:ea typeface="Arial"/>
                <a:cs typeface="Arial"/>
              </a:defRPr>
            </a:pPr>
            <a:r>
              <a:rPr sz="3225" b="0">
                <a:solidFill>
                  <a:srgbClr val="FFFFFF"/>
                </a:solidFill>
                <a:latin typeface="Arial"/>
                <a:ea typeface="Arial"/>
                <a:cs typeface="Arial"/>
              </a:rPr>
              <a:t>فعليتين</a:t>
            </a:r>
          </a:p>
        </p:txBody>
      </p:sp>
      <p:sp>
        <p:nvSpPr>
          <p:cNvPr id="23" name="">
            <a:extLst xmlns:a="http://schemas.openxmlformats.org/drawingml/2006/main">
              <a:ext uri="{FF2B5EF4-FFF2-40B4-BE49-F238E27FC236}">
                <a16:creationId xmlns:a16="http://schemas.microsoft.com/office/drawing/2014/main" id="{8B3775D0-2D70-43C9-8F3D-2A1233F1EBA6}"/>
              </a:ext>
            </a:extLst>
          </p:cNvPr>
          <p:cNvSpPr>
            <a:spLocks xmlns:a="http://schemas.openxmlformats.org/drawingml/2006/main" noGrp="1"/>
          </p:cNvSpPr>
          <p:nvPr/>
        </p:nvSpPr>
        <p:spPr>
          <a:xfrm xmlns:a="http://schemas.openxmlformats.org/drawingml/2006/main">
            <a:off x="12260580" y="5143500"/>
            <a:ext cx="857250"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225" b="0">
                <a:solidFill>
                  <a:srgbClr val="FFFFFF"/>
                </a:solidFill>
                <a:latin typeface="Arial"/>
                <a:ea typeface="Arial"/>
                <a:cs typeface="Arial"/>
              </a:defRPr>
            </a:pPr>
            <a:r>
              <a:rPr sz="3225" b="0">
                <a:solidFill>
                  <a:srgbClr val="FFFFFF"/>
                </a:solidFill>
                <a:latin typeface="Arial"/>
                <a:ea typeface="Arial"/>
                <a:cs typeface="Arial"/>
              </a:rPr>
              <a:t>3.33</a:t>
            </a:r>
          </a:p>
        </p:txBody>
      </p:sp>
      <p:sp>
        <p:nvSpPr>
          <p:cNvPr id="24" name="">
            <a:extLst xmlns:a="http://schemas.openxmlformats.org/drawingml/2006/main">
              <a:ext uri="{FF2B5EF4-FFF2-40B4-BE49-F238E27FC236}">
                <a16:creationId xmlns:a16="http://schemas.microsoft.com/office/drawing/2014/main" id="{73C85F85-8641-42EB-B0D0-02AE227EE746}"/>
              </a:ext>
            </a:extLst>
          </p:cNvPr>
          <p:cNvSpPr>
            <a:spLocks xmlns:a="http://schemas.openxmlformats.org/drawingml/2006/main" noGrp="1"/>
          </p:cNvSpPr>
          <p:nvPr/>
        </p:nvSpPr>
        <p:spPr>
          <a:xfrm xmlns:a="http://schemas.openxmlformats.org/drawingml/2006/main">
            <a:off x="11908631" y="5143500"/>
            <a:ext cx="238125"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225" b="0">
                <a:solidFill>
                  <a:srgbClr val="FFFFFF"/>
                </a:solidFill>
                <a:latin typeface="Arial"/>
                <a:ea typeface="Arial"/>
                <a:cs typeface="Arial"/>
              </a:defRPr>
            </a:pPr>
            <a:r>
              <a:rPr sz="3225" b="0">
                <a:solidFill>
                  <a:srgbClr val="FFFFFF"/>
                </a:solidFill>
                <a:latin typeface="Arial"/>
                <a:ea typeface="Arial"/>
                <a:cs typeface="Arial"/>
              </a:rPr>
              <a:t>و</a:t>
            </a:r>
          </a:p>
        </p:txBody>
      </p:sp>
      <p:sp>
        <p:nvSpPr>
          <p:cNvPr id="25" name="">
            <a:extLst xmlns:a="http://schemas.openxmlformats.org/drawingml/2006/main">
              <a:ext uri="{FF2B5EF4-FFF2-40B4-BE49-F238E27FC236}">
                <a16:creationId xmlns:a16="http://schemas.microsoft.com/office/drawing/2014/main" id="{F249FCAD-7BC4-4B5D-A454-966DCDFBFB2B}"/>
              </a:ext>
            </a:extLst>
          </p:cNvPr>
          <p:cNvSpPr>
            <a:spLocks xmlns:a="http://schemas.openxmlformats.org/drawingml/2006/main" noGrp="1"/>
          </p:cNvSpPr>
          <p:nvPr/>
        </p:nvSpPr>
        <p:spPr>
          <a:xfrm xmlns:a="http://schemas.openxmlformats.org/drawingml/2006/main">
            <a:off x="10937558" y="5143500"/>
            <a:ext cx="857250"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225" b="0">
                <a:solidFill>
                  <a:srgbClr val="FFFFFF"/>
                </a:solidFill>
                <a:latin typeface="Arial"/>
                <a:ea typeface="Arial"/>
                <a:cs typeface="Arial"/>
              </a:defRPr>
            </a:pPr>
            <a:r>
              <a:rPr sz="3225" b="0">
                <a:solidFill>
                  <a:srgbClr val="FFFFFF"/>
                </a:solidFill>
                <a:latin typeface="Arial"/>
                <a:ea typeface="Arial"/>
                <a:cs typeface="Arial"/>
              </a:rPr>
              <a:t>4.46</a:t>
            </a:r>
          </a:p>
        </p:txBody>
      </p:sp>
      <p:sp>
        <p:nvSpPr>
          <p:cNvPr id="26" name="">
            <a:extLst xmlns:a="http://schemas.openxmlformats.org/drawingml/2006/main">
              <a:ext uri="{FF2B5EF4-FFF2-40B4-BE49-F238E27FC236}">
                <a16:creationId xmlns:a16="http://schemas.microsoft.com/office/drawing/2014/main" id="{97886153-DD33-4246-BA72-54A7826BD3F2}"/>
              </a:ext>
            </a:extLst>
          </p:cNvPr>
          <p:cNvSpPr>
            <a:spLocks xmlns:a="http://schemas.openxmlformats.org/drawingml/2006/main" noGrp="1"/>
          </p:cNvSpPr>
          <p:nvPr/>
        </p:nvSpPr>
        <p:spPr>
          <a:xfrm xmlns:a="http://schemas.openxmlformats.org/drawingml/2006/main">
            <a:off x="9852184" y="5143500"/>
            <a:ext cx="971550"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225" b="0">
                <a:solidFill>
                  <a:srgbClr val="FFFFFF"/>
                </a:solidFill>
                <a:latin typeface="Arial"/>
                <a:ea typeface="Arial"/>
                <a:cs typeface="Arial"/>
              </a:defRPr>
            </a:pPr>
            <a:r>
              <a:rPr sz="3225" b="0">
                <a:solidFill>
                  <a:srgbClr val="FFFFFF"/>
                </a:solidFill>
                <a:latin typeface="Arial"/>
                <a:ea typeface="Arial"/>
                <a:cs typeface="Arial"/>
              </a:rPr>
              <a:t>ريالات</a:t>
            </a:r>
          </a:p>
        </p:txBody>
      </p:sp>
      <p:sp>
        <p:nvSpPr>
          <p:cNvPr id="27" name="">
            <a:extLst xmlns:a="http://schemas.openxmlformats.org/drawingml/2006/main">
              <a:ext uri="{FF2B5EF4-FFF2-40B4-BE49-F238E27FC236}">
                <a16:creationId xmlns:a16="http://schemas.microsoft.com/office/drawing/2014/main" id="{2175E0D7-4C04-49FD-B96D-40D9D591F90A}"/>
              </a:ext>
            </a:extLst>
          </p:cNvPr>
          <p:cNvSpPr>
            <a:spLocks xmlns:a="http://schemas.openxmlformats.org/drawingml/2006/main" noGrp="1"/>
          </p:cNvSpPr>
          <p:nvPr/>
        </p:nvSpPr>
        <p:spPr>
          <a:xfrm xmlns:a="http://schemas.openxmlformats.org/drawingml/2006/main">
            <a:off x="9224010" y="5143500"/>
            <a:ext cx="514350"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225" b="0">
                <a:solidFill>
                  <a:srgbClr val="FFFFFF"/>
                </a:solidFill>
                <a:latin typeface="Arial"/>
                <a:ea typeface="Arial"/>
                <a:cs typeface="Arial"/>
              </a:defRPr>
            </a:pPr>
            <a:r>
              <a:rPr sz="3225" b="0">
                <a:solidFill>
                  <a:srgbClr val="FFFFFF"/>
                </a:solidFill>
                <a:latin typeface="Arial"/>
                <a:ea typeface="Arial"/>
                <a:cs typeface="Arial"/>
              </a:rPr>
              <a:t>لكل</a:t>
            </a:r>
          </a:p>
        </p:txBody>
      </p:sp>
      <p:sp>
        <p:nvSpPr>
          <p:cNvPr id="28" name="">
            <a:extLst xmlns:a="http://schemas.openxmlformats.org/drawingml/2006/main">
              <a:ext uri="{FF2B5EF4-FFF2-40B4-BE49-F238E27FC236}">
                <a16:creationId xmlns:a16="http://schemas.microsoft.com/office/drawing/2014/main" id="{D68779F7-EF41-4EA3-BEA6-9928A19D123A}"/>
              </a:ext>
            </a:extLst>
          </p:cNvPr>
          <p:cNvSpPr>
            <a:spLocks xmlns:a="http://schemas.openxmlformats.org/drawingml/2006/main" noGrp="1"/>
          </p:cNvSpPr>
          <p:nvPr/>
        </p:nvSpPr>
        <p:spPr>
          <a:xfrm xmlns:a="http://schemas.openxmlformats.org/drawingml/2006/main">
            <a:off x="8595836" y="5143500"/>
            <a:ext cx="514350"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225" b="0">
                <a:solidFill>
                  <a:srgbClr val="FFFFFF"/>
                </a:solidFill>
                <a:latin typeface="Arial"/>
                <a:ea typeface="Arial"/>
                <a:cs typeface="Arial"/>
              </a:defRPr>
            </a:pPr>
            <a:r>
              <a:rPr sz="3225" b="0">
                <a:solidFill>
                  <a:srgbClr val="FFFFFF"/>
                </a:solidFill>
                <a:latin typeface="Arial"/>
                <a:ea typeface="Arial"/>
                <a:cs typeface="Arial"/>
              </a:rPr>
              <a:t>30</a:t>
            </a:r>
          </a:p>
        </p:txBody>
      </p:sp>
      <p:sp>
        <p:nvSpPr>
          <p:cNvPr id="29" name="">
            <a:extLst xmlns:a="http://schemas.openxmlformats.org/drawingml/2006/main">
              <a:ext uri="{FF2B5EF4-FFF2-40B4-BE49-F238E27FC236}">
                <a16:creationId xmlns:a16="http://schemas.microsoft.com/office/drawing/2014/main" id="{8ABD025D-36DF-4619-97AC-7B4435FDB2EF}"/>
              </a:ext>
            </a:extLst>
          </p:cNvPr>
          <p:cNvSpPr>
            <a:spLocks xmlns:a="http://schemas.openxmlformats.org/drawingml/2006/main" noGrp="1"/>
          </p:cNvSpPr>
          <p:nvPr/>
        </p:nvSpPr>
        <p:spPr>
          <a:xfrm xmlns:a="http://schemas.openxmlformats.org/drawingml/2006/main">
            <a:off x="7720013" y="5143500"/>
            <a:ext cx="762000"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225" b="0">
                <a:solidFill>
                  <a:srgbClr val="FFFFFF"/>
                </a:solidFill>
                <a:latin typeface="Arial"/>
                <a:ea typeface="Arial"/>
                <a:cs typeface="Arial"/>
              </a:defRPr>
            </a:pPr>
            <a:r>
              <a:rPr sz="3225" b="0">
                <a:solidFill>
                  <a:srgbClr val="FFFFFF"/>
                </a:solidFill>
                <a:latin typeface="Arial"/>
                <a:ea typeface="Arial"/>
                <a:cs typeface="Arial"/>
              </a:rPr>
              <a:t>سؤالاً</a:t>
            </a:r>
          </a:p>
        </p:txBody>
      </p:sp>
      <p:sp>
        <p:nvSpPr>
          <p:cNvPr id="30" name="">
            <a:extLst xmlns:a="http://schemas.openxmlformats.org/drawingml/2006/main">
              <a:ext uri="{FF2B5EF4-FFF2-40B4-BE49-F238E27FC236}">
                <a16:creationId xmlns:a16="http://schemas.microsoft.com/office/drawing/2014/main" id="{9D274D57-477D-4483-AE1C-3CC2467D2A3F}"/>
              </a:ext>
            </a:extLst>
          </p:cNvPr>
          <p:cNvSpPr>
            <a:spLocks xmlns:a="http://schemas.openxmlformats.org/drawingml/2006/main" noGrp="1"/>
          </p:cNvSpPr>
          <p:nvPr/>
        </p:nvSpPr>
        <p:spPr>
          <a:xfrm xmlns:a="http://schemas.openxmlformats.org/drawingml/2006/main">
            <a:off x="16106775" y="6286500"/>
            <a:ext cx="752475"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925" b="0">
                <a:solidFill>
                  <a:srgbClr val="FFFFFF"/>
                </a:solidFill>
                <a:latin typeface="Arial"/>
                <a:ea typeface="Arial"/>
                <a:cs typeface="Arial"/>
              </a:defRPr>
            </a:pPr>
            <a:r>
              <a:rPr sz="2925" b="0">
                <a:solidFill>
                  <a:srgbClr val="FFFFFF"/>
                </a:solidFill>
                <a:latin typeface="Arial"/>
                <a:ea typeface="Arial"/>
                <a:cs typeface="Arial"/>
              </a:rPr>
              <a:t>الخادم</a:t>
            </a:r>
          </a:p>
        </p:txBody>
      </p:sp>
      <p:sp>
        <p:nvSpPr>
          <p:cNvPr id="31" name="">
            <a:extLst xmlns:a="http://schemas.openxmlformats.org/drawingml/2006/main">
              <a:ext uri="{FF2B5EF4-FFF2-40B4-BE49-F238E27FC236}">
                <a16:creationId xmlns:a16="http://schemas.microsoft.com/office/drawing/2014/main" id="{C4E9E094-48A7-4E72-90AC-4CA9FC214271}"/>
              </a:ext>
            </a:extLst>
          </p:cNvPr>
          <p:cNvSpPr>
            <a:spLocks xmlns:a="http://schemas.openxmlformats.org/drawingml/2006/main" noGrp="1"/>
          </p:cNvSpPr>
          <p:nvPr/>
        </p:nvSpPr>
        <p:spPr>
          <a:xfrm xmlns:a="http://schemas.openxmlformats.org/drawingml/2006/main">
            <a:off x="15089124" y="6286500"/>
            <a:ext cx="914400"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925" b="0">
                <a:solidFill>
                  <a:srgbClr val="FFFFFF"/>
                </a:solidFill>
                <a:latin typeface="Arial"/>
                <a:ea typeface="Arial"/>
                <a:cs typeface="Arial"/>
              </a:defRPr>
            </a:pPr>
            <a:r>
              <a:rPr sz="2925" b="0">
                <a:solidFill>
                  <a:srgbClr val="FFFFFF"/>
                </a:solidFill>
                <a:latin typeface="Arial"/>
                <a:ea typeface="Arial"/>
                <a:cs typeface="Arial"/>
              </a:rPr>
              <a:t>المختار</a:t>
            </a:r>
          </a:p>
        </p:txBody>
      </p:sp>
      <p:sp>
        <p:nvSpPr>
          <p:cNvPr id="32" name="">
            <a:extLst xmlns:a="http://schemas.openxmlformats.org/drawingml/2006/main">
              <a:ext uri="{FF2B5EF4-FFF2-40B4-BE49-F238E27FC236}">
                <a16:creationId xmlns:a16="http://schemas.microsoft.com/office/drawing/2014/main" id="{A3EACD94-E041-479B-B6FA-463CFC3BA032}"/>
              </a:ext>
            </a:extLst>
          </p:cNvPr>
          <p:cNvSpPr>
            <a:spLocks xmlns:a="http://schemas.openxmlformats.org/drawingml/2006/main" noGrp="1"/>
          </p:cNvSpPr>
          <p:nvPr/>
        </p:nvSpPr>
        <p:spPr>
          <a:xfrm xmlns:a="http://schemas.openxmlformats.org/drawingml/2006/main">
            <a:off x="14290548" y="6286500"/>
            <a:ext cx="695325"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925" b="0">
                <a:solidFill>
                  <a:srgbClr val="FFFFFF"/>
                </a:solidFill>
                <a:latin typeface="Arial"/>
                <a:ea typeface="Arial"/>
                <a:cs typeface="Arial"/>
              </a:defRPr>
            </a:pPr>
            <a:r>
              <a:rPr sz="2925" b="0">
                <a:solidFill>
                  <a:srgbClr val="FFFFFF"/>
                </a:solidFill>
                <a:latin typeface="Arial"/>
                <a:ea typeface="Arial"/>
                <a:cs typeface="Arial"/>
              </a:rPr>
              <a:t>سعره</a:t>
            </a:r>
          </a:p>
        </p:txBody>
      </p:sp>
      <p:sp>
        <p:nvSpPr>
          <p:cNvPr id="33" name="">
            <a:extLst xmlns:a="http://schemas.openxmlformats.org/drawingml/2006/main">
              <a:ext uri="{FF2B5EF4-FFF2-40B4-BE49-F238E27FC236}">
                <a16:creationId xmlns:a16="http://schemas.microsoft.com/office/drawing/2014/main" id="{99AA4817-6B4F-4619-8838-70D2BC3889DD}"/>
              </a:ext>
            </a:extLst>
          </p:cNvPr>
          <p:cNvSpPr>
            <a:spLocks xmlns:a="http://schemas.openxmlformats.org/drawingml/2006/main" noGrp="1"/>
          </p:cNvSpPr>
          <p:nvPr/>
        </p:nvSpPr>
        <p:spPr>
          <a:xfrm xmlns:a="http://schemas.openxmlformats.org/drawingml/2006/main">
            <a:off x="13149072" y="6286500"/>
            <a:ext cx="1038225"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925" b="0">
                <a:solidFill>
                  <a:srgbClr val="FFFFFF"/>
                </a:solidFill>
                <a:latin typeface="Arial"/>
                <a:ea typeface="Arial"/>
                <a:cs typeface="Arial"/>
              </a:defRPr>
            </a:pPr>
            <a:r>
              <a:rPr sz="2925" b="0">
                <a:solidFill>
                  <a:srgbClr val="FFFFFF"/>
                </a:solidFill>
                <a:latin typeface="Arial"/>
                <a:ea typeface="Arial"/>
                <a:cs typeface="Arial"/>
              </a:rPr>
              <a:t>الأساسي</a:t>
            </a:r>
          </a:p>
        </p:txBody>
      </p:sp>
      <p:sp>
        <p:nvSpPr>
          <p:cNvPr id="34" name="">
            <a:extLst xmlns:a="http://schemas.openxmlformats.org/drawingml/2006/main">
              <a:ext uri="{FF2B5EF4-FFF2-40B4-BE49-F238E27FC236}">
                <a16:creationId xmlns:a16="http://schemas.microsoft.com/office/drawing/2014/main" id="{56744300-A4E5-4E67-87DC-9B906D66B759}"/>
              </a:ext>
            </a:extLst>
          </p:cNvPr>
          <p:cNvSpPr>
            <a:spLocks xmlns:a="http://schemas.openxmlformats.org/drawingml/2006/main" noGrp="1"/>
          </p:cNvSpPr>
          <p:nvPr/>
        </p:nvSpPr>
        <p:spPr>
          <a:xfrm xmlns:a="http://schemas.openxmlformats.org/drawingml/2006/main">
            <a:off x="12569571" y="6286500"/>
            <a:ext cx="476250"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925" b="0">
                <a:solidFill>
                  <a:srgbClr val="FFFFFF"/>
                </a:solidFill>
                <a:latin typeface="Arial"/>
                <a:ea typeface="Arial"/>
                <a:cs typeface="Arial"/>
              </a:defRPr>
            </a:pPr>
            <a:r>
              <a:rPr sz="2925" b="0">
                <a:solidFill>
                  <a:srgbClr val="FFFFFF"/>
                </a:solidFill>
                <a:latin typeface="Arial"/>
                <a:ea typeface="Arial"/>
                <a:cs typeface="Arial"/>
              </a:rPr>
              <a:t>24</a:t>
            </a:r>
          </a:p>
        </p:txBody>
      </p:sp>
      <p:sp>
        <p:nvSpPr>
          <p:cNvPr id="35" name="">
            <a:extLst xmlns:a="http://schemas.openxmlformats.org/drawingml/2006/main">
              <a:ext uri="{FF2B5EF4-FFF2-40B4-BE49-F238E27FC236}">
                <a16:creationId xmlns:a16="http://schemas.microsoft.com/office/drawing/2014/main" id="{EFF9FF72-74C2-4906-ABDE-63889044BFFC}"/>
              </a:ext>
            </a:extLst>
          </p:cNvPr>
          <p:cNvSpPr>
            <a:spLocks xmlns:a="http://schemas.openxmlformats.org/drawingml/2006/main" noGrp="1"/>
          </p:cNvSpPr>
          <p:nvPr/>
        </p:nvSpPr>
        <p:spPr>
          <a:xfrm xmlns:a="http://schemas.openxmlformats.org/drawingml/2006/main">
            <a:off x="11656695" y="6286500"/>
            <a:ext cx="809625"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925" b="0">
                <a:solidFill>
                  <a:srgbClr val="FFFFFF"/>
                </a:solidFill>
                <a:latin typeface="Arial"/>
                <a:ea typeface="Arial"/>
                <a:cs typeface="Arial"/>
              </a:defRPr>
            </a:pPr>
            <a:r>
              <a:rPr sz="2925" b="0">
                <a:solidFill>
                  <a:srgbClr val="FFFFFF"/>
                </a:solidFill>
                <a:latin typeface="Arial"/>
                <a:ea typeface="Arial"/>
                <a:cs typeface="Arial"/>
              </a:rPr>
              <a:t>دولاراً</a:t>
            </a:r>
          </a:p>
        </p:txBody>
      </p:sp>
      <p:sp>
        <p:nvSpPr>
          <p:cNvPr id="36" name="">
            <a:extLst xmlns:a="http://schemas.openxmlformats.org/drawingml/2006/main">
              <a:ext uri="{FF2B5EF4-FFF2-40B4-BE49-F238E27FC236}">
                <a16:creationId xmlns:a16="http://schemas.microsoft.com/office/drawing/2014/main" id="{177E8AF4-4BF3-4751-8D97-B33BFAFE9A72}"/>
              </a:ext>
            </a:extLst>
          </p:cNvPr>
          <p:cNvSpPr>
            <a:spLocks xmlns:a="http://schemas.openxmlformats.org/drawingml/2006/main" noGrp="1"/>
          </p:cNvSpPr>
          <p:nvPr/>
        </p:nvSpPr>
        <p:spPr>
          <a:xfrm xmlns:a="http://schemas.openxmlformats.org/drawingml/2006/main">
            <a:off x="10791444" y="6286500"/>
            <a:ext cx="762000"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925" b="0">
                <a:solidFill>
                  <a:srgbClr val="FFFFFF"/>
                </a:solidFill>
                <a:latin typeface="Arial"/>
                <a:ea typeface="Arial"/>
                <a:cs typeface="Arial"/>
              </a:defRPr>
            </a:pPr>
            <a:r>
              <a:rPr sz="2925" b="0">
                <a:solidFill>
                  <a:srgbClr val="FFFFFF"/>
                </a:solidFill>
                <a:latin typeface="Arial"/>
                <a:ea typeface="Arial"/>
                <a:cs typeface="Arial"/>
              </a:rPr>
              <a:t>شهرياً</a:t>
            </a:r>
          </a:p>
        </p:txBody>
      </p:sp>
      <p:sp>
        <p:nvSpPr>
          <p:cNvPr id="37" name="">
            <a:extLst xmlns:a="http://schemas.openxmlformats.org/drawingml/2006/main">
              <a:ext uri="{FF2B5EF4-FFF2-40B4-BE49-F238E27FC236}">
                <a16:creationId xmlns:a16="http://schemas.microsoft.com/office/drawing/2014/main" id="{BA48F033-5E48-40EB-9667-2A908A3F2D6B}"/>
              </a:ext>
            </a:extLst>
          </p:cNvPr>
          <p:cNvSpPr>
            <a:spLocks xmlns:a="http://schemas.openxmlformats.org/drawingml/2006/main" noGrp="1"/>
          </p:cNvSpPr>
          <p:nvPr/>
        </p:nvSpPr>
        <p:spPr>
          <a:xfrm xmlns:a="http://schemas.openxmlformats.org/drawingml/2006/main">
            <a:off x="16182975" y="7096125"/>
            <a:ext cx="676275"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2EF2C2"/>
                </a:solidFill>
                <a:latin typeface="Arial"/>
                <a:ea typeface="Arial"/>
                <a:cs typeface="Arial"/>
              </a:defRPr>
            </a:pPr>
            <a:r>
              <a:rPr sz="2625" b="0">
                <a:solidFill>
                  <a:srgbClr val="2EF2C2"/>
                </a:solidFill>
                <a:latin typeface="Arial"/>
                <a:ea typeface="Arial"/>
                <a:cs typeface="Arial"/>
              </a:rPr>
              <a:t>تغطيه</a:t>
            </a:r>
          </a:p>
        </p:txBody>
      </p:sp>
      <p:sp>
        <p:nvSpPr>
          <p:cNvPr id="38" name="">
            <a:extLst xmlns:a="http://schemas.openxmlformats.org/drawingml/2006/main">
              <a:ext uri="{FF2B5EF4-FFF2-40B4-BE49-F238E27FC236}">
                <a16:creationId xmlns:a16="http://schemas.microsoft.com/office/drawing/2014/main" id="{9B9A9AEE-2DD2-42C8-A403-CCC5D9819DCD}"/>
              </a:ext>
            </a:extLst>
          </p:cNvPr>
          <p:cNvSpPr>
            <a:spLocks xmlns:a="http://schemas.openxmlformats.org/drawingml/2006/main" noGrp="1"/>
          </p:cNvSpPr>
          <p:nvPr/>
        </p:nvSpPr>
        <p:spPr>
          <a:xfrm xmlns:a="http://schemas.openxmlformats.org/drawingml/2006/main">
            <a:off x="15309342" y="7096125"/>
            <a:ext cx="781050"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2EF2C2"/>
                </a:solidFill>
                <a:latin typeface="Arial"/>
                <a:ea typeface="Arial"/>
                <a:cs typeface="Arial"/>
              </a:defRPr>
            </a:pPr>
            <a:r>
              <a:rPr sz="2625" b="0">
                <a:solidFill>
                  <a:srgbClr val="2EF2C2"/>
                </a:solidFill>
                <a:latin typeface="Arial"/>
                <a:ea typeface="Arial"/>
                <a:cs typeface="Arial"/>
              </a:rPr>
              <a:t>أرصدة</a:t>
            </a:r>
          </a:p>
        </p:txBody>
      </p:sp>
      <p:sp>
        <p:nvSpPr>
          <p:cNvPr id="39" name="">
            <a:extLst xmlns:a="http://schemas.openxmlformats.org/drawingml/2006/main">
              <a:ext uri="{FF2B5EF4-FFF2-40B4-BE49-F238E27FC236}">
                <a16:creationId xmlns:a16="http://schemas.microsoft.com/office/drawing/2014/main" id="{30FB5EE8-4250-4CF3-8A75-5C0F0E1F5AFC}"/>
              </a:ext>
            </a:extLst>
          </p:cNvPr>
          <p:cNvSpPr>
            <a:spLocks xmlns:a="http://schemas.openxmlformats.org/drawingml/2006/main" noGrp="1"/>
          </p:cNvSpPr>
          <p:nvPr/>
        </p:nvSpPr>
        <p:spPr>
          <a:xfrm xmlns:a="http://schemas.openxmlformats.org/drawingml/2006/main">
            <a:off x="14330934" y="7096125"/>
            <a:ext cx="885825"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2EF2C2"/>
                </a:solidFill>
                <a:latin typeface="Arial"/>
                <a:ea typeface="Arial"/>
                <a:cs typeface="Arial"/>
              </a:defRPr>
            </a:pPr>
            <a:r>
              <a:rPr sz="2625" b="0">
                <a:solidFill>
                  <a:srgbClr val="2EF2C2"/>
                </a:solidFill>
                <a:latin typeface="Arial"/>
                <a:ea typeface="Arial"/>
                <a:cs typeface="Arial"/>
              </a:rPr>
              <a:t>التسجيل</a:t>
            </a:r>
          </a:p>
        </p:txBody>
      </p:sp>
      <p:sp>
        <p:nvSpPr>
          <p:cNvPr id="40" name="">
            <a:extLst xmlns:a="http://schemas.openxmlformats.org/drawingml/2006/main">
              <a:ext uri="{FF2B5EF4-FFF2-40B4-BE49-F238E27FC236}">
                <a16:creationId xmlns:a16="http://schemas.microsoft.com/office/drawing/2014/main" id="{E7E37580-AA3C-4ACA-BB7B-7DC89F19AE5F}"/>
              </a:ext>
            </a:extLst>
          </p:cNvPr>
          <p:cNvSpPr>
            <a:spLocks xmlns:a="http://schemas.openxmlformats.org/drawingml/2006/main" noGrp="1"/>
          </p:cNvSpPr>
          <p:nvPr/>
        </p:nvSpPr>
        <p:spPr>
          <a:xfrm xmlns:a="http://schemas.openxmlformats.org/drawingml/2006/main">
            <a:off x="12923901" y="7096125"/>
            <a:ext cx="1314450"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2EF2C2"/>
                </a:solidFill>
                <a:latin typeface="Arial"/>
                <a:ea typeface="Arial"/>
                <a:cs typeface="Arial"/>
              </a:defRPr>
            </a:pPr>
            <a:r>
              <a:rPr sz="2625" b="0">
                <a:solidFill>
                  <a:srgbClr val="2EF2C2"/>
                </a:solidFill>
                <a:latin typeface="Arial"/>
                <a:ea typeface="Arial"/>
                <a:cs typeface="Arial"/>
              </a:rPr>
              <a:t>ومشروعات</a:t>
            </a:r>
          </a:p>
        </p:txBody>
      </p:sp>
      <p:sp>
        <p:nvSpPr>
          <p:cNvPr id="41" name="">
            <a:extLst xmlns:a="http://schemas.openxmlformats.org/drawingml/2006/main">
              <a:ext uri="{FF2B5EF4-FFF2-40B4-BE49-F238E27FC236}">
                <a16:creationId xmlns:a16="http://schemas.microsoft.com/office/drawing/2014/main" id="{DD71DBFE-2477-49B8-B43D-071D694577D6}"/>
              </a:ext>
            </a:extLst>
          </p:cNvPr>
          <p:cNvSpPr>
            <a:spLocks xmlns:a="http://schemas.openxmlformats.org/drawingml/2006/main" noGrp="1"/>
          </p:cNvSpPr>
          <p:nvPr/>
        </p:nvSpPr>
        <p:spPr>
          <a:xfrm xmlns:a="http://schemas.openxmlformats.org/drawingml/2006/main">
            <a:off x="12221718" y="7096125"/>
            <a:ext cx="609600"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2EF2C2"/>
                </a:solidFill>
                <a:latin typeface="Arial"/>
                <a:ea typeface="Arial"/>
                <a:cs typeface="Arial"/>
              </a:defRPr>
            </a:pPr>
            <a:r>
              <a:rPr sz="2625" b="0">
                <a:solidFill>
                  <a:srgbClr val="2EF2C2"/>
                </a:solidFill>
                <a:latin typeface="Arial"/>
                <a:ea typeface="Arial"/>
                <a:cs typeface="Arial"/>
              </a:rPr>
              <a:t>سابقة</a:t>
            </a:r>
          </a:p>
        </p:txBody>
      </p:sp>
      <p:sp>
        <p:nvSpPr>
          <p:cNvPr id="42" name="">
            <a:extLst xmlns:a="http://schemas.openxmlformats.org/drawingml/2006/main">
              <a:ext uri="{FF2B5EF4-FFF2-40B4-BE49-F238E27FC236}">
                <a16:creationId xmlns:a16="http://schemas.microsoft.com/office/drawing/2014/main" id="{298BA86E-85F2-4A24-9383-9C55356288E3}"/>
              </a:ext>
            </a:extLst>
          </p:cNvPr>
          <p:cNvSpPr>
            <a:spLocks xmlns:a="http://schemas.openxmlformats.org/drawingml/2006/main" noGrp="1"/>
          </p:cNvSpPr>
          <p:nvPr/>
        </p:nvSpPr>
        <p:spPr>
          <a:xfrm xmlns:a="http://schemas.openxmlformats.org/drawingml/2006/main">
            <a:off x="11881485" y="7096125"/>
            <a:ext cx="247650"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2EF2C2"/>
                </a:solidFill>
                <a:latin typeface="Arial"/>
                <a:ea typeface="Arial"/>
                <a:cs typeface="Arial"/>
              </a:defRPr>
            </a:pPr>
            <a:r>
              <a:rPr sz="2625" b="0">
                <a:solidFill>
                  <a:srgbClr val="2EF2C2"/>
                </a:solidFill>
                <a:latin typeface="Arial"/>
                <a:ea typeface="Arial"/>
                <a:cs typeface="Arial"/>
              </a:rPr>
              <a:t>لم</a:t>
            </a:r>
          </a:p>
        </p:txBody>
      </p:sp>
      <p:sp>
        <p:nvSpPr>
          <p:cNvPr id="43" name="">
            <a:extLst xmlns:a="http://schemas.openxmlformats.org/drawingml/2006/main">
              <a:ext uri="{FF2B5EF4-FFF2-40B4-BE49-F238E27FC236}">
                <a16:creationId xmlns:a16="http://schemas.microsoft.com/office/drawing/2014/main" id="{A8298019-A694-40D7-ACA8-85F73D6EEE92}"/>
              </a:ext>
            </a:extLst>
          </p:cNvPr>
          <p:cNvSpPr>
            <a:spLocks xmlns:a="http://schemas.openxmlformats.org/drawingml/2006/main" noGrp="1"/>
          </p:cNvSpPr>
          <p:nvPr/>
        </p:nvSpPr>
        <p:spPr>
          <a:xfrm xmlns:a="http://schemas.openxmlformats.org/drawingml/2006/main">
            <a:off x="11303127" y="7096125"/>
            <a:ext cx="485775"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2EF2C2"/>
                </a:solidFill>
                <a:latin typeface="Arial"/>
                <a:ea typeface="Arial"/>
                <a:cs typeface="Arial"/>
              </a:defRPr>
            </a:pPr>
            <a:r>
              <a:rPr sz="2625" b="0">
                <a:solidFill>
                  <a:srgbClr val="2EF2C2"/>
                </a:solidFill>
                <a:latin typeface="Arial"/>
                <a:ea typeface="Arial"/>
                <a:cs typeface="Arial"/>
              </a:rPr>
              <a:t>أدفع</a:t>
            </a:r>
          </a:p>
        </p:txBody>
      </p:sp>
      <p:sp>
        <p:nvSpPr>
          <p:cNvPr id="44" name="">
            <a:extLst xmlns:a="http://schemas.openxmlformats.org/drawingml/2006/main">
              <a:ext uri="{FF2B5EF4-FFF2-40B4-BE49-F238E27FC236}">
                <a16:creationId xmlns:a16="http://schemas.microsoft.com/office/drawing/2014/main" id="{8372D19D-CD81-4F0E-A38C-BDED75CF6115}"/>
              </a:ext>
            </a:extLst>
          </p:cNvPr>
          <p:cNvSpPr>
            <a:spLocks xmlns:a="http://schemas.openxmlformats.org/drawingml/2006/main" noGrp="1"/>
          </p:cNvSpPr>
          <p:nvPr/>
        </p:nvSpPr>
        <p:spPr>
          <a:xfrm xmlns:a="http://schemas.openxmlformats.org/drawingml/2006/main">
            <a:off x="10048494" y="7096125"/>
            <a:ext cx="1162050"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2EF2C2"/>
                </a:solidFill>
                <a:latin typeface="Arial"/>
                <a:ea typeface="Arial"/>
                <a:cs typeface="Arial"/>
              </a:defRPr>
            </a:pPr>
            <a:r>
              <a:rPr sz="2625" b="0">
                <a:solidFill>
                  <a:srgbClr val="2EF2C2"/>
                </a:solidFill>
                <a:latin typeface="Arial"/>
                <a:ea typeface="Arial"/>
                <a:cs typeface="Arial"/>
              </a:rPr>
              <a:t>للاستضافة</a:t>
            </a:r>
          </a:p>
        </p:txBody>
      </p:sp>
      <p:sp>
        <p:nvSpPr>
          <p:cNvPr id="45" name="">
            <a:extLst xmlns:a="http://schemas.openxmlformats.org/drawingml/2006/main">
              <a:ext uri="{FF2B5EF4-FFF2-40B4-BE49-F238E27FC236}">
                <a16:creationId xmlns:a16="http://schemas.microsoft.com/office/drawing/2014/main" id="{229E97B4-5088-4334-81D9-E3FDEA62B028}"/>
              </a:ext>
            </a:extLst>
          </p:cNvPr>
          <p:cNvSpPr>
            <a:spLocks xmlns:a="http://schemas.openxmlformats.org/drawingml/2006/main" noGrp="1"/>
          </p:cNvSpPr>
          <p:nvPr/>
        </p:nvSpPr>
        <p:spPr>
          <a:xfrm xmlns:a="http://schemas.openxmlformats.org/drawingml/2006/main">
            <a:off x="9584436" y="7096125"/>
            <a:ext cx="371475"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2EF2C2"/>
                </a:solidFill>
                <a:latin typeface="Arial"/>
                <a:ea typeface="Arial"/>
                <a:cs typeface="Arial"/>
              </a:defRPr>
            </a:pPr>
            <a:r>
              <a:rPr sz="2625" b="0">
                <a:solidFill>
                  <a:srgbClr val="2EF2C2"/>
                </a:solidFill>
                <a:latin typeface="Arial"/>
                <a:ea typeface="Arial"/>
                <a:cs typeface="Arial"/>
              </a:rPr>
              <a:t>من</a:t>
            </a:r>
          </a:p>
        </p:txBody>
      </p:sp>
      <p:sp>
        <p:nvSpPr>
          <p:cNvPr id="46" name="">
            <a:extLst xmlns:a="http://schemas.openxmlformats.org/drawingml/2006/main">
              <a:ext uri="{FF2B5EF4-FFF2-40B4-BE49-F238E27FC236}">
                <a16:creationId xmlns:a16="http://schemas.microsoft.com/office/drawing/2014/main" id="{DE375063-14F8-44B8-ADE4-F8CDA0DD192E}"/>
              </a:ext>
            </a:extLst>
          </p:cNvPr>
          <p:cNvSpPr>
            <a:spLocks xmlns:a="http://schemas.openxmlformats.org/drawingml/2006/main" noGrp="1"/>
          </p:cNvSpPr>
          <p:nvPr/>
        </p:nvSpPr>
        <p:spPr>
          <a:xfrm xmlns:a="http://schemas.openxmlformats.org/drawingml/2006/main">
            <a:off x="8958453" y="7096125"/>
            <a:ext cx="533400"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2EF2C2"/>
                </a:solidFill>
                <a:latin typeface="Arial"/>
                <a:ea typeface="Arial"/>
                <a:cs typeface="Arial"/>
              </a:defRPr>
            </a:pPr>
            <a:r>
              <a:rPr sz="2625" b="0">
                <a:solidFill>
                  <a:srgbClr val="2EF2C2"/>
                </a:solidFill>
                <a:latin typeface="Arial"/>
                <a:ea typeface="Arial"/>
                <a:cs typeface="Arial"/>
              </a:rPr>
              <a:t>مالي</a:t>
            </a:r>
          </a:p>
        </p:txBody>
      </p:sp>
      <p:sp>
        <p:nvSpPr>
          <p:cNvPr id="47" name="">
            <a:extLst xmlns:a="http://schemas.openxmlformats.org/drawingml/2006/main">
              <a:ext uri="{FF2B5EF4-FFF2-40B4-BE49-F238E27FC236}">
                <a16:creationId xmlns:a16="http://schemas.microsoft.com/office/drawing/2014/main" id="{24520CE5-5506-483C-8164-1AD860329E73}"/>
              </a:ext>
            </a:extLst>
          </p:cNvPr>
          <p:cNvSpPr>
            <a:spLocks xmlns:a="http://schemas.openxmlformats.org/drawingml/2006/main" noGrp="1"/>
          </p:cNvSpPr>
          <p:nvPr/>
        </p:nvSpPr>
        <p:spPr>
          <a:xfrm xmlns:a="http://schemas.openxmlformats.org/drawingml/2006/main">
            <a:off x="8351520" y="7096125"/>
            <a:ext cx="514350"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2EF2C2"/>
                </a:solidFill>
                <a:latin typeface="Arial"/>
                <a:ea typeface="Arial"/>
                <a:cs typeface="Arial"/>
              </a:defRPr>
            </a:pPr>
            <a:r>
              <a:rPr sz="2625" b="0">
                <a:solidFill>
                  <a:srgbClr val="2EF2C2"/>
                </a:solidFill>
                <a:latin typeface="Arial"/>
                <a:ea typeface="Arial"/>
                <a:cs typeface="Arial"/>
              </a:rPr>
              <a:t>حتى</a:t>
            </a:r>
          </a:p>
        </p:txBody>
      </p:sp>
      <p:sp>
        <p:nvSpPr>
          <p:cNvPr id="48" name="">
            <a:extLst xmlns:a="http://schemas.openxmlformats.org/drawingml/2006/main">
              <a:ext uri="{FF2B5EF4-FFF2-40B4-BE49-F238E27FC236}">
                <a16:creationId xmlns:a16="http://schemas.microsoft.com/office/drawing/2014/main" id="{27A422F9-EC7E-4A2B-8435-579EA821296D}"/>
              </a:ext>
            </a:extLst>
          </p:cNvPr>
          <p:cNvSpPr>
            <a:spLocks xmlns:a="http://schemas.openxmlformats.org/drawingml/2006/main" noGrp="1"/>
          </p:cNvSpPr>
          <p:nvPr/>
        </p:nvSpPr>
        <p:spPr>
          <a:xfrm xmlns:a="http://schemas.openxmlformats.org/drawingml/2006/main">
            <a:off x="7773162" y="7096125"/>
            <a:ext cx="485775"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0">
                <a:solidFill>
                  <a:srgbClr val="2EF2C2"/>
                </a:solidFill>
                <a:latin typeface="Arial"/>
                <a:ea typeface="Arial"/>
                <a:cs typeface="Arial"/>
              </a:defRPr>
            </a:pPr>
            <a:r>
              <a:rPr sz="2625" b="0">
                <a:solidFill>
                  <a:srgbClr val="2EF2C2"/>
                </a:solidFill>
                <a:latin typeface="Arial"/>
                <a:ea typeface="Arial"/>
                <a:cs typeface="Arial"/>
              </a:rPr>
              <a:t>الآن</a:t>
            </a:r>
          </a:p>
        </p:txBody>
      </p:sp>
      <p:sp>
        <p:nvSpPr>
          <p:cNvPr id="49" name="">
            <a:extLst xmlns:a="http://schemas.openxmlformats.org/drawingml/2006/main">
              <a:ext uri="{FF2B5EF4-FFF2-40B4-BE49-F238E27FC236}">
                <a16:creationId xmlns:a16="http://schemas.microsoft.com/office/drawing/2014/main" id="{8B09ED29-720D-45FC-B8C7-4A9C3EADA1B6}"/>
              </a:ext>
            </a:extLst>
          </p:cNvPr>
          <p:cNvSpPr>
            <a:spLocks xmlns:a="http://schemas.openxmlformats.org/drawingml/2006/main" noGrp="1"/>
          </p:cNvSpPr>
          <p:nvPr/>
        </p:nvSpPr>
        <p:spPr>
          <a:xfrm xmlns:a="http://schemas.openxmlformats.org/drawingml/2006/main">
            <a:off x="16335375" y="8086725"/>
            <a:ext cx="523875"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325" b="0">
                <a:solidFill>
                  <a:srgbClr val="BAC5DF"/>
                </a:solidFill>
                <a:latin typeface="Arial"/>
                <a:ea typeface="Arial"/>
                <a:cs typeface="Arial"/>
              </a:defRPr>
            </a:pPr>
            <a:r>
              <a:rPr sz="2325" b="0">
                <a:solidFill>
                  <a:srgbClr val="BAC5DF"/>
                </a:solidFill>
                <a:latin typeface="Arial"/>
                <a:ea typeface="Arial"/>
                <a:cs typeface="Arial"/>
              </a:rPr>
              <a:t>تقدير</a:t>
            </a:r>
          </a:p>
        </p:txBody>
      </p:sp>
      <p:sp>
        <p:nvSpPr>
          <p:cNvPr id="50" name="">
            <a:extLst xmlns:a="http://schemas.openxmlformats.org/drawingml/2006/main">
              <a:ext uri="{FF2B5EF4-FFF2-40B4-BE49-F238E27FC236}">
                <a16:creationId xmlns:a16="http://schemas.microsoft.com/office/drawing/2014/main" id="{079F90B8-E477-4657-96D0-50B80014B269}"/>
              </a:ext>
            </a:extLst>
          </p:cNvPr>
          <p:cNvSpPr>
            <a:spLocks xmlns:a="http://schemas.openxmlformats.org/drawingml/2006/main" noGrp="1"/>
          </p:cNvSpPr>
          <p:nvPr/>
        </p:nvSpPr>
        <p:spPr>
          <a:xfrm xmlns:a="http://schemas.openxmlformats.org/drawingml/2006/main">
            <a:off x="15668625" y="8086725"/>
            <a:ext cx="581025"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325" b="0">
                <a:solidFill>
                  <a:srgbClr val="BAC5DF"/>
                </a:solidFill>
                <a:latin typeface="Arial"/>
                <a:ea typeface="Arial"/>
                <a:cs typeface="Arial"/>
              </a:defRPr>
            </a:pPr>
            <a:r>
              <a:rPr sz="2325" b="0">
                <a:solidFill>
                  <a:srgbClr val="BAC5DF"/>
                </a:solidFill>
                <a:latin typeface="Arial"/>
                <a:ea typeface="Arial"/>
                <a:cs typeface="Arial"/>
              </a:rPr>
              <a:t>لسجل</a:t>
            </a:r>
          </a:p>
        </p:txBody>
      </p:sp>
      <p:sp>
        <p:nvSpPr>
          <p:cNvPr id="51" name="">
            <a:extLst xmlns:a="http://schemas.openxmlformats.org/drawingml/2006/main">
              <a:ext uri="{FF2B5EF4-FFF2-40B4-BE49-F238E27FC236}">
                <a16:creationId xmlns:a16="http://schemas.microsoft.com/office/drawing/2014/main" id="{73A4F089-E4BB-4D56-BFD9-707696615984}"/>
              </a:ext>
            </a:extLst>
          </p:cNvPr>
          <p:cNvSpPr>
            <a:spLocks xmlns:a="http://schemas.openxmlformats.org/drawingml/2006/main" noGrp="1"/>
          </p:cNvSpPr>
          <p:nvPr/>
        </p:nvSpPr>
        <p:spPr>
          <a:xfrm xmlns:a="http://schemas.openxmlformats.org/drawingml/2006/main">
            <a:off x="14811375" y="8086725"/>
            <a:ext cx="771525"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325" b="0">
                <a:solidFill>
                  <a:srgbClr val="BAC5DF"/>
                </a:solidFill>
                <a:latin typeface="Arial"/>
                <a:ea typeface="Arial"/>
                <a:cs typeface="Arial"/>
              </a:defRPr>
            </a:pPr>
            <a:r>
              <a:rPr sz="2325" b="0">
                <a:solidFill>
                  <a:srgbClr val="BAC5DF"/>
                </a:solidFill>
                <a:latin typeface="Arial"/>
                <a:ea typeface="Arial"/>
                <a:cs typeface="Arial"/>
              </a:rPr>
              <a:t>استخدام</a:t>
            </a:r>
          </a:p>
        </p:txBody>
      </p:sp>
      <p:sp>
        <p:nvSpPr>
          <p:cNvPr id="52" name="">
            <a:extLst xmlns:a="http://schemas.openxmlformats.org/drawingml/2006/main">
              <a:ext uri="{FF2B5EF4-FFF2-40B4-BE49-F238E27FC236}">
                <a16:creationId xmlns:a16="http://schemas.microsoft.com/office/drawing/2014/main" id="{627D9F55-BA42-4548-8485-17785DBB2681}"/>
              </a:ext>
            </a:extLst>
          </p:cNvPr>
          <p:cNvSpPr>
            <a:spLocks xmlns:a="http://schemas.openxmlformats.org/drawingml/2006/main" noGrp="1"/>
          </p:cNvSpPr>
          <p:nvPr/>
        </p:nvSpPr>
        <p:spPr>
          <a:xfrm xmlns:a="http://schemas.openxmlformats.org/drawingml/2006/main">
            <a:off x="14020800" y="8086725"/>
            <a:ext cx="704850"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325" b="0">
                <a:solidFill>
                  <a:srgbClr val="BAC5DF"/>
                </a:solidFill>
                <a:latin typeface="Arial"/>
                <a:ea typeface="Arial"/>
                <a:cs typeface="Arial"/>
              </a:defRPr>
            </a:pPr>
            <a:r>
              <a:rPr sz="2325" b="0">
                <a:solidFill>
                  <a:srgbClr val="BAC5DF"/>
                </a:solidFill>
                <a:latin typeface="Arial"/>
                <a:ea typeface="Arial"/>
                <a:cs typeface="Arial"/>
              </a:rPr>
              <a:t>النماذج</a:t>
            </a:r>
          </a:p>
        </p:txBody>
      </p:sp>
      <p:sp>
        <p:nvSpPr>
          <p:cNvPr id="53" name="">
            <a:extLst xmlns:a="http://schemas.openxmlformats.org/drawingml/2006/main">
              <a:ext uri="{FF2B5EF4-FFF2-40B4-BE49-F238E27FC236}">
                <a16:creationId xmlns:a16="http://schemas.microsoft.com/office/drawing/2014/main" id="{761755AD-A9D4-4BA8-A68E-6ACC40630CAD}"/>
              </a:ext>
            </a:extLst>
          </p:cNvPr>
          <p:cNvSpPr>
            <a:spLocks xmlns:a="http://schemas.openxmlformats.org/drawingml/2006/main" noGrp="1"/>
          </p:cNvSpPr>
          <p:nvPr/>
        </p:nvSpPr>
        <p:spPr>
          <a:xfrm xmlns:a="http://schemas.openxmlformats.org/drawingml/2006/main">
            <a:off x="13373100" y="8086725"/>
            <a:ext cx="561975"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325" b="0">
                <a:solidFill>
                  <a:srgbClr val="BAC5DF"/>
                </a:solidFill>
                <a:latin typeface="Arial"/>
                <a:ea typeface="Arial"/>
                <a:cs typeface="Arial"/>
              </a:defRPr>
            </a:pPr>
            <a:r>
              <a:rPr sz="2325" b="0">
                <a:solidFill>
                  <a:srgbClr val="BAC5DF"/>
                </a:solidFill>
                <a:latin typeface="Arial"/>
                <a:ea typeface="Arial"/>
                <a:cs typeface="Arial"/>
              </a:rPr>
              <a:t>وليس</a:t>
            </a:r>
          </a:p>
        </p:txBody>
      </p:sp>
      <p:sp>
        <p:nvSpPr>
          <p:cNvPr id="54" name="">
            <a:extLst xmlns:a="http://schemas.openxmlformats.org/drawingml/2006/main">
              <a:ext uri="{FF2B5EF4-FFF2-40B4-BE49-F238E27FC236}">
                <a16:creationId xmlns:a16="http://schemas.microsoft.com/office/drawing/2014/main" id="{884BC7D5-8929-431C-9BA2-23108E5E60CA}"/>
              </a:ext>
            </a:extLst>
          </p:cNvPr>
          <p:cNvSpPr>
            <a:spLocks xmlns:a="http://schemas.openxmlformats.org/drawingml/2006/main" noGrp="1"/>
          </p:cNvSpPr>
          <p:nvPr/>
        </p:nvSpPr>
        <p:spPr>
          <a:xfrm xmlns:a="http://schemas.openxmlformats.org/drawingml/2006/main">
            <a:off x="12744450" y="8086725"/>
            <a:ext cx="542925"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325" b="0">
                <a:solidFill>
                  <a:srgbClr val="BAC5DF"/>
                </a:solidFill>
                <a:latin typeface="Arial"/>
                <a:ea typeface="Arial"/>
                <a:cs typeface="Arial"/>
              </a:defRPr>
            </a:pPr>
            <a:r>
              <a:rPr sz="2325" b="0">
                <a:solidFill>
                  <a:srgbClr val="BAC5DF"/>
                </a:solidFill>
                <a:latin typeface="Arial"/>
                <a:ea typeface="Arial"/>
                <a:cs typeface="Arial"/>
              </a:rPr>
              <a:t>سعراً</a:t>
            </a:r>
          </a:p>
        </p:txBody>
      </p:sp>
      <p:sp>
        <p:nvSpPr>
          <p:cNvPr id="55" name="">
            <a:extLst xmlns:a="http://schemas.openxmlformats.org/drawingml/2006/main">
              <a:ext uri="{FF2B5EF4-FFF2-40B4-BE49-F238E27FC236}">
                <a16:creationId xmlns:a16="http://schemas.microsoft.com/office/drawing/2014/main" id="{CD68DA01-107A-43DC-84EC-39C12F015718}"/>
              </a:ext>
            </a:extLst>
          </p:cNvPr>
          <p:cNvSpPr>
            <a:spLocks xmlns:a="http://schemas.openxmlformats.org/drawingml/2006/main" noGrp="1"/>
          </p:cNvSpPr>
          <p:nvPr/>
        </p:nvSpPr>
        <p:spPr>
          <a:xfrm xmlns:a="http://schemas.openxmlformats.org/drawingml/2006/main">
            <a:off x="11849100" y="8086725"/>
            <a:ext cx="809625"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325" b="0">
                <a:solidFill>
                  <a:srgbClr val="BAC5DF"/>
                </a:solidFill>
                <a:latin typeface="Arial"/>
                <a:ea typeface="Arial"/>
                <a:cs typeface="Arial"/>
              </a:defRPr>
            </a:pPr>
            <a:r>
              <a:rPr sz="2325" b="0">
                <a:solidFill>
                  <a:srgbClr val="BAC5DF"/>
                </a:solidFill>
                <a:latin typeface="Arial"/>
                <a:ea typeface="Arial"/>
                <a:cs typeface="Arial"/>
              </a:rPr>
              <a:t>مضموناً</a:t>
            </a:r>
          </a:p>
        </p:txBody>
      </p:sp>
      <p:sp>
        <p:nvSpPr>
          <p:cNvPr id="56" name="">
            <a:extLst xmlns:a="http://schemas.openxmlformats.org/drawingml/2006/main">
              <a:ext uri="{FF2B5EF4-FFF2-40B4-BE49-F238E27FC236}">
                <a16:creationId xmlns:a16="http://schemas.microsoft.com/office/drawing/2014/main" id="{C4F0A2EA-D3CF-459D-8434-64C9F11377EE}"/>
              </a:ext>
            </a:extLst>
          </p:cNvPr>
          <p:cNvSpPr>
            <a:spLocks xmlns:a="http://schemas.openxmlformats.org/drawingml/2006/main" noGrp="1"/>
          </p:cNvSpPr>
          <p:nvPr/>
        </p:nvSpPr>
        <p:spPr>
          <a:xfrm xmlns:a="http://schemas.openxmlformats.org/drawingml/2006/main">
            <a:off x="11515725" y="8086725"/>
            <a:ext cx="247650"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325" b="0">
                <a:solidFill>
                  <a:srgbClr val="BAC5DF"/>
                </a:solidFill>
                <a:latin typeface="Arial"/>
                <a:ea typeface="Arial"/>
                <a:cs typeface="Arial"/>
              </a:defRPr>
            </a:pPr>
            <a:r>
              <a:rPr sz="2325" b="0">
                <a:solidFill>
                  <a:srgbClr val="BAC5DF"/>
                </a:solidFill>
                <a:latin typeface="Arial"/>
                <a:ea typeface="Arial"/>
                <a:cs typeface="Arial"/>
              </a:rPr>
              <a:t>أو</a:t>
            </a:r>
          </a:p>
        </p:txBody>
      </p:sp>
      <p:sp>
        <p:nvSpPr>
          <p:cNvPr id="57" name="">
            <a:extLst xmlns:a="http://schemas.openxmlformats.org/drawingml/2006/main">
              <a:ext uri="{FF2B5EF4-FFF2-40B4-BE49-F238E27FC236}">
                <a16:creationId xmlns:a16="http://schemas.microsoft.com/office/drawing/2014/main" id="{9CBF9053-0035-4682-8110-20963557B415}"/>
              </a:ext>
            </a:extLst>
          </p:cNvPr>
          <p:cNvSpPr>
            <a:spLocks xmlns:a="http://schemas.openxmlformats.org/drawingml/2006/main" noGrp="1"/>
          </p:cNvSpPr>
          <p:nvPr/>
        </p:nvSpPr>
        <p:spPr>
          <a:xfrm xmlns:a="http://schemas.openxmlformats.org/drawingml/2006/main">
            <a:off x="10791825" y="8086725"/>
            <a:ext cx="638175"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325" b="0">
                <a:solidFill>
                  <a:srgbClr val="BAC5DF"/>
                </a:solidFill>
                <a:latin typeface="Arial"/>
                <a:ea typeface="Arial"/>
                <a:cs typeface="Arial"/>
              </a:defRPr>
            </a:pPr>
            <a:r>
              <a:rPr sz="2325" b="0">
                <a:solidFill>
                  <a:srgbClr val="BAC5DF"/>
                </a:solidFill>
                <a:latin typeface="Arial"/>
                <a:ea typeface="Arial"/>
                <a:cs typeface="Arial"/>
              </a:rPr>
              <a:t>فاتورة</a:t>
            </a:r>
          </a:p>
        </p:txBody>
      </p:sp>
      <p:sp>
        <p:nvSpPr>
          <p:cNvPr id="58" name="">
            <a:extLst xmlns:a="http://schemas.openxmlformats.org/drawingml/2006/main">
              <a:ext uri="{FF2B5EF4-FFF2-40B4-BE49-F238E27FC236}">
                <a16:creationId xmlns:a16="http://schemas.microsoft.com/office/drawing/2014/main" id="{31F408FE-8D78-4D7F-9025-920754C22583}"/>
              </a:ext>
            </a:extLst>
          </p:cNvPr>
          <p:cNvSpPr>
            <a:spLocks xmlns:a="http://schemas.openxmlformats.org/drawingml/2006/main" noGrp="1"/>
          </p:cNvSpPr>
          <p:nvPr/>
        </p:nvSpPr>
        <p:spPr>
          <a:xfrm xmlns:a="http://schemas.openxmlformats.org/drawingml/2006/main">
            <a:off x="10134600" y="8086725"/>
            <a:ext cx="571500"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325" b="0">
                <a:solidFill>
                  <a:srgbClr val="BAC5DF"/>
                </a:solidFill>
                <a:latin typeface="Arial"/>
                <a:ea typeface="Arial"/>
                <a:cs typeface="Arial"/>
              </a:defRPr>
            </a:pPr>
            <a:r>
              <a:rPr sz="2325" b="0">
                <a:solidFill>
                  <a:srgbClr val="BAC5DF"/>
                </a:solidFill>
                <a:latin typeface="Arial"/>
                <a:ea typeface="Arial"/>
                <a:cs typeface="Arial"/>
              </a:rPr>
              <a:t>نهائية</a:t>
            </a:r>
          </a:p>
        </p:txBody>
      </p:sp>
      <p:sp>
        <p:nvSpPr>
          <p:cNvPr id="59" name="">
            <a:extLst xmlns:a="http://schemas.openxmlformats.org/drawingml/2006/main">
              <a:ext uri="{FF2B5EF4-FFF2-40B4-BE49-F238E27FC236}">
                <a16:creationId xmlns:a16="http://schemas.microsoft.com/office/drawing/2014/main" id="{A72F113E-2B02-46C4-8101-D959618BE9A9}"/>
              </a:ext>
            </a:extLst>
          </p:cNvPr>
          <p:cNvSpPr>
            <a:spLocks xmlns:a="http://schemas.openxmlformats.org/drawingml/2006/main" noGrp="1"/>
          </p:cNvSpPr>
          <p:nvPr/>
        </p:nvSpPr>
        <p:spPr>
          <a:xfrm xmlns:a="http://schemas.openxmlformats.org/drawingml/2006/main">
            <a:off x="16135350" y="8705850"/>
            <a:ext cx="72390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BAC5DF"/>
                </a:solidFill>
                <a:latin typeface="Arial"/>
                <a:ea typeface="Arial"/>
                <a:cs typeface="Arial"/>
              </a:defRPr>
            </a:pPr>
            <a:r>
              <a:rPr sz="2175" b="0">
                <a:solidFill>
                  <a:srgbClr val="BAC5DF"/>
                </a:solidFill>
                <a:latin typeface="Arial"/>
                <a:ea typeface="Arial"/>
                <a:cs typeface="Arial"/>
              </a:rPr>
              <a:t>الصوت</a:t>
            </a:r>
          </a:p>
        </p:txBody>
      </p:sp>
      <p:sp>
        <p:nvSpPr>
          <p:cNvPr id="60" name="">
            <a:extLst xmlns:a="http://schemas.openxmlformats.org/drawingml/2006/main">
              <a:ext uri="{FF2B5EF4-FFF2-40B4-BE49-F238E27FC236}">
                <a16:creationId xmlns:a16="http://schemas.microsoft.com/office/drawing/2014/main" id="{E8865F51-E278-439E-A624-C0226F882AFB}"/>
              </a:ext>
            </a:extLst>
          </p:cNvPr>
          <p:cNvSpPr>
            <a:spLocks xmlns:a="http://schemas.openxmlformats.org/drawingml/2006/main" noGrp="1"/>
          </p:cNvSpPr>
          <p:nvPr/>
        </p:nvSpPr>
        <p:spPr>
          <a:xfrm xmlns:a="http://schemas.openxmlformats.org/drawingml/2006/main">
            <a:off x="15192375" y="8705850"/>
            <a:ext cx="85725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BAC5DF"/>
                </a:solidFill>
                <a:latin typeface="Arial"/>
                <a:ea typeface="Arial"/>
                <a:cs typeface="Arial"/>
              </a:defRPr>
            </a:pPr>
            <a:r>
              <a:rPr sz="2175" b="0">
                <a:solidFill>
                  <a:srgbClr val="BAC5DF"/>
                </a:solidFill>
                <a:latin typeface="Arial"/>
                <a:ea typeface="Arial"/>
                <a:cs typeface="Arial"/>
              </a:rPr>
              <a:t>والصورة</a:t>
            </a:r>
          </a:p>
        </p:txBody>
      </p:sp>
      <p:sp>
        <p:nvSpPr>
          <p:cNvPr id="61" name="">
            <a:extLst xmlns:a="http://schemas.openxmlformats.org/drawingml/2006/main">
              <a:ext uri="{FF2B5EF4-FFF2-40B4-BE49-F238E27FC236}">
                <a16:creationId xmlns:a16="http://schemas.microsoft.com/office/drawing/2014/main" id="{C9738C1E-6E00-400E-BB81-9BE2ACD86F0F}"/>
              </a:ext>
            </a:extLst>
          </p:cNvPr>
          <p:cNvSpPr>
            <a:spLocks xmlns:a="http://schemas.openxmlformats.org/drawingml/2006/main" noGrp="1"/>
          </p:cNvSpPr>
          <p:nvPr/>
        </p:nvSpPr>
        <p:spPr>
          <a:xfrm xmlns:a="http://schemas.openxmlformats.org/drawingml/2006/main">
            <a:off x="14363700" y="8705850"/>
            <a:ext cx="74295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BAC5DF"/>
                </a:solidFill>
                <a:latin typeface="Arial"/>
                <a:ea typeface="Arial"/>
                <a:cs typeface="Arial"/>
              </a:defRPr>
            </a:pPr>
            <a:r>
              <a:rPr sz="2175" b="0">
                <a:solidFill>
                  <a:srgbClr val="BAC5DF"/>
                </a:solidFill>
                <a:latin typeface="Arial"/>
                <a:ea typeface="Arial"/>
                <a:cs typeface="Arial"/>
              </a:rPr>
              <a:t>وترجمة</a:t>
            </a:r>
          </a:p>
        </p:txBody>
      </p:sp>
      <p:sp>
        <p:nvSpPr>
          <p:cNvPr id="62" name="">
            <a:extLst xmlns:a="http://schemas.openxmlformats.org/drawingml/2006/main">
              <a:ext uri="{FF2B5EF4-FFF2-40B4-BE49-F238E27FC236}">
                <a16:creationId xmlns:a16="http://schemas.microsoft.com/office/drawing/2014/main" id="{641F4139-E5DF-4CEF-8DEC-6EE5B2CD2F45}"/>
              </a:ext>
            </a:extLst>
          </p:cNvPr>
          <p:cNvSpPr>
            <a:spLocks xmlns:a="http://schemas.openxmlformats.org/drawingml/2006/main" noGrp="1"/>
          </p:cNvSpPr>
          <p:nvPr/>
        </p:nvSpPr>
        <p:spPr>
          <a:xfrm xmlns:a="http://schemas.openxmlformats.org/drawingml/2006/main">
            <a:off x="13554075" y="8705850"/>
            <a:ext cx="72390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BAC5DF"/>
                </a:solidFill>
                <a:latin typeface="Arial"/>
                <a:ea typeface="Arial"/>
                <a:cs typeface="Arial"/>
              </a:defRPr>
            </a:pPr>
            <a:r>
              <a:rPr sz="2175" b="0">
                <a:solidFill>
                  <a:srgbClr val="BAC5DF"/>
                </a:solidFill>
                <a:latin typeface="Arial"/>
                <a:ea typeface="Arial"/>
                <a:cs typeface="Arial"/>
              </a:rPr>
              <a:t>العرض</a:t>
            </a:r>
          </a:p>
        </p:txBody>
      </p:sp>
      <p:sp>
        <p:nvSpPr>
          <p:cNvPr id="63" name="">
            <a:extLst xmlns:a="http://schemas.openxmlformats.org/drawingml/2006/main">
              <a:ext uri="{FF2B5EF4-FFF2-40B4-BE49-F238E27FC236}">
                <a16:creationId xmlns:a16="http://schemas.microsoft.com/office/drawing/2014/main" id="{C47CE03E-0611-4338-833B-DCEA51EFB928}"/>
              </a:ext>
            </a:extLst>
          </p:cNvPr>
          <p:cNvSpPr>
            <a:spLocks xmlns:a="http://schemas.openxmlformats.org/drawingml/2006/main" noGrp="1"/>
          </p:cNvSpPr>
          <p:nvPr/>
        </p:nvSpPr>
        <p:spPr>
          <a:xfrm xmlns:a="http://schemas.openxmlformats.org/drawingml/2006/main">
            <a:off x="12906375" y="8705850"/>
            <a:ext cx="561975"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BAC5DF"/>
                </a:solidFill>
                <a:latin typeface="Arial"/>
                <a:ea typeface="Arial"/>
                <a:cs typeface="Arial"/>
              </a:defRPr>
            </a:pPr>
            <a:r>
              <a:rPr sz="2175" b="0">
                <a:solidFill>
                  <a:srgbClr val="BAC5DF"/>
                </a:solidFill>
                <a:latin typeface="Arial"/>
                <a:ea typeface="Arial"/>
                <a:cs typeface="Arial"/>
              </a:rPr>
              <a:t>خارج</a:t>
            </a:r>
          </a:p>
        </p:txBody>
      </p:sp>
      <p:sp>
        <p:nvSpPr>
          <p:cNvPr id="64" name="">
            <a:extLst xmlns:a="http://schemas.openxmlformats.org/drawingml/2006/main">
              <a:ext uri="{FF2B5EF4-FFF2-40B4-BE49-F238E27FC236}">
                <a16:creationId xmlns:a16="http://schemas.microsoft.com/office/drawing/2014/main" id="{1F123050-8BE5-4F8C-9540-367AAA2C9651}"/>
              </a:ext>
            </a:extLst>
          </p:cNvPr>
          <p:cNvSpPr>
            <a:spLocks xmlns:a="http://schemas.openxmlformats.org/drawingml/2006/main" noGrp="1"/>
          </p:cNvSpPr>
          <p:nvPr/>
        </p:nvSpPr>
        <p:spPr>
          <a:xfrm xmlns:a="http://schemas.openxmlformats.org/drawingml/2006/main">
            <a:off x="12487275" y="8705850"/>
            <a:ext cx="333375"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BAC5DF"/>
                </a:solidFill>
                <a:latin typeface="Arial"/>
                <a:ea typeface="Arial"/>
                <a:cs typeface="Arial"/>
              </a:defRPr>
            </a:pPr>
            <a:r>
              <a:rPr sz="2175" b="0">
                <a:solidFill>
                  <a:srgbClr val="BAC5DF"/>
                </a:solidFill>
                <a:latin typeface="Arial"/>
                <a:ea typeface="Arial"/>
                <a:cs typeface="Arial"/>
              </a:rPr>
              <a:t>هذا</a:t>
            </a:r>
          </a:p>
        </p:txBody>
      </p:sp>
      <p:sp>
        <p:nvSpPr>
          <p:cNvPr id="65" name="">
            <a:extLst xmlns:a="http://schemas.openxmlformats.org/drawingml/2006/main">
              <a:ext uri="{FF2B5EF4-FFF2-40B4-BE49-F238E27FC236}">
                <a16:creationId xmlns:a16="http://schemas.microsoft.com/office/drawing/2014/main" id="{AC07D346-C669-419D-A052-4BE6630F4C29}"/>
              </a:ext>
            </a:extLst>
          </p:cNvPr>
          <p:cNvSpPr>
            <a:spLocks xmlns:a="http://schemas.openxmlformats.org/drawingml/2006/main" noGrp="1"/>
          </p:cNvSpPr>
          <p:nvPr/>
        </p:nvSpPr>
        <p:spPr>
          <a:xfrm xmlns:a="http://schemas.openxmlformats.org/drawingml/2006/main">
            <a:off x="11791950" y="8705850"/>
            <a:ext cx="60960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BAC5DF"/>
                </a:solidFill>
                <a:latin typeface="Arial"/>
                <a:ea typeface="Arial"/>
                <a:cs typeface="Arial"/>
              </a:defRPr>
            </a:pPr>
            <a:r>
              <a:rPr sz="2175" b="0">
                <a:solidFill>
                  <a:srgbClr val="BAC5DF"/>
                </a:solidFill>
                <a:latin typeface="Arial"/>
                <a:ea typeface="Arial"/>
                <a:cs typeface="Arial"/>
              </a:rPr>
              <a:t>القياس</a:t>
            </a:r>
          </a:p>
        </p:txBody>
      </p:sp>
      <p:sp>
        <p:nvSpPr>
          <p:cNvPr id="66" name="">
            <a:extLst xmlns:a="http://schemas.openxmlformats.org/drawingml/2006/main">
              <a:ext uri="{FF2B5EF4-FFF2-40B4-BE49-F238E27FC236}">
                <a16:creationId xmlns:a16="http://schemas.microsoft.com/office/drawing/2014/main" id="{AA35F96A-CA40-453E-81DB-EAB386276321}"/>
              </a:ext>
            </a:extLst>
          </p:cNvPr>
          <p:cNvSpPr>
            <a:spLocks xmlns:a="http://schemas.openxmlformats.org/drawingml/2006/main" noGrp="1"/>
          </p:cNvSpPr>
          <p:nvPr/>
        </p:nvSpPr>
        <p:spPr>
          <a:xfrm xmlns:a="http://schemas.openxmlformats.org/drawingml/2006/main">
            <a:off x="11163300" y="8705850"/>
            <a:ext cx="542925"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BAC5DF"/>
                </a:solidFill>
                <a:latin typeface="Arial"/>
                <a:ea typeface="Arial"/>
                <a:cs typeface="Arial"/>
              </a:defRPr>
            </a:pPr>
            <a:r>
              <a:rPr sz="2175" b="0">
                <a:solidFill>
                  <a:srgbClr val="BAC5DF"/>
                </a:solidFill>
                <a:latin typeface="Arial"/>
                <a:ea typeface="Arial"/>
                <a:cs typeface="Arial"/>
              </a:rPr>
              <a:t>عندما</a:t>
            </a:r>
          </a:p>
        </p:txBody>
      </p:sp>
      <p:sp>
        <p:nvSpPr>
          <p:cNvPr id="67" name="">
            <a:extLst xmlns:a="http://schemas.openxmlformats.org/drawingml/2006/main">
              <a:ext uri="{FF2B5EF4-FFF2-40B4-BE49-F238E27FC236}">
                <a16:creationId xmlns:a16="http://schemas.microsoft.com/office/drawing/2014/main" id="{E2A0A06D-AFB3-4635-9276-5BDA3F9DA403}"/>
              </a:ext>
            </a:extLst>
          </p:cNvPr>
          <p:cNvSpPr>
            <a:spLocks xmlns:a="http://schemas.openxmlformats.org/drawingml/2006/main" noGrp="1"/>
          </p:cNvSpPr>
          <p:nvPr/>
        </p:nvSpPr>
        <p:spPr>
          <a:xfrm xmlns:a="http://schemas.openxmlformats.org/drawingml/2006/main">
            <a:off x="10401300" y="8705850"/>
            <a:ext cx="676275"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BAC5DF"/>
                </a:solidFill>
                <a:latin typeface="Arial"/>
                <a:ea typeface="Arial"/>
                <a:cs typeface="Arial"/>
              </a:defRPr>
            </a:pPr>
            <a:r>
              <a:rPr sz="2175" b="0">
                <a:solidFill>
                  <a:srgbClr val="BAC5DF"/>
                </a:solidFill>
                <a:latin typeface="Arial"/>
                <a:ea typeface="Arial"/>
                <a:cs typeface="Arial"/>
              </a:rPr>
              <a:t>تُستخدم</a:t>
            </a:r>
          </a:p>
        </p:txBody>
      </p:sp>
      <p:sp>
        <p:nvSpPr>
          <p:cNvPr id="68" name="">
            <a:extLst xmlns:a="http://schemas.openxmlformats.org/drawingml/2006/main">
              <a:ext uri="{FF2B5EF4-FFF2-40B4-BE49-F238E27FC236}">
                <a16:creationId xmlns:a16="http://schemas.microsoft.com/office/drawing/2014/main" id="{E6923EE0-15E1-49FD-9AAA-9A6312DF719A}"/>
              </a:ext>
            </a:extLst>
          </p:cNvPr>
          <p:cNvSpPr>
            <a:spLocks xmlns:a="http://schemas.openxmlformats.org/drawingml/2006/main" noGrp="1"/>
          </p:cNvSpPr>
          <p:nvPr/>
        </p:nvSpPr>
        <p:spPr>
          <a:xfrm xmlns:a="http://schemas.openxmlformats.org/drawingml/2006/main">
            <a:off x="9648825" y="8705850"/>
            <a:ext cx="66675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BAC5DF"/>
                </a:solidFill>
                <a:latin typeface="Arial"/>
                <a:ea typeface="Arial"/>
                <a:cs typeface="Arial"/>
              </a:defRPr>
            </a:pPr>
            <a:r>
              <a:rPr sz="2175" b="0">
                <a:solidFill>
                  <a:srgbClr val="BAC5DF"/>
                </a:solidFill>
                <a:latin typeface="Arial"/>
                <a:ea typeface="Arial"/>
                <a:cs typeface="Arial"/>
              </a:rPr>
              <a:t>خدمات</a:t>
            </a:r>
          </a:p>
        </p:txBody>
      </p:sp>
      <p:sp>
        <p:nvSpPr>
          <p:cNvPr id="69" name="">
            <a:extLst xmlns:a="http://schemas.openxmlformats.org/drawingml/2006/main">
              <a:ext uri="{FF2B5EF4-FFF2-40B4-BE49-F238E27FC236}">
                <a16:creationId xmlns:a16="http://schemas.microsoft.com/office/drawing/2014/main" id="{BB2B377C-D1F0-4717-9B19-A0203317AFC8}"/>
              </a:ext>
            </a:extLst>
          </p:cNvPr>
          <p:cNvSpPr>
            <a:spLocks xmlns:a="http://schemas.openxmlformats.org/drawingml/2006/main" noGrp="1"/>
          </p:cNvSpPr>
          <p:nvPr/>
        </p:nvSpPr>
        <p:spPr>
          <a:xfrm xmlns:a="http://schemas.openxmlformats.org/drawingml/2006/main">
            <a:off x="8858250" y="8705850"/>
            <a:ext cx="70485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BAC5DF"/>
                </a:solidFill>
                <a:latin typeface="Arial"/>
                <a:ea typeface="Arial"/>
                <a:cs typeface="Arial"/>
              </a:defRPr>
            </a:pPr>
            <a:r>
              <a:rPr sz="2175" b="0">
                <a:solidFill>
                  <a:srgbClr val="BAC5DF"/>
                </a:solidFill>
                <a:latin typeface="Arial"/>
                <a:ea typeface="Arial"/>
                <a:cs typeface="Arial"/>
              </a:rPr>
              <a:t>منفصلة</a:t>
            </a:r>
          </a:p>
        </p:txBody>
      </p:sp>
    </p:spTree>
    <p:extLst>
      <p:ext uri="{BB962C8B-B14F-4D97-AF65-F5344CB8AC3E}">
        <p14:creationId xmlns:p14="http://schemas.microsoft.com/office/powerpoint/2010/main" val="869553957"/>
      </p:ext>
    </p:extLst>
  </p:cSld>
</p:sld>
</file>

<file path=ppt/slides/slide11.xml><?xml version="1.0" encoding="utf-8"?>
<p:sld xmlns:p="http://schemas.openxmlformats.org/presentationml/2006/main">
  <p:cSld>
    <p:bg>
      <p:bgPr>
        <a:solidFill xmlns:a="http://schemas.openxmlformats.org/drawingml/2006/main">
          <a:srgbClr val="F2F4FF"/>
        </a:solidFill>
      </p:bgPr>
    </p:bg>
    <p:spTree>
      <p:nvGrpSpPr>
        <p:cNvPr id="1" name=""/>
        <p:cNvGrpSpPr/>
        <p:nvPr/>
      </p:nvGrpSpPr>
      <p:grpSpPr>
        <a:xfrm xmlns:a="http://schemas.openxmlformats.org/drawingml/2006/main"/>
      </p:grpSpPr>
      <p:sp>
        <p:nvSpPr>
          <p:cNvPr id="77" name="">
            <a:extLst xmlns:a="http://schemas.openxmlformats.org/drawingml/2006/main">
              <a:ext uri="{FF2B5EF4-FFF2-40B4-BE49-F238E27FC236}">
                <a16:creationId xmlns:a16="http://schemas.microsoft.com/office/drawing/2014/main" id="{77174442-11C0-40CC-9687-7AFA83E15B52}"/>
              </a:ext>
            </a:extLst>
          </p:cNvPr>
          <p:cNvSpPr>
            <a:spLocks xmlns:a="http://schemas.openxmlformats.org/drawingml/2006/main" noGrp="1"/>
          </p:cNvSpPr>
          <p:nvPr/>
        </p:nvSpPr>
        <p:spPr>
          <a:xfrm xmlns:a="http://schemas.openxmlformats.org/drawingml/2006/main">
            <a:off x="857250" y="9486900"/>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586277"/>
                </a:solidFill>
                <a:latin typeface="Arial"/>
                <a:ea typeface="Arial"/>
                <a:cs typeface="Arial"/>
              </a:defRPr>
            </a:pPr>
            <a:r>
              <a:rPr sz="1725" b="0">
                <a:solidFill>
                  <a:srgbClr val="586277"/>
                </a:solidFill>
                <a:latin typeface="Arial"/>
                <a:ea typeface="Arial"/>
                <a:cs typeface="Arial"/>
              </a:rPr>
              <a:t>IsnadLens / 11</a:t>
            </a:r>
          </a:p>
        </p:txBody>
      </p:sp>
      <p:sp>
        <p:nvSpPr>
          <p:cNvPr id="2" name="">
            <a:extLst xmlns:a="http://schemas.openxmlformats.org/drawingml/2006/main">
              <a:ext uri="{FF2B5EF4-FFF2-40B4-BE49-F238E27FC236}">
                <a16:creationId xmlns:a16="http://schemas.microsoft.com/office/drawing/2014/main" id="{400C1335-AB49-4C2C-9C02-7E38E0B3C26D}"/>
              </a:ext>
            </a:extLst>
          </p:cNvPr>
          <p:cNvSpPr>
            <a:spLocks xmlns:a="http://schemas.openxmlformats.org/drawingml/2006/main" noGrp="1"/>
          </p:cNvSpPr>
          <p:nvPr/>
        </p:nvSpPr>
        <p:spPr>
          <a:xfrm xmlns:a="http://schemas.openxmlformats.org/drawingml/2006/main">
            <a:off x="16983075" y="9486900"/>
            <a:ext cx="447675"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586277"/>
                </a:solidFill>
                <a:latin typeface="Arial"/>
                <a:ea typeface="Arial"/>
                <a:cs typeface="Arial"/>
              </a:defRPr>
            </a:pPr>
            <a:r>
              <a:rPr sz="1725" b="0">
                <a:solidFill>
                  <a:srgbClr val="586277"/>
                </a:solidFill>
                <a:latin typeface="Arial"/>
                <a:ea typeface="Arial"/>
                <a:cs typeface="Arial"/>
              </a:rPr>
              <a:t>تحدي</a:t>
            </a:r>
          </a:p>
        </p:txBody>
      </p:sp>
      <p:sp>
        <p:nvSpPr>
          <p:cNvPr id="3" name="">
            <a:extLst xmlns:a="http://schemas.openxmlformats.org/drawingml/2006/main">
              <a:ext uri="{FF2B5EF4-FFF2-40B4-BE49-F238E27FC236}">
                <a16:creationId xmlns:a16="http://schemas.microsoft.com/office/drawing/2014/main" id="{DF6A46E8-8AAF-400B-9CCE-5B327B30F964}"/>
              </a:ext>
            </a:extLst>
          </p:cNvPr>
          <p:cNvSpPr>
            <a:spLocks xmlns:a="http://schemas.openxmlformats.org/drawingml/2006/main" noGrp="1"/>
          </p:cNvSpPr>
          <p:nvPr/>
        </p:nvSpPr>
        <p:spPr>
          <a:xfrm xmlns:a="http://schemas.openxmlformats.org/drawingml/2006/main">
            <a:off x="16440150" y="9486900"/>
            <a:ext cx="45720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586277"/>
                </a:solidFill>
                <a:latin typeface="Arial"/>
                <a:ea typeface="Arial"/>
                <a:cs typeface="Arial"/>
              </a:defRPr>
            </a:pPr>
            <a:r>
              <a:rPr sz="1725" b="0">
                <a:solidFill>
                  <a:srgbClr val="586277"/>
                </a:solidFill>
                <a:latin typeface="Arial"/>
                <a:ea typeface="Arial"/>
                <a:cs typeface="Arial"/>
              </a:rPr>
              <a:t>الذكاء</a:t>
            </a:r>
          </a:p>
        </p:txBody>
      </p:sp>
      <p:sp>
        <p:nvSpPr>
          <p:cNvPr id="4" name="">
            <a:extLst xmlns:a="http://schemas.openxmlformats.org/drawingml/2006/main">
              <a:ext uri="{FF2B5EF4-FFF2-40B4-BE49-F238E27FC236}">
                <a16:creationId xmlns:a16="http://schemas.microsoft.com/office/drawing/2014/main" id="{BD1846EF-7D8D-4D5C-A5F0-02C539E30F55}"/>
              </a:ext>
            </a:extLst>
          </p:cNvPr>
          <p:cNvSpPr>
            <a:spLocks xmlns:a="http://schemas.openxmlformats.org/drawingml/2006/main" noGrp="1"/>
          </p:cNvSpPr>
          <p:nvPr/>
        </p:nvSpPr>
        <p:spPr>
          <a:xfrm xmlns:a="http://schemas.openxmlformats.org/drawingml/2006/main">
            <a:off x="15468600" y="9486900"/>
            <a:ext cx="885825"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586277"/>
                </a:solidFill>
                <a:latin typeface="Arial"/>
                <a:ea typeface="Arial"/>
                <a:cs typeface="Arial"/>
              </a:defRPr>
            </a:pPr>
            <a:r>
              <a:rPr sz="1725" b="0">
                <a:solidFill>
                  <a:srgbClr val="586277"/>
                </a:solidFill>
                <a:latin typeface="Arial"/>
                <a:ea typeface="Arial"/>
                <a:cs typeface="Arial"/>
              </a:rPr>
              <a:t>الاصطناعي</a:t>
            </a:r>
          </a:p>
        </p:txBody>
      </p:sp>
      <p:sp>
        <p:nvSpPr>
          <p:cNvPr id="5" name="">
            <a:extLst xmlns:a="http://schemas.openxmlformats.org/drawingml/2006/main">
              <a:ext uri="{FF2B5EF4-FFF2-40B4-BE49-F238E27FC236}">
                <a16:creationId xmlns:a16="http://schemas.microsoft.com/office/drawing/2014/main" id="{82A7F137-033C-4742-830E-7F78DDC0322D}"/>
              </a:ext>
            </a:extLst>
          </p:cNvPr>
          <p:cNvSpPr>
            <a:spLocks xmlns:a="http://schemas.openxmlformats.org/drawingml/2006/main" noGrp="1"/>
          </p:cNvSpPr>
          <p:nvPr/>
        </p:nvSpPr>
        <p:spPr>
          <a:xfrm xmlns:a="http://schemas.openxmlformats.org/drawingml/2006/main">
            <a:off x="15135225" y="9486900"/>
            <a:ext cx="24765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586277"/>
                </a:solidFill>
                <a:latin typeface="Arial"/>
                <a:ea typeface="Arial"/>
                <a:cs typeface="Arial"/>
              </a:defRPr>
            </a:pPr>
            <a:r>
              <a:rPr sz="1725" b="0">
                <a:solidFill>
                  <a:srgbClr val="586277"/>
                </a:solidFill>
                <a:latin typeface="Arial"/>
                <a:ea typeface="Arial"/>
                <a:cs typeface="Arial"/>
              </a:rPr>
              <a:t>في</a:t>
            </a:r>
          </a:p>
        </p:txBody>
      </p:sp>
      <p:sp>
        <p:nvSpPr>
          <p:cNvPr id="6" name="">
            <a:extLst xmlns:a="http://schemas.openxmlformats.org/drawingml/2006/main">
              <a:ext uri="{FF2B5EF4-FFF2-40B4-BE49-F238E27FC236}">
                <a16:creationId xmlns:a16="http://schemas.microsoft.com/office/drawing/2014/main" id="{A0FF2DA7-96B2-4246-BD24-4FD47DD949B9}"/>
              </a:ext>
            </a:extLst>
          </p:cNvPr>
          <p:cNvSpPr>
            <a:spLocks xmlns:a="http://schemas.openxmlformats.org/drawingml/2006/main" noGrp="1"/>
          </p:cNvSpPr>
          <p:nvPr/>
        </p:nvSpPr>
        <p:spPr>
          <a:xfrm xmlns:a="http://schemas.openxmlformats.org/drawingml/2006/main">
            <a:off x="14630400" y="9486900"/>
            <a:ext cx="41910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586277"/>
                </a:solidFill>
                <a:latin typeface="Arial"/>
                <a:ea typeface="Arial"/>
                <a:cs typeface="Arial"/>
              </a:defRPr>
            </a:pPr>
            <a:r>
              <a:rPr sz="1725" b="0">
                <a:solidFill>
                  <a:srgbClr val="586277"/>
                </a:solidFill>
                <a:latin typeface="Arial"/>
                <a:ea typeface="Arial"/>
                <a:cs typeface="Arial"/>
              </a:rPr>
              <a:t>خدمة</a:t>
            </a:r>
          </a:p>
        </p:txBody>
      </p:sp>
      <p:sp>
        <p:nvSpPr>
          <p:cNvPr id="7" name="">
            <a:extLst xmlns:a="http://schemas.openxmlformats.org/drawingml/2006/main">
              <a:ext uri="{FF2B5EF4-FFF2-40B4-BE49-F238E27FC236}">
                <a16:creationId xmlns:a16="http://schemas.microsoft.com/office/drawing/2014/main" id="{83693A4C-7A05-40D2-887F-F9F4D371AB81}"/>
              </a:ext>
            </a:extLst>
          </p:cNvPr>
          <p:cNvSpPr>
            <a:spLocks xmlns:a="http://schemas.openxmlformats.org/drawingml/2006/main" noGrp="1"/>
          </p:cNvSpPr>
          <p:nvPr/>
        </p:nvSpPr>
        <p:spPr>
          <a:xfrm xmlns:a="http://schemas.openxmlformats.org/drawingml/2006/main">
            <a:off x="13839825" y="9486900"/>
            <a:ext cx="70485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586277"/>
                </a:solidFill>
                <a:latin typeface="Arial"/>
                <a:ea typeface="Arial"/>
                <a:cs typeface="Arial"/>
              </a:defRPr>
            </a:pPr>
            <a:r>
              <a:rPr sz="1725" b="0">
                <a:solidFill>
                  <a:srgbClr val="586277"/>
                </a:solidFill>
                <a:latin typeface="Arial"/>
                <a:ea typeface="Arial"/>
                <a:cs typeface="Arial"/>
              </a:rPr>
              <a:t>الدراسات</a:t>
            </a:r>
          </a:p>
        </p:txBody>
      </p:sp>
      <p:sp>
        <p:nvSpPr>
          <p:cNvPr id="8" name="">
            <a:extLst xmlns:a="http://schemas.openxmlformats.org/drawingml/2006/main">
              <a:ext uri="{FF2B5EF4-FFF2-40B4-BE49-F238E27FC236}">
                <a16:creationId xmlns:a16="http://schemas.microsoft.com/office/drawing/2014/main" id="{98BDF82C-BE1D-41E5-8218-F792BF076393}"/>
              </a:ext>
            </a:extLst>
          </p:cNvPr>
          <p:cNvSpPr>
            <a:spLocks xmlns:a="http://schemas.openxmlformats.org/drawingml/2006/main" noGrp="1"/>
          </p:cNvSpPr>
          <p:nvPr/>
        </p:nvSpPr>
        <p:spPr>
          <a:xfrm xmlns:a="http://schemas.openxmlformats.org/drawingml/2006/main">
            <a:off x="13058775" y="9486900"/>
            <a:ext cx="695325"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586277"/>
                </a:solidFill>
                <a:latin typeface="Arial"/>
                <a:ea typeface="Arial"/>
                <a:cs typeface="Arial"/>
              </a:defRPr>
            </a:pPr>
            <a:r>
              <a:rPr sz="1725" b="0">
                <a:solidFill>
                  <a:srgbClr val="586277"/>
                </a:solidFill>
                <a:latin typeface="Arial"/>
                <a:ea typeface="Arial"/>
                <a:cs typeface="Arial"/>
              </a:rPr>
              <a:t>الإسلامية</a:t>
            </a:r>
          </a:p>
        </p:txBody>
      </p:sp>
      <p:sp>
        <p:nvSpPr>
          <p:cNvPr id="9" name="">
            <a:extLst xmlns:a="http://schemas.openxmlformats.org/drawingml/2006/main">
              <a:ext uri="{FF2B5EF4-FFF2-40B4-BE49-F238E27FC236}">
                <a16:creationId xmlns:a16="http://schemas.microsoft.com/office/drawing/2014/main" id="{B1547715-BD6D-4B83-8A20-C60B733A5EB3}"/>
              </a:ext>
            </a:extLst>
          </p:cNvPr>
          <p:cNvSpPr>
            <a:spLocks xmlns:a="http://schemas.openxmlformats.org/drawingml/2006/main" noGrp="1"/>
          </p:cNvSpPr>
          <p:nvPr/>
        </p:nvSpPr>
        <p:spPr>
          <a:xfrm xmlns:a="http://schemas.openxmlformats.org/drawingml/2006/main">
            <a:off x="15963900" y="809625"/>
            <a:ext cx="1371600"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0" b="1">
                <a:solidFill>
                  <a:srgbClr val="12183F"/>
                </a:solidFill>
                <a:latin typeface="Arial"/>
                <a:ea typeface="Arial"/>
                <a:cs typeface="Arial"/>
              </a:defRPr>
            </a:pPr>
            <a:r>
              <a:rPr sz="5250" b="1">
                <a:solidFill>
                  <a:srgbClr val="12183F"/>
                </a:solidFill>
                <a:latin typeface="Arial"/>
                <a:ea typeface="Arial"/>
                <a:cs typeface="Arial"/>
              </a:rPr>
              <a:t>الفائدة</a:t>
            </a:r>
          </a:p>
        </p:txBody>
      </p:sp>
      <p:sp>
        <p:nvSpPr>
          <p:cNvPr id="10" name="">
            <a:extLst xmlns:a="http://schemas.openxmlformats.org/drawingml/2006/main">
              <a:ext uri="{FF2B5EF4-FFF2-40B4-BE49-F238E27FC236}">
                <a16:creationId xmlns:a16="http://schemas.microsoft.com/office/drawing/2014/main" id="{5E141CBA-77C9-4EBC-A25E-CC04D9FD7A12}"/>
              </a:ext>
            </a:extLst>
          </p:cNvPr>
          <p:cNvSpPr>
            <a:spLocks xmlns:a="http://schemas.openxmlformats.org/drawingml/2006/main" noGrp="1"/>
          </p:cNvSpPr>
          <p:nvPr/>
        </p:nvSpPr>
        <p:spPr>
          <a:xfrm xmlns:a="http://schemas.openxmlformats.org/drawingml/2006/main">
            <a:off x="14178439" y="809625"/>
            <a:ext cx="1600200"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0" b="1">
                <a:solidFill>
                  <a:srgbClr val="12183F"/>
                </a:solidFill>
                <a:latin typeface="Arial"/>
                <a:ea typeface="Arial"/>
                <a:cs typeface="Arial"/>
              </a:defRPr>
            </a:pPr>
            <a:r>
              <a:rPr sz="5250" b="1">
                <a:solidFill>
                  <a:srgbClr val="12183F"/>
                </a:solidFill>
                <a:latin typeface="Arial"/>
                <a:ea typeface="Arial"/>
                <a:cs typeface="Arial"/>
              </a:rPr>
              <a:t>المتاحة</a:t>
            </a:r>
          </a:p>
        </p:txBody>
      </p:sp>
      <p:sp>
        <p:nvSpPr>
          <p:cNvPr id="11" name="">
            <a:extLst xmlns:a="http://schemas.openxmlformats.org/drawingml/2006/main">
              <a:ext uri="{FF2B5EF4-FFF2-40B4-BE49-F238E27FC236}">
                <a16:creationId xmlns:a16="http://schemas.microsoft.com/office/drawing/2014/main" id="{F54842D8-AF7E-4526-B748-39B8B2E06C85}"/>
              </a:ext>
            </a:extLst>
          </p:cNvPr>
          <p:cNvSpPr>
            <a:spLocks xmlns:a="http://schemas.openxmlformats.org/drawingml/2006/main" noGrp="1"/>
          </p:cNvSpPr>
          <p:nvPr/>
        </p:nvSpPr>
        <p:spPr>
          <a:xfrm xmlns:a="http://schemas.openxmlformats.org/drawingml/2006/main">
            <a:off x="12659677" y="809625"/>
            <a:ext cx="1333500"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0" b="1">
                <a:solidFill>
                  <a:srgbClr val="12183F"/>
                </a:solidFill>
                <a:latin typeface="Arial"/>
                <a:ea typeface="Arial"/>
                <a:cs typeface="Arial"/>
              </a:defRPr>
            </a:pPr>
            <a:r>
              <a:rPr sz="5250" b="1">
                <a:solidFill>
                  <a:srgbClr val="12183F"/>
                </a:solidFill>
                <a:latin typeface="Arial"/>
                <a:ea typeface="Arial"/>
                <a:cs typeface="Arial"/>
              </a:rPr>
              <a:t>وخطة</a:t>
            </a:r>
          </a:p>
        </p:txBody>
      </p:sp>
      <p:sp>
        <p:nvSpPr>
          <p:cNvPr id="12" name="">
            <a:extLst xmlns:a="http://schemas.openxmlformats.org/drawingml/2006/main">
              <a:ext uri="{FF2B5EF4-FFF2-40B4-BE49-F238E27FC236}">
                <a16:creationId xmlns:a16="http://schemas.microsoft.com/office/drawing/2014/main" id="{71F5F37A-800A-4C3F-A7EC-066ABC701FA4}"/>
              </a:ext>
            </a:extLst>
          </p:cNvPr>
          <p:cNvSpPr>
            <a:spLocks xmlns:a="http://schemas.openxmlformats.org/drawingml/2006/main" noGrp="1"/>
          </p:cNvSpPr>
          <p:nvPr/>
        </p:nvSpPr>
        <p:spPr>
          <a:xfrm xmlns:a="http://schemas.openxmlformats.org/drawingml/2006/main">
            <a:off x="11274266" y="809625"/>
            <a:ext cx="1200150"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0" b="1">
                <a:solidFill>
                  <a:srgbClr val="12183F"/>
                </a:solidFill>
                <a:latin typeface="Arial"/>
                <a:ea typeface="Arial"/>
                <a:cs typeface="Arial"/>
              </a:defRPr>
            </a:pPr>
            <a:r>
              <a:rPr sz="5250" b="1">
                <a:solidFill>
                  <a:srgbClr val="12183F"/>
                </a:solidFill>
                <a:latin typeface="Arial"/>
                <a:ea typeface="Arial"/>
                <a:cs typeface="Arial"/>
              </a:rPr>
              <a:t>قياس</a:t>
            </a:r>
          </a:p>
        </p:txBody>
      </p:sp>
      <p:sp>
        <p:nvSpPr>
          <p:cNvPr id="13" name="">
            <a:extLst xmlns:a="http://schemas.openxmlformats.org/drawingml/2006/main">
              <a:ext uri="{FF2B5EF4-FFF2-40B4-BE49-F238E27FC236}">
                <a16:creationId xmlns:a16="http://schemas.microsoft.com/office/drawing/2014/main" id="{F4170776-2D90-4519-8736-40B38A36B981}"/>
              </a:ext>
            </a:extLst>
          </p:cNvPr>
          <p:cNvSpPr>
            <a:spLocks xmlns:a="http://schemas.openxmlformats.org/drawingml/2006/main" noGrp="1"/>
          </p:cNvSpPr>
          <p:nvPr/>
        </p:nvSpPr>
        <p:spPr>
          <a:xfrm xmlns:a="http://schemas.openxmlformats.org/drawingml/2006/main">
            <a:off x="10088880" y="809625"/>
            <a:ext cx="1000125"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0" b="1">
                <a:solidFill>
                  <a:srgbClr val="12183F"/>
                </a:solidFill>
                <a:latin typeface="Arial"/>
                <a:ea typeface="Arial"/>
                <a:cs typeface="Arial"/>
              </a:defRPr>
            </a:pPr>
            <a:r>
              <a:rPr sz="5250" b="1">
                <a:solidFill>
                  <a:srgbClr val="12183F"/>
                </a:solidFill>
                <a:latin typeface="Arial"/>
                <a:ea typeface="Arial"/>
                <a:cs typeface="Arial"/>
              </a:rPr>
              <a:t>الأثر</a:t>
            </a:r>
          </a:p>
        </p:txBody>
      </p:sp>
      <p:sp>
        <p:nvSpPr>
          <p:cNvPr id="14" name="">
            <a:extLst xmlns:a="http://schemas.openxmlformats.org/drawingml/2006/main">
              <a:ext uri="{FF2B5EF4-FFF2-40B4-BE49-F238E27FC236}">
                <a16:creationId xmlns:a16="http://schemas.microsoft.com/office/drawing/2014/main" id="{61672482-9C10-487A-8CED-BEC08F61EF9E}"/>
              </a:ext>
            </a:extLst>
          </p:cNvPr>
          <p:cNvSpPr>
            <a:spLocks xmlns:a="http://schemas.openxmlformats.org/drawingml/2006/main" noGrp="1"/>
          </p:cNvSpPr>
          <p:nvPr/>
        </p:nvSpPr>
        <p:spPr>
          <a:xfrm xmlns:a="http://schemas.openxmlformats.org/drawingml/2006/main">
            <a:off x="16478250" y="2314575"/>
            <a:ext cx="762000" cy="7234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75" b="1">
                <a:solidFill>
                  <a:srgbClr val="075642"/>
                </a:solidFill>
                <a:latin typeface="Arial"/>
                <a:ea typeface="Arial"/>
                <a:cs typeface="Arial"/>
              </a:defRPr>
            </a:pPr>
            <a:r>
              <a:rPr sz="3675" b="1">
                <a:solidFill>
                  <a:srgbClr val="075642"/>
                </a:solidFill>
                <a:latin typeface="Arial"/>
                <a:ea typeface="Arial"/>
                <a:cs typeface="Arial"/>
              </a:rPr>
              <a:t>متاح</a:t>
            </a:r>
          </a:p>
        </p:txBody>
      </p:sp>
      <p:sp>
        <p:nvSpPr>
          <p:cNvPr id="15" name="">
            <a:extLst xmlns:a="http://schemas.openxmlformats.org/drawingml/2006/main">
              <a:ext uri="{FF2B5EF4-FFF2-40B4-BE49-F238E27FC236}">
                <a16:creationId xmlns:a16="http://schemas.microsoft.com/office/drawing/2014/main" id="{5479CFE2-466F-4F5C-9AB2-092433C39401}"/>
              </a:ext>
            </a:extLst>
          </p:cNvPr>
          <p:cNvSpPr>
            <a:spLocks xmlns:a="http://schemas.openxmlformats.org/drawingml/2006/main" noGrp="1"/>
          </p:cNvSpPr>
          <p:nvPr/>
        </p:nvSpPr>
        <p:spPr>
          <a:xfrm xmlns:a="http://schemas.openxmlformats.org/drawingml/2006/main">
            <a:off x="15681865" y="2314575"/>
            <a:ext cx="666750" cy="7234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75" b="1">
                <a:solidFill>
                  <a:srgbClr val="075642"/>
                </a:solidFill>
                <a:latin typeface="Arial"/>
                <a:ea typeface="Arial"/>
                <a:cs typeface="Arial"/>
              </a:defRPr>
            </a:pPr>
            <a:r>
              <a:rPr sz="3675" b="1">
                <a:solidFill>
                  <a:srgbClr val="075642"/>
                </a:solidFill>
                <a:latin typeface="Arial"/>
                <a:ea typeface="Arial"/>
                <a:cs typeface="Arial"/>
              </a:rPr>
              <a:t>الآن</a:t>
            </a:r>
          </a:p>
        </p:txBody>
      </p:sp>
      <p:sp>
        <p:nvSpPr>
          <p:cNvPr id="16" name="">
            <a:extLst xmlns:a="http://schemas.openxmlformats.org/drawingml/2006/main">
              <a:ext uri="{FF2B5EF4-FFF2-40B4-BE49-F238E27FC236}">
                <a16:creationId xmlns:a16="http://schemas.microsoft.com/office/drawing/2014/main" id="{96DB20A1-1832-44C9-824A-29E457425B51}"/>
              </a:ext>
            </a:extLst>
          </p:cNvPr>
          <p:cNvSpPr>
            <a:spLocks xmlns:a="http://schemas.openxmlformats.org/drawingml/2006/main" noGrp="1"/>
          </p:cNvSpPr>
          <p:nvPr/>
        </p:nvSpPr>
        <p:spPr>
          <a:xfrm xmlns:a="http://schemas.openxmlformats.org/drawingml/2006/main">
            <a:off x="16668750" y="3105150"/>
            <a:ext cx="571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نص</a:t>
            </a:r>
          </a:p>
        </p:txBody>
      </p:sp>
      <p:sp>
        <p:nvSpPr>
          <p:cNvPr id="17" name="">
            <a:extLst xmlns:a="http://schemas.openxmlformats.org/drawingml/2006/main">
              <a:ext uri="{FF2B5EF4-FFF2-40B4-BE49-F238E27FC236}">
                <a16:creationId xmlns:a16="http://schemas.microsoft.com/office/drawing/2014/main" id="{BD5E8B47-BF61-41DA-A082-DC339584E525}"/>
              </a:ext>
            </a:extLst>
          </p:cNvPr>
          <p:cNvSpPr>
            <a:spLocks xmlns:a="http://schemas.openxmlformats.org/drawingml/2006/main" noGrp="1"/>
          </p:cNvSpPr>
          <p:nvPr/>
        </p:nvSpPr>
        <p:spPr>
          <a:xfrm xmlns:a="http://schemas.openxmlformats.org/drawingml/2006/main">
            <a:off x="15800927" y="3105150"/>
            <a:ext cx="76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أصلي</a:t>
            </a:r>
          </a:p>
        </p:txBody>
      </p:sp>
      <p:sp>
        <p:nvSpPr>
          <p:cNvPr id="18" name="">
            <a:extLst xmlns:a="http://schemas.openxmlformats.org/drawingml/2006/main">
              <a:ext uri="{FF2B5EF4-FFF2-40B4-BE49-F238E27FC236}">
                <a16:creationId xmlns:a16="http://schemas.microsoft.com/office/drawing/2014/main" id="{B9116974-F73E-47B3-80AD-9185852113DB}"/>
              </a:ext>
            </a:extLst>
          </p:cNvPr>
          <p:cNvSpPr>
            <a:spLocks xmlns:a="http://schemas.openxmlformats.org/drawingml/2006/main" noGrp="1"/>
          </p:cNvSpPr>
          <p:nvPr/>
        </p:nvSpPr>
        <p:spPr>
          <a:xfrm xmlns:a="http://schemas.openxmlformats.org/drawingml/2006/main">
            <a:off x="14875955" y="3105150"/>
            <a:ext cx="819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وإحالة</a:t>
            </a:r>
          </a:p>
        </p:txBody>
      </p:sp>
      <p:sp>
        <p:nvSpPr>
          <p:cNvPr id="19" name="">
            <a:extLst xmlns:a="http://schemas.openxmlformats.org/drawingml/2006/main">
              <a:ext uri="{FF2B5EF4-FFF2-40B4-BE49-F238E27FC236}">
                <a16:creationId xmlns:a16="http://schemas.microsoft.com/office/drawing/2014/main" id="{93DC24B3-6386-4AFF-BBC3-18D0B79E2601}"/>
              </a:ext>
            </a:extLst>
          </p:cNvPr>
          <p:cNvSpPr>
            <a:spLocks xmlns:a="http://schemas.openxmlformats.org/drawingml/2006/main" noGrp="1"/>
          </p:cNvSpPr>
          <p:nvPr/>
        </p:nvSpPr>
        <p:spPr>
          <a:xfrm xmlns:a="http://schemas.openxmlformats.org/drawingml/2006/main">
            <a:off x="13941457" y="3105150"/>
            <a:ext cx="8286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وشرح</a:t>
            </a:r>
          </a:p>
        </p:txBody>
      </p:sp>
      <p:sp>
        <p:nvSpPr>
          <p:cNvPr id="20" name="">
            <a:extLst xmlns:a="http://schemas.openxmlformats.org/drawingml/2006/main">
              <a:ext uri="{FF2B5EF4-FFF2-40B4-BE49-F238E27FC236}">
                <a16:creationId xmlns:a16="http://schemas.microsoft.com/office/drawing/2014/main" id="{D73B9F9F-B0C0-44DA-9001-95277DC6F646}"/>
              </a:ext>
            </a:extLst>
          </p:cNvPr>
          <p:cNvSpPr>
            <a:spLocks xmlns:a="http://schemas.openxmlformats.org/drawingml/2006/main" noGrp="1"/>
          </p:cNvSpPr>
          <p:nvPr/>
        </p:nvSpPr>
        <p:spPr>
          <a:xfrm xmlns:a="http://schemas.openxmlformats.org/drawingml/2006/main">
            <a:off x="12987909" y="3105150"/>
            <a:ext cx="8477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وحدود</a:t>
            </a:r>
          </a:p>
        </p:txBody>
      </p:sp>
      <p:sp>
        <p:nvSpPr>
          <p:cNvPr id="21" name="">
            <a:extLst xmlns:a="http://schemas.openxmlformats.org/drawingml/2006/main">
              <a:ext uri="{FF2B5EF4-FFF2-40B4-BE49-F238E27FC236}">
                <a16:creationId xmlns:a16="http://schemas.microsoft.com/office/drawing/2014/main" id="{6E938A91-BABC-43F6-A5A9-4CA9FDD025D6}"/>
              </a:ext>
            </a:extLst>
          </p:cNvPr>
          <p:cNvSpPr>
            <a:spLocks xmlns:a="http://schemas.openxmlformats.org/drawingml/2006/main" noGrp="1"/>
          </p:cNvSpPr>
          <p:nvPr/>
        </p:nvSpPr>
        <p:spPr>
          <a:xfrm xmlns:a="http://schemas.openxmlformats.org/drawingml/2006/main">
            <a:off x="11910536" y="3105150"/>
            <a:ext cx="971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واضحة</a:t>
            </a:r>
          </a:p>
        </p:txBody>
      </p:sp>
      <p:sp>
        <p:nvSpPr>
          <p:cNvPr id="22" name="">
            <a:extLst xmlns:a="http://schemas.openxmlformats.org/drawingml/2006/main">
              <a:ext uri="{FF2B5EF4-FFF2-40B4-BE49-F238E27FC236}">
                <a16:creationId xmlns:a16="http://schemas.microsoft.com/office/drawing/2014/main" id="{10C67CB3-8418-4EB3-A02F-EFBF8476C2C5}"/>
              </a:ext>
            </a:extLst>
          </p:cNvPr>
          <p:cNvSpPr>
            <a:spLocks xmlns:a="http://schemas.openxmlformats.org/drawingml/2006/main" noGrp="1"/>
          </p:cNvSpPr>
          <p:nvPr/>
        </p:nvSpPr>
        <p:spPr>
          <a:xfrm xmlns:a="http://schemas.openxmlformats.org/drawingml/2006/main">
            <a:off x="11414189" y="3105150"/>
            <a:ext cx="3905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في</a:t>
            </a:r>
          </a:p>
        </p:txBody>
      </p:sp>
      <p:sp>
        <p:nvSpPr>
          <p:cNvPr id="23" name="">
            <a:extLst xmlns:a="http://schemas.openxmlformats.org/drawingml/2006/main">
              <a:ext uri="{FF2B5EF4-FFF2-40B4-BE49-F238E27FC236}">
                <a16:creationId xmlns:a16="http://schemas.microsoft.com/office/drawing/2014/main" id="{6D5E8C73-3351-4B25-8865-DA59ED62E946}"/>
              </a:ext>
            </a:extLst>
          </p:cNvPr>
          <p:cNvSpPr>
            <a:spLocks xmlns:a="http://schemas.openxmlformats.org/drawingml/2006/main" noGrp="1"/>
          </p:cNvSpPr>
          <p:nvPr/>
        </p:nvSpPr>
        <p:spPr>
          <a:xfrm xmlns:a="http://schemas.openxmlformats.org/drawingml/2006/main">
            <a:off x="10508266" y="3105150"/>
            <a:ext cx="800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واجهة</a:t>
            </a:r>
          </a:p>
        </p:txBody>
      </p:sp>
      <p:sp>
        <p:nvSpPr>
          <p:cNvPr id="24" name="">
            <a:extLst xmlns:a="http://schemas.openxmlformats.org/drawingml/2006/main">
              <a:ext uri="{FF2B5EF4-FFF2-40B4-BE49-F238E27FC236}">
                <a16:creationId xmlns:a16="http://schemas.microsoft.com/office/drawing/2014/main" id="{8EB7EFCD-91ED-46F9-802A-8D27B8A71C33}"/>
              </a:ext>
            </a:extLst>
          </p:cNvPr>
          <p:cNvSpPr>
            <a:spLocks xmlns:a="http://schemas.openxmlformats.org/drawingml/2006/main" noGrp="1"/>
          </p:cNvSpPr>
          <p:nvPr/>
        </p:nvSpPr>
        <p:spPr>
          <a:xfrm xmlns:a="http://schemas.openxmlformats.org/drawingml/2006/main">
            <a:off x="9659493" y="3105150"/>
            <a:ext cx="7429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واحدة</a:t>
            </a:r>
          </a:p>
        </p:txBody>
      </p:sp>
      <p:sp>
        <p:nvSpPr>
          <p:cNvPr id="25" name="">
            <a:extLst xmlns:a="http://schemas.openxmlformats.org/drawingml/2006/main">
              <a:ext uri="{FF2B5EF4-FFF2-40B4-BE49-F238E27FC236}">
                <a16:creationId xmlns:a16="http://schemas.microsoft.com/office/drawing/2014/main" id="{885B24E1-3157-4662-AEED-99EE6B1089BC}"/>
              </a:ext>
            </a:extLst>
          </p:cNvPr>
          <p:cNvSpPr>
            <a:spLocks xmlns:a="http://schemas.openxmlformats.org/drawingml/2006/main" noGrp="1"/>
          </p:cNvSpPr>
          <p:nvPr/>
        </p:nvSpPr>
        <p:spPr>
          <a:xfrm xmlns:a="http://schemas.openxmlformats.org/drawingml/2006/main">
            <a:off x="9172670" y="3105150"/>
            <a:ext cx="381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مع</a:t>
            </a:r>
          </a:p>
        </p:txBody>
      </p:sp>
      <p:sp>
        <p:nvSpPr>
          <p:cNvPr id="26" name="">
            <a:extLst xmlns:a="http://schemas.openxmlformats.org/drawingml/2006/main">
              <a:ext uri="{FF2B5EF4-FFF2-40B4-BE49-F238E27FC236}">
                <a16:creationId xmlns:a16="http://schemas.microsoft.com/office/drawing/2014/main" id="{CAA73948-703B-409A-AB63-E422B2BE0888}"/>
              </a:ext>
            </a:extLst>
          </p:cNvPr>
          <p:cNvSpPr>
            <a:spLocks xmlns:a="http://schemas.openxmlformats.org/drawingml/2006/main" noGrp="1"/>
          </p:cNvSpPr>
          <p:nvPr/>
        </p:nvSpPr>
        <p:spPr>
          <a:xfrm xmlns:a="http://schemas.openxmlformats.org/drawingml/2006/main">
            <a:off x="8542973" y="3105150"/>
            <a:ext cx="523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دعم</a:t>
            </a:r>
          </a:p>
        </p:txBody>
      </p:sp>
      <p:sp>
        <p:nvSpPr>
          <p:cNvPr id="27" name="">
            <a:extLst xmlns:a="http://schemas.openxmlformats.org/drawingml/2006/main">
              <a:ext uri="{FF2B5EF4-FFF2-40B4-BE49-F238E27FC236}">
                <a16:creationId xmlns:a16="http://schemas.microsoft.com/office/drawing/2014/main" id="{8751DD2C-1794-4496-B863-8F65A37AAEAC}"/>
              </a:ext>
            </a:extLst>
          </p:cNvPr>
          <p:cNvSpPr>
            <a:spLocks xmlns:a="http://schemas.openxmlformats.org/drawingml/2006/main" noGrp="1"/>
          </p:cNvSpPr>
          <p:nvPr/>
        </p:nvSpPr>
        <p:spPr>
          <a:xfrm xmlns:a="http://schemas.openxmlformats.org/drawingml/2006/main">
            <a:off x="7913275" y="3105150"/>
            <a:ext cx="523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تسع</a:t>
            </a:r>
          </a:p>
        </p:txBody>
      </p:sp>
      <p:sp>
        <p:nvSpPr>
          <p:cNvPr id="28" name="">
            <a:extLst xmlns:a="http://schemas.openxmlformats.org/drawingml/2006/main">
              <a:ext uri="{FF2B5EF4-FFF2-40B4-BE49-F238E27FC236}">
                <a16:creationId xmlns:a16="http://schemas.microsoft.com/office/drawing/2014/main" id="{C514147D-E54C-4174-B45B-036DC2875CA7}"/>
              </a:ext>
            </a:extLst>
          </p:cNvPr>
          <p:cNvSpPr>
            <a:spLocks xmlns:a="http://schemas.openxmlformats.org/drawingml/2006/main" noGrp="1"/>
          </p:cNvSpPr>
          <p:nvPr/>
        </p:nvSpPr>
        <p:spPr>
          <a:xfrm xmlns:a="http://schemas.openxmlformats.org/drawingml/2006/main">
            <a:off x="7159752" y="3105150"/>
            <a:ext cx="647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000" b="0">
                <a:solidFill>
                  <a:srgbClr val="12183F"/>
                </a:solidFill>
                <a:latin typeface="Arial"/>
                <a:ea typeface="Arial"/>
                <a:cs typeface="Arial"/>
              </a:defRPr>
            </a:pPr>
            <a:r>
              <a:rPr sz="3000" b="0">
                <a:solidFill>
                  <a:srgbClr val="12183F"/>
                </a:solidFill>
                <a:latin typeface="Arial"/>
                <a:ea typeface="Arial"/>
                <a:cs typeface="Arial"/>
              </a:rPr>
              <a:t>لغات</a:t>
            </a:r>
          </a:p>
        </p:txBody>
      </p:sp>
      <p:sp>
        <p:nvSpPr>
          <p:cNvPr id="29" name="">
            <a:extLst xmlns:a="http://schemas.openxmlformats.org/drawingml/2006/main">
              <a:ext uri="{FF2B5EF4-FFF2-40B4-BE49-F238E27FC236}">
                <a16:creationId xmlns:a16="http://schemas.microsoft.com/office/drawing/2014/main" id="{26AD3575-C3A2-485E-B332-8DDB2A608B0F}"/>
              </a:ext>
            </a:extLst>
          </p:cNvPr>
          <p:cNvSpPr>
            <a:spLocks xmlns:a="http://schemas.openxmlformats.org/drawingml/2006/main" noGrp="1"/>
          </p:cNvSpPr>
          <p:nvPr/>
        </p:nvSpPr>
        <p:spPr>
          <a:xfrm xmlns:a="http://schemas.openxmlformats.org/drawingml/2006/main">
            <a:off x="1047750" y="3762375"/>
            <a:ext cx="1619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2100" b="0">
                <a:solidFill>
                  <a:srgbClr val="586277"/>
                </a:solidFill>
                <a:latin typeface="Arial"/>
                <a:ea typeface="Arial"/>
                <a:cs typeface="Arial"/>
              </a:defRPr>
            </a:pPr>
            <a:r>
              <a:rPr sz="2100" b="0">
                <a:solidFill>
                  <a:srgbClr val="586277"/>
                </a:solidFill>
                <a:latin typeface="Arial"/>
                <a:ea typeface="Arial"/>
                <a:cs typeface="Arial"/>
              </a:rPr>
              <a:t>Tanzil · HadeethEnc · QuranEnc</a:t>
            </a:r>
          </a:p>
        </p:txBody>
      </p:sp>
      <p:sp>
        <p:nvSpPr>
          <p:cNvPr id="30" name="">
            <a:extLst xmlns:a="http://schemas.openxmlformats.org/drawingml/2006/main">
              <a:ext uri="{FF2B5EF4-FFF2-40B4-BE49-F238E27FC236}">
                <a16:creationId xmlns:a16="http://schemas.microsoft.com/office/drawing/2014/main" id="{D944102B-D10C-485C-B866-660DC9609153}"/>
              </a:ext>
            </a:extLst>
          </p:cNvPr>
          <p:cNvSpPr>
            <a:spLocks xmlns:a="http://schemas.openxmlformats.org/drawingml/2006/main" noGrp="1"/>
          </p:cNvSpPr>
          <p:nvPr/>
        </p:nvSpPr>
        <p:spPr>
          <a:xfrm xmlns:a="http://schemas.openxmlformats.org/drawingml/2006/main">
            <a:off x="16325850" y="4333875"/>
            <a:ext cx="914400" cy="7234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75" b="1">
                <a:solidFill>
                  <a:srgbClr val="075642"/>
                </a:solidFill>
                <a:latin typeface="Arial"/>
                <a:ea typeface="Arial"/>
                <a:cs typeface="Arial"/>
              </a:defRPr>
            </a:pPr>
            <a:r>
              <a:rPr sz="3675" b="1">
                <a:solidFill>
                  <a:srgbClr val="075642"/>
                </a:solidFill>
                <a:latin typeface="Arial"/>
                <a:ea typeface="Arial"/>
                <a:cs typeface="Arial"/>
              </a:rPr>
              <a:t>إشارة</a:t>
            </a:r>
          </a:p>
        </p:txBody>
      </p:sp>
      <p:sp>
        <p:nvSpPr>
          <p:cNvPr id="31" name="">
            <a:extLst xmlns:a="http://schemas.openxmlformats.org/drawingml/2006/main">
              <a:ext uri="{FF2B5EF4-FFF2-40B4-BE49-F238E27FC236}">
                <a16:creationId xmlns:a16="http://schemas.microsoft.com/office/drawing/2014/main" id="{01E33BE0-67F0-46CC-B28F-96292E8877F6}"/>
              </a:ext>
            </a:extLst>
          </p:cNvPr>
          <p:cNvSpPr>
            <a:spLocks xmlns:a="http://schemas.openxmlformats.org/drawingml/2006/main" noGrp="1"/>
          </p:cNvSpPr>
          <p:nvPr/>
        </p:nvSpPr>
        <p:spPr>
          <a:xfrm xmlns:a="http://schemas.openxmlformats.org/drawingml/2006/main">
            <a:off x="15396115" y="4333875"/>
            <a:ext cx="800100" cy="7234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75" b="1">
                <a:solidFill>
                  <a:srgbClr val="075642"/>
                </a:solidFill>
                <a:latin typeface="Arial"/>
                <a:ea typeface="Arial"/>
                <a:cs typeface="Arial"/>
              </a:defRPr>
            </a:pPr>
            <a:r>
              <a:rPr sz="3675" b="1">
                <a:solidFill>
                  <a:srgbClr val="075642"/>
                </a:solidFill>
                <a:latin typeface="Arial"/>
                <a:ea typeface="Arial"/>
                <a:cs typeface="Arial"/>
              </a:rPr>
              <a:t>أولية</a:t>
            </a:r>
          </a:p>
        </p:txBody>
      </p:sp>
      <p:sp>
        <p:nvSpPr>
          <p:cNvPr id="32" name="">
            <a:extLst xmlns:a="http://schemas.openxmlformats.org/drawingml/2006/main">
              <a:ext uri="{FF2B5EF4-FFF2-40B4-BE49-F238E27FC236}">
                <a16:creationId xmlns:a16="http://schemas.microsoft.com/office/drawing/2014/main" id="{4556F324-A145-4150-AEAC-F84B74152097}"/>
              </a:ext>
            </a:extLst>
          </p:cNvPr>
          <p:cNvSpPr>
            <a:spLocks xmlns:a="http://schemas.openxmlformats.org/drawingml/2006/main" noGrp="1"/>
          </p:cNvSpPr>
          <p:nvPr/>
        </p:nvSpPr>
        <p:spPr>
          <a:xfrm xmlns:a="http://schemas.openxmlformats.org/drawingml/2006/main">
            <a:off x="14761655" y="4333875"/>
            <a:ext cx="504825" cy="7234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75" b="1">
                <a:solidFill>
                  <a:srgbClr val="075642"/>
                </a:solidFill>
                <a:latin typeface="Arial"/>
                <a:ea typeface="Arial"/>
                <a:cs typeface="Arial"/>
              </a:defRPr>
            </a:pPr>
            <a:r>
              <a:rPr sz="3675" b="1">
                <a:solidFill>
                  <a:srgbClr val="075642"/>
                </a:solidFill>
                <a:latin typeface="Arial"/>
                <a:ea typeface="Arial"/>
                <a:cs typeface="Arial"/>
              </a:rPr>
              <a:t>من</a:t>
            </a:r>
          </a:p>
        </p:txBody>
      </p:sp>
      <p:sp>
        <p:nvSpPr>
          <p:cNvPr id="33" name="">
            <a:extLst xmlns:a="http://schemas.openxmlformats.org/drawingml/2006/main">
              <a:ext uri="{FF2B5EF4-FFF2-40B4-BE49-F238E27FC236}">
                <a16:creationId xmlns:a16="http://schemas.microsoft.com/office/drawing/2014/main" id="{E4AF1511-D964-4FD4-8AD8-027854DBA3A4}"/>
              </a:ext>
            </a:extLst>
          </p:cNvPr>
          <p:cNvSpPr>
            <a:spLocks xmlns:a="http://schemas.openxmlformats.org/drawingml/2006/main" noGrp="1"/>
          </p:cNvSpPr>
          <p:nvPr/>
        </p:nvSpPr>
        <p:spPr>
          <a:xfrm xmlns:a="http://schemas.openxmlformats.org/drawingml/2006/main">
            <a:off x="13679519" y="4333875"/>
            <a:ext cx="952500" cy="7234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75" b="1">
                <a:solidFill>
                  <a:srgbClr val="075642"/>
                </a:solidFill>
                <a:latin typeface="Arial"/>
                <a:ea typeface="Arial"/>
                <a:cs typeface="Arial"/>
              </a:defRPr>
            </a:pPr>
            <a:r>
              <a:rPr sz="3675" b="1">
                <a:solidFill>
                  <a:srgbClr val="075642"/>
                </a:solidFill>
                <a:latin typeface="Arial"/>
                <a:ea typeface="Arial"/>
                <a:cs typeface="Arial"/>
              </a:rPr>
              <a:t>تجربة</a:t>
            </a:r>
          </a:p>
        </p:txBody>
      </p:sp>
      <p:sp>
        <p:nvSpPr>
          <p:cNvPr id="34" name="">
            <a:extLst xmlns:a="http://schemas.openxmlformats.org/drawingml/2006/main">
              <a:ext uri="{FF2B5EF4-FFF2-40B4-BE49-F238E27FC236}">
                <a16:creationId xmlns:a16="http://schemas.microsoft.com/office/drawing/2014/main" id="{C7560833-7256-4FC1-8CCB-D526AE771887}"/>
              </a:ext>
            </a:extLst>
          </p:cNvPr>
          <p:cNvSpPr>
            <a:spLocks xmlns:a="http://schemas.openxmlformats.org/drawingml/2006/main" noGrp="1"/>
          </p:cNvSpPr>
          <p:nvPr/>
        </p:nvSpPr>
        <p:spPr>
          <a:xfrm xmlns:a="http://schemas.openxmlformats.org/drawingml/2006/main">
            <a:off x="12492609" y="4333875"/>
            <a:ext cx="1057275" cy="7234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75" b="1">
                <a:solidFill>
                  <a:srgbClr val="075642"/>
                </a:solidFill>
                <a:latin typeface="Arial"/>
                <a:ea typeface="Arial"/>
                <a:cs typeface="Arial"/>
              </a:defRPr>
            </a:pPr>
            <a:r>
              <a:rPr sz="3675" b="1">
                <a:solidFill>
                  <a:srgbClr val="075642"/>
                </a:solidFill>
                <a:latin typeface="Arial"/>
                <a:ea typeface="Arial"/>
                <a:cs typeface="Arial"/>
              </a:rPr>
              <a:t>مرشدة</a:t>
            </a:r>
          </a:p>
        </p:txBody>
      </p:sp>
      <p:sp>
        <p:nvSpPr>
          <p:cNvPr id="35" name="">
            <a:extLst xmlns:a="http://schemas.openxmlformats.org/drawingml/2006/main">
              <a:ext uri="{FF2B5EF4-FFF2-40B4-BE49-F238E27FC236}">
                <a16:creationId xmlns:a16="http://schemas.microsoft.com/office/drawing/2014/main" id="{F54962B0-0EB8-46C7-82DD-0126F1C26AF8}"/>
              </a:ext>
            </a:extLst>
          </p:cNvPr>
          <p:cNvSpPr>
            <a:spLocks xmlns:a="http://schemas.openxmlformats.org/drawingml/2006/main" noGrp="1"/>
          </p:cNvSpPr>
          <p:nvPr/>
        </p:nvSpPr>
        <p:spPr>
          <a:xfrm xmlns:a="http://schemas.openxmlformats.org/drawingml/2006/main">
            <a:off x="16440150" y="5124450"/>
            <a:ext cx="800100"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925" b="0">
                <a:solidFill>
                  <a:srgbClr val="12183F"/>
                </a:solidFill>
                <a:latin typeface="Arial"/>
                <a:ea typeface="Arial"/>
                <a:cs typeface="Arial"/>
              </a:defRPr>
            </a:pPr>
            <a:r>
              <a:rPr sz="2925" b="0">
                <a:solidFill>
                  <a:srgbClr val="12183F"/>
                </a:solidFill>
                <a:latin typeface="Arial"/>
                <a:ea typeface="Arial"/>
                <a:cs typeface="Arial"/>
              </a:rPr>
              <a:t>جرّبت</a:t>
            </a:r>
          </a:p>
        </p:txBody>
      </p:sp>
      <p:sp>
        <p:nvSpPr>
          <p:cNvPr id="36" name="">
            <a:extLst xmlns:a="http://schemas.openxmlformats.org/drawingml/2006/main">
              <a:ext uri="{FF2B5EF4-FFF2-40B4-BE49-F238E27FC236}">
                <a16:creationId xmlns:a16="http://schemas.microsoft.com/office/drawing/2014/main" id="{4B641678-2D90-4A31-B778-D508DD31FE18}"/>
              </a:ext>
            </a:extLst>
          </p:cNvPr>
          <p:cNvSpPr>
            <a:spLocks xmlns:a="http://schemas.openxmlformats.org/drawingml/2006/main" noGrp="1"/>
          </p:cNvSpPr>
          <p:nvPr/>
        </p:nvSpPr>
        <p:spPr>
          <a:xfrm xmlns:a="http://schemas.openxmlformats.org/drawingml/2006/main">
            <a:off x="15479649" y="5124450"/>
            <a:ext cx="857250"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925" b="0">
                <a:solidFill>
                  <a:srgbClr val="12183F"/>
                </a:solidFill>
                <a:latin typeface="Arial"/>
                <a:ea typeface="Arial"/>
                <a:cs typeface="Arial"/>
              </a:defRPr>
            </a:pPr>
            <a:r>
              <a:rPr sz="2925" b="0">
                <a:solidFill>
                  <a:srgbClr val="12183F"/>
                </a:solidFill>
                <a:latin typeface="Arial"/>
                <a:ea typeface="Arial"/>
                <a:cs typeface="Arial"/>
              </a:rPr>
              <a:t>سؤالين</a:t>
            </a:r>
          </a:p>
        </p:txBody>
      </p:sp>
      <p:sp>
        <p:nvSpPr>
          <p:cNvPr id="37" name="">
            <a:extLst xmlns:a="http://schemas.openxmlformats.org/drawingml/2006/main">
              <a:ext uri="{FF2B5EF4-FFF2-40B4-BE49-F238E27FC236}">
                <a16:creationId xmlns:a16="http://schemas.microsoft.com/office/drawing/2014/main" id="{16852CA1-339C-4380-972D-19DE2D88B96C}"/>
              </a:ext>
            </a:extLst>
          </p:cNvPr>
          <p:cNvSpPr>
            <a:spLocks xmlns:a="http://schemas.openxmlformats.org/drawingml/2006/main" noGrp="1"/>
          </p:cNvSpPr>
          <p:nvPr/>
        </p:nvSpPr>
        <p:spPr>
          <a:xfrm xmlns:a="http://schemas.openxmlformats.org/drawingml/2006/main">
            <a:off x="14319123" y="5124450"/>
            <a:ext cx="1057275"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925" b="0">
                <a:solidFill>
                  <a:srgbClr val="12183F"/>
                </a:solidFill>
                <a:latin typeface="Arial"/>
                <a:ea typeface="Arial"/>
                <a:cs typeface="Arial"/>
              </a:defRPr>
            </a:pPr>
            <a:r>
              <a:rPr sz="2925" b="0">
                <a:solidFill>
                  <a:srgbClr val="12183F"/>
                </a:solidFill>
                <a:latin typeface="Arial"/>
                <a:ea typeface="Arial"/>
                <a:cs typeface="Arial"/>
              </a:rPr>
              <a:t>ووصفت</a:t>
            </a:r>
          </a:p>
        </p:txBody>
      </p:sp>
      <p:sp>
        <p:nvSpPr>
          <p:cNvPr id="38" name="">
            <a:extLst xmlns:a="http://schemas.openxmlformats.org/drawingml/2006/main">
              <a:ext uri="{FF2B5EF4-FFF2-40B4-BE49-F238E27FC236}">
                <a16:creationId xmlns:a16="http://schemas.microsoft.com/office/drawing/2014/main" id="{F48EF3F1-05D5-4F72-BDB7-CA6FCC468531}"/>
              </a:ext>
            </a:extLst>
          </p:cNvPr>
          <p:cNvSpPr>
            <a:spLocks xmlns:a="http://schemas.openxmlformats.org/drawingml/2006/main" noGrp="1"/>
          </p:cNvSpPr>
          <p:nvPr/>
        </p:nvSpPr>
        <p:spPr>
          <a:xfrm xmlns:a="http://schemas.openxmlformats.org/drawingml/2006/main">
            <a:off x="13301472" y="5124450"/>
            <a:ext cx="914400"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925" b="0">
                <a:solidFill>
                  <a:srgbClr val="12183F"/>
                </a:solidFill>
                <a:latin typeface="Arial"/>
                <a:ea typeface="Arial"/>
                <a:cs typeface="Arial"/>
              </a:defRPr>
            </a:pPr>
            <a:r>
              <a:rPr sz="2925" b="0">
                <a:solidFill>
                  <a:srgbClr val="12183F"/>
                </a:solidFill>
                <a:latin typeface="Arial"/>
                <a:ea typeface="Arial"/>
                <a:cs typeface="Arial"/>
              </a:rPr>
              <a:t>التجربة</a:t>
            </a:r>
          </a:p>
        </p:txBody>
      </p:sp>
      <p:sp>
        <p:nvSpPr>
          <p:cNvPr id="39" name="">
            <a:extLst xmlns:a="http://schemas.openxmlformats.org/drawingml/2006/main">
              <a:ext uri="{FF2B5EF4-FFF2-40B4-BE49-F238E27FC236}">
                <a16:creationId xmlns:a16="http://schemas.microsoft.com/office/drawing/2014/main" id="{095ED6F9-23A1-432A-BED7-167E64274047}"/>
              </a:ext>
            </a:extLst>
          </p:cNvPr>
          <p:cNvSpPr>
            <a:spLocks xmlns:a="http://schemas.openxmlformats.org/drawingml/2006/main" noGrp="1"/>
          </p:cNvSpPr>
          <p:nvPr/>
        </p:nvSpPr>
        <p:spPr>
          <a:xfrm xmlns:a="http://schemas.openxmlformats.org/drawingml/2006/main">
            <a:off x="12036171" y="5124450"/>
            <a:ext cx="1162050"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925" b="0">
                <a:solidFill>
                  <a:srgbClr val="12183F"/>
                </a:solidFill>
                <a:latin typeface="Arial"/>
                <a:ea typeface="Arial"/>
                <a:cs typeface="Arial"/>
              </a:defRPr>
            </a:pPr>
            <a:r>
              <a:rPr sz="2925" b="0">
                <a:solidFill>
                  <a:srgbClr val="12183F"/>
                </a:solidFill>
                <a:latin typeface="Arial"/>
                <a:ea typeface="Arial"/>
                <a:cs typeface="Arial"/>
              </a:rPr>
              <a:t>بالوضوح</a:t>
            </a:r>
          </a:p>
        </p:txBody>
      </p:sp>
      <p:sp>
        <p:nvSpPr>
          <p:cNvPr id="40" name="">
            <a:extLst xmlns:a="http://schemas.openxmlformats.org/drawingml/2006/main">
              <a:ext uri="{FF2B5EF4-FFF2-40B4-BE49-F238E27FC236}">
                <a16:creationId xmlns:a16="http://schemas.microsoft.com/office/drawing/2014/main" id="{EFD1AE32-D7EF-4E1D-B5D3-0A5478B05E16}"/>
              </a:ext>
            </a:extLst>
          </p:cNvPr>
          <p:cNvSpPr>
            <a:spLocks xmlns:a="http://schemas.openxmlformats.org/drawingml/2006/main" noGrp="1"/>
          </p:cNvSpPr>
          <p:nvPr/>
        </p:nvSpPr>
        <p:spPr>
          <a:xfrm xmlns:a="http://schemas.openxmlformats.org/drawingml/2006/main">
            <a:off x="11237595" y="5124450"/>
            <a:ext cx="695325"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925" b="0">
                <a:solidFill>
                  <a:srgbClr val="12183F"/>
                </a:solidFill>
                <a:latin typeface="Arial"/>
                <a:ea typeface="Arial"/>
                <a:cs typeface="Arial"/>
              </a:defRPr>
            </a:pPr>
            <a:r>
              <a:rPr sz="2925" b="0">
                <a:solidFill>
                  <a:srgbClr val="12183F"/>
                </a:solidFill>
                <a:latin typeface="Arial"/>
                <a:ea typeface="Arial"/>
                <a:cs typeface="Arial"/>
              </a:rPr>
              <a:t>ليست</a:t>
            </a:r>
          </a:p>
        </p:txBody>
      </p:sp>
      <p:sp>
        <p:nvSpPr>
          <p:cNvPr id="41" name="">
            <a:extLst xmlns:a="http://schemas.openxmlformats.org/drawingml/2006/main">
              <a:ext uri="{FF2B5EF4-FFF2-40B4-BE49-F238E27FC236}">
                <a16:creationId xmlns:a16="http://schemas.microsoft.com/office/drawing/2014/main" id="{8C78E791-2D3E-45A3-A445-E141309DA480}"/>
              </a:ext>
            </a:extLst>
          </p:cNvPr>
          <p:cNvSpPr>
            <a:spLocks xmlns:a="http://schemas.openxmlformats.org/drawingml/2006/main" noGrp="1"/>
          </p:cNvSpPr>
          <p:nvPr/>
        </p:nvSpPr>
        <p:spPr>
          <a:xfrm xmlns:a="http://schemas.openxmlformats.org/drawingml/2006/main">
            <a:off x="10353294" y="5124450"/>
            <a:ext cx="781050"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925" b="0">
                <a:solidFill>
                  <a:srgbClr val="12183F"/>
                </a:solidFill>
                <a:latin typeface="Arial"/>
                <a:ea typeface="Arial"/>
                <a:cs typeface="Arial"/>
              </a:defRPr>
            </a:pPr>
            <a:r>
              <a:rPr sz="2925" b="0">
                <a:solidFill>
                  <a:srgbClr val="12183F"/>
                </a:solidFill>
                <a:latin typeface="Arial"/>
                <a:ea typeface="Arial"/>
                <a:cs typeface="Arial"/>
              </a:rPr>
              <a:t>دراسة</a:t>
            </a:r>
          </a:p>
        </p:txBody>
      </p:sp>
      <p:sp>
        <p:nvSpPr>
          <p:cNvPr id="42" name="">
            <a:extLst xmlns:a="http://schemas.openxmlformats.org/drawingml/2006/main">
              <a:ext uri="{FF2B5EF4-FFF2-40B4-BE49-F238E27FC236}">
                <a16:creationId xmlns:a16="http://schemas.microsoft.com/office/drawing/2014/main" id="{504CA35E-5BED-40D2-9486-2F2B213D631B}"/>
              </a:ext>
            </a:extLst>
          </p:cNvPr>
          <p:cNvSpPr>
            <a:spLocks xmlns:a="http://schemas.openxmlformats.org/drawingml/2006/main" noGrp="1"/>
          </p:cNvSpPr>
          <p:nvPr/>
        </p:nvSpPr>
        <p:spPr>
          <a:xfrm xmlns:a="http://schemas.openxmlformats.org/drawingml/2006/main">
            <a:off x="9002268" y="5124450"/>
            <a:ext cx="1247775"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925" b="0">
                <a:solidFill>
                  <a:srgbClr val="12183F"/>
                </a:solidFill>
                <a:latin typeface="Arial"/>
                <a:ea typeface="Arial"/>
                <a:cs typeface="Arial"/>
              </a:defRPr>
            </a:pPr>
            <a:r>
              <a:rPr sz="2925" b="0">
                <a:solidFill>
                  <a:srgbClr val="12183F"/>
                </a:solidFill>
                <a:latin typeface="Arial"/>
                <a:ea typeface="Arial"/>
                <a:cs typeface="Arial"/>
              </a:rPr>
              <a:t>مستخدمين</a:t>
            </a:r>
          </a:p>
        </p:txBody>
      </p:sp>
      <p:sp>
        <p:nvSpPr>
          <p:cNvPr id="43" name="">
            <a:extLst xmlns:a="http://schemas.openxmlformats.org/drawingml/2006/main">
              <a:ext uri="{FF2B5EF4-FFF2-40B4-BE49-F238E27FC236}">
                <a16:creationId xmlns:a16="http://schemas.microsoft.com/office/drawing/2014/main" id="{D31FA33B-D61B-458D-8E0A-D82A6B9A50D1}"/>
              </a:ext>
            </a:extLst>
          </p:cNvPr>
          <p:cNvSpPr>
            <a:spLocks xmlns:a="http://schemas.openxmlformats.org/drawingml/2006/main" noGrp="1"/>
          </p:cNvSpPr>
          <p:nvPr/>
        </p:nvSpPr>
        <p:spPr>
          <a:xfrm xmlns:a="http://schemas.openxmlformats.org/drawingml/2006/main">
            <a:off x="8603742" y="5124450"/>
            <a:ext cx="295275"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925" b="0">
                <a:solidFill>
                  <a:srgbClr val="12183F"/>
                </a:solidFill>
                <a:latin typeface="Arial"/>
                <a:ea typeface="Arial"/>
                <a:cs typeface="Arial"/>
              </a:defRPr>
            </a:pPr>
            <a:r>
              <a:rPr sz="2925" b="0">
                <a:solidFill>
                  <a:srgbClr val="12183F"/>
                </a:solidFill>
                <a:latin typeface="Arial"/>
                <a:ea typeface="Arial"/>
                <a:cs typeface="Arial"/>
              </a:rPr>
              <a:t>أو</a:t>
            </a:r>
          </a:p>
        </p:txBody>
      </p:sp>
      <p:sp>
        <p:nvSpPr>
          <p:cNvPr id="44" name="">
            <a:extLst xmlns:a="http://schemas.openxmlformats.org/drawingml/2006/main">
              <a:ext uri="{FF2B5EF4-FFF2-40B4-BE49-F238E27FC236}">
                <a16:creationId xmlns:a16="http://schemas.microsoft.com/office/drawing/2014/main" id="{F1632CAA-8100-4384-980D-29ABEA5DDBB6}"/>
              </a:ext>
            </a:extLst>
          </p:cNvPr>
          <p:cNvSpPr>
            <a:spLocks xmlns:a="http://schemas.openxmlformats.org/drawingml/2006/main" noGrp="1"/>
          </p:cNvSpPr>
          <p:nvPr/>
        </p:nvSpPr>
        <p:spPr>
          <a:xfrm xmlns:a="http://schemas.openxmlformats.org/drawingml/2006/main">
            <a:off x="7833741" y="5124450"/>
            <a:ext cx="666750"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925" b="0">
                <a:solidFill>
                  <a:srgbClr val="12183F"/>
                </a:solidFill>
                <a:latin typeface="Arial"/>
                <a:ea typeface="Arial"/>
                <a:cs typeface="Arial"/>
              </a:defRPr>
            </a:pPr>
            <a:r>
              <a:rPr sz="2925" b="0">
                <a:solidFill>
                  <a:srgbClr val="12183F"/>
                </a:solidFill>
                <a:latin typeface="Arial"/>
                <a:ea typeface="Arial"/>
                <a:cs typeface="Arial"/>
              </a:rPr>
              <a:t>تقييماً</a:t>
            </a:r>
          </a:p>
        </p:txBody>
      </p:sp>
      <p:sp>
        <p:nvSpPr>
          <p:cNvPr id="45" name="">
            <a:extLst xmlns:a="http://schemas.openxmlformats.org/drawingml/2006/main">
              <a:ext uri="{FF2B5EF4-FFF2-40B4-BE49-F238E27FC236}">
                <a16:creationId xmlns:a16="http://schemas.microsoft.com/office/drawing/2014/main" id="{E33D2E4B-26E0-46A3-9D28-73195E4FD15D}"/>
              </a:ext>
            </a:extLst>
          </p:cNvPr>
          <p:cNvSpPr>
            <a:spLocks xmlns:a="http://schemas.openxmlformats.org/drawingml/2006/main" noGrp="1"/>
          </p:cNvSpPr>
          <p:nvPr/>
        </p:nvSpPr>
        <p:spPr>
          <a:xfrm xmlns:a="http://schemas.openxmlformats.org/drawingml/2006/main">
            <a:off x="7149465" y="5124450"/>
            <a:ext cx="581025"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925" b="0">
                <a:solidFill>
                  <a:srgbClr val="12183F"/>
                </a:solidFill>
                <a:latin typeface="Arial"/>
                <a:ea typeface="Arial"/>
                <a:cs typeface="Arial"/>
              </a:defRPr>
            </a:pPr>
            <a:r>
              <a:rPr sz="2925" b="0">
                <a:solidFill>
                  <a:srgbClr val="12183F"/>
                </a:solidFill>
                <a:latin typeface="Arial"/>
                <a:ea typeface="Arial"/>
                <a:cs typeface="Arial"/>
              </a:rPr>
              <a:t>للدقة</a:t>
            </a:r>
          </a:p>
        </p:txBody>
      </p:sp>
      <p:sp>
        <p:nvSpPr>
          <p:cNvPr id="46" name="">
            <a:extLst xmlns:a="http://schemas.openxmlformats.org/drawingml/2006/main">
              <a:ext uri="{FF2B5EF4-FFF2-40B4-BE49-F238E27FC236}">
                <a16:creationId xmlns:a16="http://schemas.microsoft.com/office/drawing/2014/main" id="{5B3111B4-CCC9-4F22-A112-6C681604944C}"/>
              </a:ext>
            </a:extLst>
          </p:cNvPr>
          <p:cNvSpPr>
            <a:spLocks xmlns:a="http://schemas.openxmlformats.org/drawingml/2006/main" noGrp="1"/>
          </p:cNvSpPr>
          <p:nvPr/>
        </p:nvSpPr>
        <p:spPr>
          <a:xfrm xmlns:a="http://schemas.openxmlformats.org/drawingml/2006/main">
            <a:off x="16163925" y="6391275"/>
            <a:ext cx="1076325" cy="7234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75" b="1">
                <a:solidFill>
                  <a:srgbClr val="6150EA"/>
                </a:solidFill>
                <a:latin typeface="Arial"/>
                <a:ea typeface="Arial"/>
                <a:cs typeface="Arial"/>
              </a:defRPr>
            </a:pPr>
            <a:r>
              <a:rPr sz="3675" b="1">
                <a:solidFill>
                  <a:srgbClr val="6150EA"/>
                </a:solidFill>
                <a:latin typeface="Arial"/>
                <a:ea typeface="Arial"/>
                <a:cs typeface="Arial"/>
              </a:rPr>
              <a:t>القياس</a:t>
            </a:r>
          </a:p>
        </p:txBody>
      </p:sp>
      <p:sp>
        <p:nvSpPr>
          <p:cNvPr id="47" name="">
            <a:extLst xmlns:a="http://schemas.openxmlformats.org/drawingml/2006/main">
              <a:ext uri="{FF2B5EF4-FFF2-40B4-BE49-F238E27FC236}">
                <a16:creationId xmlns:a16="http://schemas.microsoft.com/office/drawing/2014/main" id="{3F94CE51-4CFE-42E3-9924-903BFD7FF684}"/>
              </a:ext>
            </a:extLst>
          </p:cNvPr>
          <p:cNvSpPr>
            <a:spLocks xmlns:a="http://schemas.openxmlformats.org/drawingml/2006/main" noGrp="1"/>
          </p:cNvSpPr>
          <p:nvPr/>
        </p:nvSpPr>
        <p:spPr>
          <a:xfrm xmlns:a="http://schemas.openxmlformats.org/drawingml/2006/main">
            <a:off x="15148465" y="6391275"/>
            <a:ext cx="885825" cy="7234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75" b="1">
                <a:solidFill>
                  <a:srgbClr val="6150EA"/>
                </a:solidFill>
                <a:latin typeface="Arial"/>
                <a:ea typeface="Arial"/>
                <a:cs typeface="Arial"/>
              </a:defRPr>
            </a:pPr>
            <a:r>
              <a:rPr sz="3675" b="1">
                <a:solidFill>
                  <a:srgbClr val="6150EA"/>
                </a:solidFill>
                <a:latin typeface="Arial"/>
                <a:ea typeface="Arial"/>
                <a:cs typeface="Arial"/>
              </a:rPr>
              <a:t>التالي</a:t>
            </a:r>
          </a:p>
        </p:txBody>
      </p:sp>
      <p:sp>
        <p:nvSpPr>
          <p:cNvPr id="48" name="">
            <a:extLst xmlns:a="http://schemas.openxmlformats.org/drawingml/2006/main">
              <a:ext uri="{FF2B5EF4-FFF2-40B4-BE49-F238E27FC236}">
                <a16:creationId xmlns:a16="http://schemas.microsoft.com/office/drawing/2014/main" id="{B1614A61-07CC-4CF0-A265-A5EC1F260945}"/>
              </a:ext>
            </a:extLst>
          </p:cNvPr>
          <p:cNvSpPr>
            <a:spLocks xmlns:a="http://schemas.openxmlformats.org/drawingml/2006/main" noGrp="1"/>
          </p:cNvSpPr>
          <p:nvPr/>
        </p:nvSpPr>
        <p:spPr>
          <a:xfrm xmlns:a="http://schemas.openxmlformats.org/drawingml/2006/main">
            <a:off x="13980605" y="6391275"/>
            <a:ext cx="1038225" cy="7234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75" b="1">
                <a:solidFill>
                  <a:srgbClr val="6150EA"/>
                </a:solidFill>
                <a:latin typeface="Arial"/>
                <a:ea typeface="Arial"/>
                <a:cs typeface="Arial"/>
              </a:defRPr>
            </a:pPr>
            <a:r>
              <a:rPr sz="3675" b="1">
                <a:solidFill>
                  <a:srgbClr val="6150EA"/>
                </a:solidFill>
                <a:latin typeface="Arial"/>
                <a:ea typeface="Arial"/>
                <a:cs typeface="Arial"/>
              </a:rPr>
              <a:t>مقارنة</a:t>
            </a:r>
          </a:p>
        </p:txBody>
      </p:sp>
      <p:sp>
        <p:nvSpPr>
          <p:cNvPr id="49" name="">
            <a:extLst xmlns:a="http://schemas.openxmlformats.org/drawingml/2006/main">
              <a:ext uri="{FF2B5EF4-FFF2-40B4-BE49-F238E27FC236}">
                <a16:creationId xmlns:a16="http://schemas.microsoft.com/office/drawing/2014/main" id="{9B75D320-4B87-446C-93B7-E06D163DCBEC}"/>
              </a:ext>
            </a:extLst>
          </p:cNvPr>
          <p:cNvSpPr>
            <a:spLocks xmlns:a="http://schemas.openxmlformats.org/drawingml/2006/main" noGrp="1"/>
          </p:cNvSpPr>
          <p:nvPr/>
        </p:nvSpPr>
        <p:spPr>
          <a:xfrm xmlns:a="http://schemas.openxmlformats.org/drawingml/2006/main">
            <a:off x="12765119" y="6391275"/>
            <a:ext cx="1085850" cy="7234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75" b="1">
                <a:solidFill>
                  <a:srgbClr val="6150EA"/>
                </a:solidFill>
                <a:latin typeface="Arial"/>
                <a:ea typeface="Arial"/>
                <a:cs typeface="Arial"/>
              </a:defRPr>
            </a:pPr>
            <a:r>
              <a:rPr sz="3675" b="1">
                <a:solidFill>
                  <a:srgbClr val="6150EA"/>
                </a:solidFill>
                <a:latin typeface="Arial"/>
                <a:ea typeface="Arial"/>
                <a:cs typeface="Arial"/>
              </a:rPr>
              <a:t>بالبحث</a:t>
            </a:r>
          </a:p>
        </p:txBody>
      </p:sp>
      <p:sp>
        <p:nvSpPr>
          <p:cNvPr id="50" name="">
            <a:extLst xmlns:a="http://schemas.openxmlformats.org/drawingml/2006/main">
              <a:ext uri="{FF2B5EF4-FFF2-40B4-BE49-F238E27FC236}">
                <a16:creationId xmlns:a16="http://schemas.microsoft.com/office/drawing/2014/main" id="{E82ED4BC-E0CD-4B75-A3A2-7DC05C1F2672}"/>
              </a:ext>
            </a:extLst>
          </p:cNvPr>
          <p:cNvSpPr>
            <a:spLocks xmlns:a="http://schemas.openxmlformats.org/drawingml/2006/main" noGrp="1"/>
          </p:cNvSpPr>
          <p:nvPr/>
        </p:nvSpPr>
        <p:spPr>
          <a:xfrm xmlns:a="http://schemas.openxmlformats.org/drawingml/2006/main">
            <a:off x="11606784" y="6391275"/>
            <a:ext cx="1028700" cy="7234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75" b="1">
                <a:solidFill>
                  <a:srgbClr val="6150EA"/>
                </a:solidFill>
                <a:latin typeface="Arial"/>
                <a:ea typeface="Arial"/>
                <a:cs typeface="Arial"/>
              </a:defRPr>
            </a:pPr>
            <a:r>
              <a:rPr sz="3675" b="1">
                <a:solidFill>
                  <a:srgbClr val="6150EA"/>
                </a:solidFill>
                <a:latin typeface="Arial"/>
                <a:ea typeface="Arial"/>
                <a:cs typeface="Arial"/>
              </a:rPr>
              <a:t>المعتاد</a:t>
            </a:r>
          </a:p>
        </p:txBody>
      </p:sp>
      <p:sp>
        <p:nvSpPr>
          <p:cNvPr id="51" name="">
            <a:extLst xmlns:a="http://schemas.openxmlformats.org/drawingml/2006/main">
              <a:ext uri="{FF2B5EF4-FFF2-40B4-BE49-F238E27FC236}">
                <a16:creationId xmlns:a16="http://schemas.microsoft.com/office/drawing/2014/main" id="{CC7FC72A-88C8-45EC-9913-7A8EE002BEB9}"/>
              </a:ext>
            </a:extLst>
          </p:cNvPr>
          <p:cNvSpPr>
            <a:spLocks xmlns:a="http://schemas.openxmlformats.org/drawingml/2006/main" noGrp="1"/>
          </p:cNvSpPr>
          <p:nvPr/>
        </p:nvSpPr>
        <p:spPr>
          <a:xfrm xmlns:a="http://schemas.openxmlformats.org/drawingml/2006/main">
            <a:off x="16649700" y="7181850"/>
            <a:ext cx="590550"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925" b="0">
                <a:solidFill>
                  <a:srgbClr val="12183F"/>
                </a:solidFill>
                <a:latin typeface="Arial"/>
                <a:ea typeface="Arial"/>
                <a:cs typeface="Arial"/>
              </a:defRPr>
            </a:pPr>
            <a:r>
              <a:rPr sz="2925" b="0">
                <a:solidFill>
                  <a:srgbClr val="12183F"/>
                </a:solidFill>
                <a:latin typeface="Arial"/>
                <a:ea typeface="Arial"/>
                <a:cs typeface="Arial"/>
              </a:rPr>
              <a:t>وقت</a:t>
            </a:r>
          </a:p>
        </p:txBody>
      </p:sp>
      <p:sp>
        <p:nvSpPr>
          <p:cNvPr id="52" name="">
            <a:extLst xmlns:a="http://schemas.openxmlformats.org/drawingml/2006/main">
              <a:ext uri="{FF2B5EF4-FFF2-40B4-BE49-F238E27FC236}">
                <a16:creationId xmlns:a16="http://schemas.microsoft.com/office/drawing/2014/main" id="{4668F209-0CB2-4A27-A608-034580FF76EB}"/>
              </a:ext>
            </a:extLst>
          </p:cNvPr>
          <p:cNvSpPr>
            <a:spLocks xmlns:a="http://schemas.openxmlformats.org/drawingml/2006/main" noGrp="1"/>
          </p:cNvSpPr>
          <p:nvPr/>
        </p:nvSpPr>
        <p:spPr>
          <a:xfrm xmlns:a="http://schemas.openxmlformats.org/drawingml/2006/main">
            <a:off x="15508224" y="7181850"/>
            <a:ext cx="1038225"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925" b="0">
                <a:solidFill>
                  <a:srgbClr val="12183F"/>
                </a:solidFill>
                <a:latin typeface="Arial"/>
                <a:ea typeface="Arial"/>
                <a:cs typeface="Arial"/>
              </a:defRPr>
            </a:pPr>
            <a:r>
              <a:rPr sz="2925" b="0">
                <a:solidFill>
                  <a:srgbClr val="12183F"/>
                </a:solidFill>
                <a:latin typeface="Arial"/>
                <a:ea typeface="Arial"/>
                <a:cs typeface="Arial"/>
              </a:rPr>
              <a:t>الوصول</a:t>
            </a:r>
          </a:p>
        </p:txBody>
      </p:sp>
      <p:sp>
        <p:nvSpPr>
          <p:cNvPr id="53" name="">
            <a:extLst xmlns:a="http://schemas.openxmlformats.org/drawingml/2006/main">
              <a:ext uri="{FF2B5EF4-FFF2-40B4-BE49-F238E27FC236}">
                <a16:creationId xmlns:a16="http://schemas.microsoft.com/office/drawing/2014/main" id="{A935B645-D5C1-4BC3-A7B3-375928A813D5}"/>
              </a:ext>
            </a:extLst>
          </p:cNvPr>
          <p:cNvSpPr>
            <a:spLocks xmlns:a="http://schemas.openxmlformats.org/drawingml/2006/main" noGrp="1"/>
          </p:cNvSpPr>
          <p:nvPr/>
        </p:nvSpPr>
        <p:spPr>
          <a:xfrm xmlns:a="http://schemas.openxmlformats.org/drawingml/2006/main">
            <a:off x="14966823" y="7181850"/>
            <a:ext cx="438150"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925" b="0">
                <a:solidFill>
                  <a:srgbClr val="12183F"/>
                </a:solidFill>
                <a:latin typeface="Arial"/>
                <a:ea typeface="Arial"/>
                <a:cs typeface="Arial"/>
              </a:defRPr>
            </a:pPr>
            <a:r>
              <a:rPr sz="2925" b="0">
                <a:solidFill>
                  <a:srgbClr val="12183F"/>
                </a:solidFill>
                <a:latin typeface="Arial"/>
                <a:ea typeface="Arial"/>
                <a:cs typeface="Arial"/>
              </a:rPr>
              <a:t>إلى</a:t>
            </a:r>
          </a:p>
        </p:txBody>
      </p:sp>
      <p:sp>
        <p:nvSpPr>
          <p:cNvPr id="54" name="">
            <a:extLst xmlns:a="http://schemas.openxmlformats.org/drawingml/2006/main">
              <a:ext uri="{FF2B5EF4-FFF2-40B4-BE49-F238E27FC236}">
                <a16:creationId xmlns:a16="http://schemas.microsoft.com/office/drawing/2014/main" id="{93E1E1B1-0E1A-4550-AF04-9054B365B006}"/>
              </a:ext>
            </a:extLst>
          </p:cNvPr>
          <p:cNvSpPr>
            <a:spLocks xmlns:a="http://schemas.openxmlformats.org/drawingml/2006/main" noGrp="1"/>
          </p:cNvSpPr>
          <p:nvPr/>
        </p:nvSpPr>
        <p:spPr>
          <a:xfrm xmlns:a="http://schemas.openxmlformats.org/drawingml/2006/main">
            <a:off x="14320647" y="7181850"/>
            <a:ext cx="542925"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925" b="0">
                <a:solidFill>
                  <a:srgbClr val="12183F"/>
                </a:solidFill>
                <a:latin typeface="Arial"/>
                <a:ea typeface="Arial"/>
                <a:cs typeface="Arial"/>
              </a:defRPr>
            </a:pPr>
            <a:r>
              <a:rPr sz="2925" b="0">
                <a:solidFill>
                  <a:srgbClr val="12183F"/>
                </a:solidFill>
                <a:latin typeface="Arial"/>
                <a:ea typeface="Arial"/>
                <a:cs typeface="Arial"/>
              </a:rPr>
              <a:t>دليل</a:t>
            </a:r>
          </a:p>
        </p:txBody>
      </p:sp>
      <p:sp>
        <p:nvSpPr>
          <p:cNvPr id="55" name="">
            <a:extLst xmlns:a="http://schemas.openxmlformats.org/drawingml/2006/main">
              <a:ext uri="{FF2B5EF4-FFF2-40B4-BE49-F238E27FC236}">
                <a16:creationId xmlns:a16="http://schemas.microsoft.com/office/drawing/2014/main" id="{5AE20B04-71F5-4064-9A2D-961C7BC5FCFB}"/>
              </a:ext>
            </a:extLst>
          </p:cNvPr>
          <p:cNvSpPr>
            <a:spLocks xmlns:a="http://schemas.openxmlformats.org/drawingml/2006/main" noGrp="1"/>
          </p:cNvSpPr>
          <p:nvPr/>
        </p:nvSpPr>
        <p:spPr>
          <a:xfrm xmlns:a="http://schemas.openxmlformats.org/drawingml/2006/main">
            <a:off x="13369671" y="7181850"/>
            <a:ext cx="847725"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925" b="0">
                <a:solidFill>
                  <a:srgbClr val="12183F"/>
                </a:solidFill>
                <a:latin typeface="Arial"/>
                <a:ea typeface="Arial"/>
                <a:cs typeface="Arial"/>
              </a:defRPr>
            </a:pPr>
            <a:r>
              <a:rPr sz="2925" b="0">
                <a:solidFill>
                  <a:srgbClr val="12183F"/>
                </a:solidFill>
                <a:latin typeface="Arial"/>
                <a:ea typeface="Arial"/>
                <a:cs typeface="Arial"/>
              </a:rPr>
              <a:t>مناسب</a:t>
            </a:r>
          </a:p>
        </p:txBody>
      </p:sp>
      <p:sp>
        <p:nvSpPr>
          <p:cNvPr id="56" name="">
            <a:extLst xmlns:a="http://schemas.openxmlformats.org/drawingml/2006/main">
              <a:ext uri="{FF2B5EF4-FFF2-40B4-BE49-F238E27FC236}">
                <a16:creationId xmlns:a16="http://schemas.microsoft.com/office/drawing/2014/main" id="{936C35E8-C2D5-46ED-9295-B642B99E0896}"/>
              </a:ext>
            </a:extLst>
          </p:cNvPr>
          <p:cNvSpPr>
            <a:spLocks xmlns:a="http://schemas.openxmlformats.org/drawingml/2006/main" noGrp="1"/>
          </p:cNvSpPr>
          <p:nvPr/>
        </p:nvSpPr>
        <p:spPr>
          <a:xfrm xmlns:a="http://schemas.openxmlformats.org/drawingml/2006/main">
            <a:off x="12390120" y="7181850"/>
            <a:ext cx="876300"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925" b="0">
                <a:solidFill>
                  <a:srgbClr val="12183F"/>
                </a:solidFill>
                <a:latin typeface="Arial"/>
                <a:ea typeface="Arial"/>
                <a:cs typeface="Arial"/>
              </a:defRPr>
            </a:pPr>
            <a:r>
              <a:rPr sz="2925" b="0">
                <a:solidFill>
                  <a:srgbClr val="12183F"/>
                </a:solidFill>
                <a:latin typeface="Arial"/>
                <a:ea typeface="Arial"/>
                <a:cs typeface="Arial"/>
              </a:rPr>
              <a:t>وصحة</a:t>
            </a:r>
          </a:p>
        </p:txBody>
      </p:sp>
      <p:sp>
        <p:nvSpPr>
          <p:cNvPr id="57" name="">
            <a:extLst xmlns:a="http://schemas.openxmlformats.org/drawingml/2006/main">
              <a:ext uri="{FF2B5EF4-FFF2-40B4-BE49-F238E27FC236}">
                <a16:creationId xmlns:a16="http://schemas.microsoft.com/office/drawing/2014/main" id="{001D7234-9C35-436B-8D89-AB3166C29F23}"/>
              </a:ext>
            </a:extLst>
          </p:cNvPr>
          <p:cNvSpPr>
            <a:spLocks xmlns:a="http://schemas.openxmlformats.org/drawingml/2006/main" noGrp="1"/>
          </p:cNvSpPr>
          <p:nvPr/>
        </p:nvSpPr>
        <p:spPr>
          <a:xfrm xmlns:a="http://schemas.openxmlformats.org/drawingml/2006/main">
            <a:off x="11448669" y="7181850"/>
            <a:ext cx="838200"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925" b="0">
                <a:solidFill>
                  <a:srgbClr val="12183F"/>
                </a:solidFill>
                <a:latin typeface="Arial"/>
                <a:ea typeface="Arial"/>
                <a:cs typeface="Arial"/>
              </a:defRPr>
            </a:pPr>
            <a:r>
              <a:rPr sz="2925" b="0">
                <a:solidFill>
                  <a:srgbClr val="12183F"/>
                </a:solidFill>
                <a:latin typeface="Arial"/>
                <a:ea typeface="Arial"/>
                <a:cs typeface="Arial"/>
              </a:rPr>
              <a:t>الإحالة</a:t>
            </a:r>
          </a:p>
        </p:txBody>
      </p:sp>
      <p:sp>
        <p:nvSpPr>
          <p:cNvPr id="58" name="">
            <a:extLst xmlns:a="http://schemas.openxmlformats.org/drawingml/2006/main">
              <a:ext uri="{FF2B5EF4-FFF2-40B4-BE49-F238E27FC236}">
                <a16:creationId xmlns:a16="http://schemas.microsoft.com/office/drawing/2014/main" id="{37464E02-404C-455C-904C-7D71629463AB}"/>
              </a:ext>
            </a:extLst>
          </p:cNvPr>
          <p:cNvSpPr>
            <a:spLocks xmlns:a="http://schemas.openxmlformats.org/drawingml/2006/main" noGrp="1"/>
          </p:cNvSpPr>
          <p:nvPr/>
        </p:nvSpPr>
        <p:spPr>
          <a:xfrm xmlns:a="http://schemas.openxmlformats.org/drawingml/2006/main">
            <a:off x="10754868" y="7181850"/>
            <a:ext cx="590550"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925" b="0">
                <a:solidFill>
                  <a:srgbClr val="12183F"/>
                </a:solidFill>
                <a:latin typeface="Arial"/>
                <a:ea typeface="Arial"/>
                <a:cs typeface="Arial"/>
              </a:defRPr>
            </a:pPr>
            <a:r>
              <a:rPr sz="2925" b="0">
                <a:solidFill>
                  <a:srgbClr val="12183F"/>
                </a:solidFill>
                <a:latin typeface="Arial"/>
                <a:ea typeface="Arial"/>
                <a:cs typeface="Arial"/>
              </a:rPr>
              <a:t>وفهم</a:t>
            </a:r>
          </a:p>
        </p:txBody>
      </p:sp>
      <p:sp>
        <p:nvSpPr>
          <p:cNvPr id="59" name="">
            <a:extLst xmlns:a="http://schemas.openxmlformats.org/drawingml/2006/main">
              <a:ext uri="{FF2B5EF4-FFF2-40B4-BE49-F238E27FC236}">
                <a16:creationId xmlns:a16="http://schemas.microsoft.com/office/drawing/2014/main" id="{68DBA3C2-773B-44D8-B136-6C15E458FBFF}"/>
              </a:ext>
            </a:extLst>
          </p:cNvPr>
          <p:cNvSpPr>
            <a:spLocks xmlns:a="http://schemas.openxmlformats.org/drawingml/2006/main" noGrp="1"/>
          </p:cNvSpPr>
          <p:nvPr/>
        </p:nvSpPr>
        <p:spPr>
          <a:xfrm xmlns:a="http://schemas.openxmlformats.org/drawingml/2006/main">
            <a:off x="10356342" y="7181850"/>
            <a:ext cx="295275"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925" b="0">
                <a:solidFill>
                  <a:srgbClr val="12183F"/>
                </a:solidFill>
                <a:latin typeface="Arial"/>
                <a:ea typeface="Arial"/>
                <a:cs typeface="Arial"/>
              </a:defRPr>
            </a:pPr>
            <a:r>
              <a:rPr sz="2925" b="0">
                <a:solidFill>
                  <a:srgbClr val="12183F"/>
                </a:solidFill>
                <a:latin typeface="Arial"/>
                <a:ea typeface="Arial"/>
                <a:cs typeface="Arial"/>
              </a:rPr>
              <a:t>ما</a:t>
            </a:r>
          </a:p>
        </p:txBody>
      </p:sp>
      <p:sp>
        <p:nvSpPr>
          <p:cNvPr id="60" name="">
            <a:extLst xmlns:a="http://schemas.openxmlformats.org/drawingml/2006/main">
              <a:ext uri="{FF2B5EF4-FFF2-40B4-BE49-F238E27FC236}">
                <a16:creationId xmlns:a16="http://schemas.microsoft.com/office/drawing/2014/main" id="{275B1BA1-06F4-48B0-BC52-8BC284F14FD5}"/>
              </a:ext>
            </a:extLst>
          </p:cNvPr>
          <p:cNvSpPr>
            <a:spLocks xmlns:a="http://schemas.openxmlformats.org/drawingml/2006/main" noGrp="1"/>
          </p:cNvSpPr>
          <p:nvPr/>
        </p:nvSpPr>
        <p:spPr>
          <a:xfrm xmlns:a="http://schemas.openxmlformats.org/drawingml/2006/main">
            <a:off x="9691116" y="7181850"/>
            <a:ext cx="561975"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925" b="0">
                <a:solidFill>
                  <a:srgbClr val="12183F"/>
                </a:solidFill>
                <a:latin typeface="Arial"/>
                <a:ea typeface="Arial"/>
                <a:cs typeface="Arial"/>
              </a:defRPr>
            </a:pPr>
            <a:r>
              <a:rPr sz="2925" b="0">
                <a:solidFill>
                  <a:srgbClr val="12183F"/>
                </a:solidFill>
                <a:latin typeface="Arial"/>
                <a:ea typeface="Arial"/>
                <a:cs typeface="Arial"/>
              </a:rPr>
              <a:t>يثبته</a:t>
            </a:r>
          </a:p>
        </p:txBody>
      </p:sp>
      <p:sp>
        <p:nvSpPr>
          <p:cNvPr id="61" name="">
            <a:extLst xmlns:a="http://schemas.openxmlformats.org/drawingml/2006/main">
              <a:ext uri="{FF2B5EF4-FFF2-40B4-BE49-F238E27FC236}">
                <a16:creationId xmlns:a16="http://schemas.microsoft.com/office/drawing/2014/main" id="{D7EE9A1B-04BE-4C17-98F2-A89EC77FC15D}"/>
              </a:ext>
            </a:extLst>
          </p:cNvPr>
          <p:cNvSpPr>
            <a:spLocks xmlns:a="http://schemas.openxmlformats.org/drawingml/2006/main" noGrp="1"/>
          </p:cNvSpPr>
          <p:nvPr/>
        </p:nvSpPr>
        <p:spPr>
          <a:xfrm xmlns:a="http://schemas.openxmlformats.org/drawingml/2006/main">
            <a:off x="8873490" y="7181850"/>
            <a:ext cx="714375"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925" b="0">
                <a:solidFill>
                  <a:srgbClr val="12183F"/>
                </a:solidFill>
                <a:latin typeface="Arial"/>
                <a:ea typeface="Arial"/>
                <a:cs typeface="Arial"/>
              </a:defRPr>
            </a:pPr>
            <a:r>
              <a:rPr sz="2925" b="0">
                <a:solidFill>
                  <a:srgbClr val="12183F"/>
                </a:solidFill>
                <a:latin typeface="Arial"/>
                <a:ea typeface="Arial"/>
                <a:cs typeface="Arial"/>
              </a:rPr>
              <a:t>النص</a:t>
            </a:r>
          </a:p>
        </p:txBody>
      </p:sp>
      <p:sp>
        <p:nvSpPr>
          <p:cNvPr id="62" name="">
            <a:extLst xmlns:a="http://schemas.openxmlformats.org/drawingml/2006/main">
              <a:ext uri="{FF2B5EF4-FFF2-40B4-BE49-F238E27FC236}">
                <a16:creationId xmlns:a16="http://schemas.microsoft.com/office/drawing/2014/main" id="{A3A2FEB1-9203-4C95-9C84-8A7C9AD22BF4}"/>
              </a:ext>
            </a:extLst>
          </p:cNvPr>
          <p:cNvSpPr>
            <a:spLocks xmlns:a="http://schemas.openxmlformats.org/drawingml/2006/main" noGrp="1"/>
          </p:cNvSpPr>
          <p:nvPr/>
        </p:nvSpPr>
        <p:spPr>
          <a:xfrm xmlns:a="http://schemas.openxmlformats.org/drawingml/2006/main">
            <a:off x="8313039" y="7181850"/>
            <a:ext cx="457200"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925" b="0">
                <a:solidFill>
                  <a:srgbClr val="12183F"/>
                </a:solidFill>
                <a:latin typeface="Arial"/>
                <a:ea typeface="Arial"/>
                <a:cs typeface="Arial"/>
              </a:defRPr>
            </a:pPr>
            <a:r>
              <a:rPr sz="2925" b="0">
                <a:solidFill>
                  <a:srgbClr val="12183F"/>
                </a:solidFill>
                <a:latin typeface="Arial"/>
                <a:ea typeface="Arial"/>
                <a:cs typeface="Arial"/>
              </a:rPr>
              <a:t>وما</a:t>
            </a:r>
          </a:p>
        </p:txBody>
      </p:sp>
      <p:sp>
        <p:nvSpPr>
          <p:cNvPr id="63" name="">
            <a:extLst xmlns:a="http://schemas.openxmlformats.org/drawingml/2006/main">
              <a:ext uri="{FF2B5EF4-FFF2-40B4-BE49-F238E27FC236}">
                <a16:creationId xmlns:a16="http://schemas.microsoft.com/office/drawing/2014/main" id="{C67652D6-057A-4E26-8FA9-22A86697791D}"/>
              </a:ext>
            </a:extLst>
          </p:cNvPr>
          <p:cNvSpPr>
            <a:spLocks xmlns:a="http://schemas.openxmlformats.org/drawingml/2006/main" noGrp="1"/>
          </p:cNvSpPr>
          <p:nvPr/>
        </p:nvSpPr>
        <p:spPr>
          <a:xfrm xmlns:a="http://schemas.openxmlformats.org/drawingml/2006/main">
            <a:off x="7943088" y="7181850"/>
            <a:ext cx="266700"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925" b="0">
                <a:solidFill>
                  <a:srgbClr val="12183F"/>
                </a:solidFill>
                <a:latin typeface="Arial"/>
                <a:ea typeface="Arial"/>
                <a:cs typeface="Arial"/>
              </a:defRPr>
            </a:pPr>
            <a:r>
              <a:rPr sz="2925" b="0">
                <a:solidFill>
                  <a:srgbClr val="12183F"/>
                </a:solidFill>
                <a:latin typeface="Arial"/>
                <a:ea typeface="Arial"/>
                <a:cs typeface="Arial"/>
              </a:rPr>
              <a:t>لا</a:t>
            </a:r>
          </a:p>
        </p:txBody>
      </p:sp>
      <p:sp>
        <p:nvSpPr>
          <p:cNvPr id="64" name="">
            <a:extLst xmlns:a="http://schemas.openxmlformats.org/drawingml/2006/main">
              <a:ext uri="{FF2B5EF4-FFF2-40B4-BE49-F238E27FC236}">
                <a16:creationId xmlns:a16="http://schemas.microsoft.com/office/drawing/2014/main" id="{3FC02D2F-6EEF-458B-9371-2103AB287705}"/>
              </a:ext>
            </a:extLst>
          </p:cNvPr>
          <p:cNvSpPr>
            <a:spLocks xmlns:a="http://schemas.openxmlformats.org/drawingml/2006/main" noGrp="1"/>
          </p:cNvSpPr>
          <p:nvPr/>
        </p:nvSpPr>
        <p:spPr>
          <a:xfrm xmlns:a="http://schemas.openxmlformats.org/drawingml/2006/main">
            <a:off x="7277862" y="7181850"/>
            <a:ext cx="561975"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925" b="0">
                <a:solidFill>
                  <a:srgbClr val="12183F"/>
                </a:solidFill>
                <a:latin typeface="Arial"/>
                <a:ea typeface="Arial"/>
                <a:cs typeface="Arial"/>
              </a:defRPr>
            </a:pPr>
            <a:r>
              <a:rPr sz="2925" b="0">
                <a:solidFill>
                  <a:srgbClr val="12183F"/>
                </a:solidFill>
                <a:latin typeface="Arial"/>
                <a:ea typeface="Arial"/>
                <a:cs typeface="Arial"/>
              </a:rPr>
              <a:t>يثبته</a:t>
            </a:r>
          </a:p>
        </p:txBody>
      </p:sp>
      <p:sp>
        <p:nvSpPr>
          <p:cNvPr id="65" name="">
            <a:extLst xmlns:a="http://schemas.openxmlformats.org/drawingml/2006/main">
              <a:ext uri="{FF2B5EF4-FFF2-40B4-BE49-F238E27FC236}">
                <a16:creationId xmlns:a16="http://schemas.microsoft.com/office/drawing/2014/main" id="{97E359AE-57D3-4EE0-A01C-DB987A0E626B}"/>
              </a:ext>
            </a:extLst>
          </p:cNvPr>
          <p:cNvSpPr>
            <a:spLocks xmlns:a="http://schemas.openxmlformats.org/drawingml/2006/main" noGrp="1"/>
          </p:cNvSpPr>
          <p:nvPr/>
        </p:nvSpPr>
        <p:spPr>
          <a:xfrm xmlns:a="http://schemas.openxmlformats.org/drawingml/2006/main">
            <a:off x="16516350" y="8686800"/>
            <a:ext cx="72390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86277"/>
                </a:solidFill>
                <a:latin typeface="Arial"/>
                <a:ea typeface="Arial"/>
                <a:cs typeface="Arial"/>
              </a:defRPr>
            </a:pPr>
            <a:r>
              <a:rPr sz="2175" b="0">
                <a:solidFill>
                  <a:srgbClr val="586277"/>
                </a:solidFill>
                <a:latin typeface="Arial"/>
                <a:ea typeface="Arial"/>
                <a:cs typeface="Arial"/>
              </a:rPr>
              <a:t>مراجعة</a:t>
            </a:r>
          </a:p>
        </p:txBody>
      </p:sp>
      <p:sp>
        <p:nvSpPr>
          <p:cNvPr id="66" name="">
            <a:extLst xmlns:a="http://schemas.openxmlformats.org/drawingml/2006/main">
              <a:ext uri="{FF2B5EF4-FFF2-40B4-BE49-F238E27FC236}">
                <a16:creationId xmlns:a16="http://schemas.microsoft.com/office/drawing/2014/main" id="{9BEB09E4-7DEC-40FF-B5E9-0CC1FA673E8B}"/>
              </a:ext>
            </a:extLst>
          </p:cNvPr>
          <p:cNvSpPr>
            <a:spLocks xmlns:a="http://schemas.openxmlformats.org/drawingml/2006/main" noGrp="1"/>
          </p:cNvSpPr>
          <p:nvPr/>
        </p:nvSpPr>
        <p:spPr>
          <a:xfrm xmlns:a="http://schemas.openxmlformats.org/drawingml/2006/main">
            <a:off x="15887700" y="8686800"/>
            <a:ext cx="542925"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86277"/>
                </a:solidFill>
                <a:latin typeface="Arial"/>
                <a:ea typeface="Arial"/>
                <a:cs typeface="Arial"/>
              </a:defRPr>
            </a:pPr>
            <a:r>
              <a:rPr sz="2175" b="0">
                <a:solidFill>
                  <a:srgbClr val="586277"/>
                </a:solidFill>
                <a:latin typeface="Arial"/>
                <a:ea typeface="Arial"/>
                <a:cs typeface="Arial"/>
              </a:rPr>
              <a:t>علمية</a:t>
            </a:r>
          </a:p>
        </p:txBody>
      </p:sp>
      <p:sp>
        <p:nvSpPr>
          <p:cNvPr id="67" name="">
            <a:extLst xmlns:a="http://schemas.openxmlformats.org/drawingml/2006/main">
              <a:ext uri="{FF2B5EF4-FFF2-40B4-BE49-F238E27FC236}">
                <a16:creationId xmlns:a16="http://schemas.microsoft.com/office/drawing/2014/main" id="{49AD51A5-4E16-486E-BE73-7A7E1540F443}"/>
              </a:ext>
            </a:extLst>
          </p:cNvPr>
          <p:cNvSpPr>
            <a:spLocks xmlns:a="http://schemas.openxmlformats.org/drawingml/2006/main" noGrp="1"/>
          </p:cNvSpPr>
          <p:nvPr/>
        </p:nvSpPr>
        <p:spPr>
          <a:xfrm xmlns:a="http://schemas.openxmlformats.org/drawingml/2006/main">
            <a:off x="15182850" y="8686800"/>
            <a:ext cx="619125"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86277"/>
                </a:solidFill>
                <a:latin typeface="Arial"/>
                <a:ea typeface="Arial"/>
                <a:cs typeface="Arial"/>
              </a:defRPr>
            </a:pPr>
            <a:r>
              <a:rPr sz="2175" b="0">
                <a:solidFill>
                  <a:srgbClr val="586277"/>
                </a:solidFill>
                <a:latin typeface="Arial"/>
                <a:ea typeface="Arial"/>
                <a:cs typeface="Arial"/>
              </a:rPr>
              <a:t>مستقلة</a:t>
            </a:r>
          </a:p>
        </p:txBody>
      </p:sp>
      <p:sp>
        <p:nvSpPr>
          <p:cNvPr id="68" name="">
            <a:extLst xmlns:a="http://schemas.openxmlformats.org/drawingml/2006/main">
              <a:ext uri="{FF2B5EF4-FFF2-40B4-BE49-F238E27FC236}">
                <a16:creationId xmlns:a16="http://schemas.microsoft.com/office/drawing/2014/main" id="{6CF4761F-BA41-4617-BF9C-0E7E1115E9C3}"/>
              </a:ext>
            </a:extLst>
          </p:cNvPr>
          <p:cNvSpPr>
            <a:spLocks xmlns:a="http://schemas.openxmlformats.org/drawingml/2006/main" noGrp="1"/>
          </p:cNvSpPr>
          <p:nvPr/>
        </p:nvSpPr>
        <p:spPr>
          <a:xfrm xmlns:a="http://schemas.openxmlformats.org/drawingml/2006/main">
            <a:off x="14544675" y="8686800"/>
            <a:ext cx="55245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86277"/>
                </a:solidFill>
                <a:latin typeface="Arial"/>
                <a:ea typeface="Arial"/>
                <a:cs typeface="Arial"/>
              </a:defRPr>
            </a:pPr>
            <a:r>
              <a:rPr sz="2175" b="0">
                <a:solidFill>
                  <a:srgbClr val="586277"/>
                </a:solidFill>
                <a:latin typeface="Arial"/>
                <a:ea typeface="Arial"/>
                <a:cs typeface="Arial"/>
              </a:rPr>
              <a:t>ومهام</a:t>
            </a:r>
          </a:p>
        </p:txBody>
      </p:sp>
      <p:sp>
        <p:nvSpPr>
          <p:cNvPr id="69" name="">
            <a:extLst xmlns:a="http://schemas.openxmlformats.org/drawingml/2006/main">
              <a:ext uri="{FF2B5EF4-FFF2-40B4-BE49-F238E27FC236}">
                <a16:creationId xmlns:a16="http://schemas.microsoft.com/office/drawing/2014/main" id="{D5E57BD0-110A-4482-85B1-DD13D906D3D0}"/>
              </a:ext>
            </a:extLst>
          </p:cNvPr>
          <p:cNvSpPr>
            <a:spLocks xmlns:a="http://schemas.openxmlformats.org/drawingml/2006/main" noGrp="1"/>
          </p:cNvSpPr>
          <p:nvPr/>
        </p:nvSpPr>
        <p:spPr>
          <a:xfrm xmlns:a="http://schemas.openxmlformats.org/drawingml/2006/main">
            <a:off x="13801725" y="8686800"/>
            <a:ext cx="657225"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86277"/>
                </a:solidFill>
                <a:latin typeface="Arial"/>
                <a:ea typeface="Arial"/>
                <a:cs typeface="Arial"/>
              </a:defRPr>
            </a:pPr>
            <a:r>
              <a:rPr sz="2175" b="0">
                <a:solidFill>
                  <a:srgbClr val="586277"/>
                </a:solidFill>
                <a:latin typeface="Arial"/>
                <a:ea typeface="Arial"/>
                <a:cs typeface="Arial"/>
              </a:rPr>
              <a:t>متكافئة</a:t>
            </a:r>
          </a:p>
        </p:txBody>
      </p:sp>
      <p:sp>
        <p:nvSpPr>
          <p:cNvPr id="70" name="">
            <a:extLst xmlns:a="http://schemas.openxmlformats.org/drawingml/2006/main">
              <a:ext uri="{FF2B5EF4-FFF2-40B4-BE49-F238E27FC236}">
                <a16:creationId xmlns:a16="http://schemas.microsoft.com/office/drawing/2014/main" id="{5FEC2142-A547-416E-9E5D-DCB412C372CC}"/>
              </a:ext>
            </a:extLst>
          </p:cNvPr>
          <p:cNvSpPr>
            <a:spLocks xmlns:a="http://schemas.openxmlformats.org/drawingml/2006/main" noGrp="1"/>
          </p:cNvSpPr>
          <p:nvPr/>
        </p:nvSpPr>
        <p:spPr>
          <a:xfrm xmlns:a="http://schemas.openxmlformats.org/drawingml/2006/main">
            <a:off x="13049250" y="8686800"/>
            <a:ext cx="66675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86277"/>
                </a:solidFill>
                <a:latin typeface="Arial"/>
                <a:ea typeface="Arial"/>
                <a:cs typeface="Arial"/>
              </a:defRPr>
            </a:pPr>
            <a:r>
              <a:rPr sz="2175" b="0">
                <a:solidFill>
                  <a:srgbClr val="586277"/>
                </a:solidFill>
                <a:latin typeface="Arial"/>
                <a:ea typeface="Arial"/>
                <a:cs typeface="Arial"/>
              </a:rPr>
              <a:t>بترتيب</a:t>
            </a:r>
          </a:p>
        </p:txBody>
      </p:sp>
      <p:sp>
        <p:nvSpPr>
          <p:cNvPr id="71" name="">
            <a:extLst xmlns:a="http://schemas.openxmlformats.org/drawingml/2006/main">
              <a:ext uri="{FF2B5EF4-FFF2-40B4-BE49-F238E27FC236}">
                <a16:creationId xmlns:a16="http://schemas.microsoft.com/office/drawing/2014/main" id="{C79AA0DF-E889-410D-811B-1865B400D2DE}"/>
              </a:ext>
            </a:extLst>
          </p:cNvPr>
          <p:cNvSpPr>
            <a:spLocks xmlns:a="http://schemas.openxmlformats.org/drawingml/2006/main" noGrp="1"/>
          </p:cNvSpPr>
          <p:nvPr/>
        </p:nvSpPr>
        <p:spPr>
          <a:xfrm xmlns:a="http://schemas.openxmlformats.org/drawingml/2006/main">
            <a:off x="12363450" y="8686800"/>
            <a:ext cx="600075"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86277"/>
                </a:solidFill>
                <a:latin typeface="Arial"/>
                <a:ea typeface="Arial"/>
                <a:cs typeface="Arial"/>
              </a:defRPr>
            </a:pPr>
            <a:r>
              <a:rPr sz="2175" b="0">
                <a:solidFill>
                  <a:srgbClr val="586277"/>
                </a:solidFill>
                <a:latin typeface="Arial"/>
                <a:ea typeface="Arial"/>
                <a:cs typeface="Arial"/>
              </a:rPr>
              <a:t>متبادل</a:t>
            </a:r>
          </a:p>
        </p:txBody>
      </p:sp>
      <p:sp>
        <p:nvSpPr>
          <p:cNvPr id="72" name="">
            <a:extLst xmlns:a="http://schemas.openxmlformats.org/drawingml/2006/main">
              <a:ext uri="{FF2B5EF4-FFF2-40B4-BE49-F238E27FC236}">
                <a16:creationId xmlns:a16="http://schemas.microsoft.com/office/drawing/2014/main" id="{F06D323D-D6AE-4318-BEA0-0B0444725AAD}"/>
              </a:ext>
            </a:extLst>
          </p:cNvPr>
          <p:cNvSpPr>
            <a:spLocks xmlns:a="http://schemas.openxmlformats.org/drawingml/2006/main" noGrp="1"/>
          </p:cNvSpPr>
          <p:nvPr/>
        </p:nvSpPr>
        <p:spPr>
          <a:xfrm xmlns:a="http://schemas.openxmlformats.org/drawingml/2006/main">
            <a:off x="12068175" y="8686800"/>
            <a:ext cx="20955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86277"/>
                </a:solidFill>
                <a:latin typeface="Arial"/>
                <a:ea typeface="Arial"/>
                <a:cs typeface="Arial"/>
              </a:defRPr>
            </a:pPr>
            <a:r>
              <a:rPr sz="2175" b="0">
                <a:solidFill>
                  <a:srgbClr val="586277"/>
                </a:solidFill>
                <a:latin typeface="Arial"/>
                <a:ea typeface="Arial"/>
                <a:cs typeface="Arial"/>
              </a:rPr>
              <a:t>لم</a:t>
            </a:r>
          </a:p>
        </p:txBody>
      </p:sp>
      <p:sp>
        <p:nvSpPr>
          <p:cNvPr id="73" name="">
            <a:extLst xmlns:a="http://schemas.openxmlformats.org/drawingml/2006/main">
              <a:ext uri="{FF2B5EF4-FFF2-40B4-BE49-F238E27FC236}">
                <a16:creationId xmlns:a16="http://schemas.microsoft.com/office/drawing/2014/main" id="{1FFB6215-C295-4A89-BC36-0C09BCB64B08}"/>
              </a:ext>
            </a:extLst>
          </p:cNvPr>
          <p:cNvSpPr>
            <a:spLocks xmlns:a="http://schemas.openxmlformats.org/drawingml/2006/main" noGrp="1"/>
          </p:cNvSpPr>
          <p:nvPr/>
        </p:nvSpPr>
        <p:spPr>
          <a:xfrm xmlns:a="http://schemas.openxmlformats.org/drawingml/2006/main">
            <a:off x="11620500" y="8686800"/>
            <a:ext cx="36195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86277"/>
                </a:solidFill>
                <a:latin typeface="Arial"/>
                <a:ea typeface="Arial"/>
                <a:cs typeface="Arial"/>
              </a:defRPr>
            </a:pPr>
            <a:r>
              <a:rPr sz="2175" b="0">
                <a:solidFill>
                  <a:srgbClr val="586277"/>
                </a:solidFill>
                <a:latin typeface="Arial"/>
                <a:ea typeface="Arial"/>
                <a:cs typeface="Arial"/>
              </a:rPr>
              <a:t>تنفذ</a:t>
            </a:r>
          </a:p>
        </p:txBody>
      </p:sp>
      <p:sp>
        <p:nvSpPr>
          <p:cNvPr id="74" name="">
            <a:extLst xmlns:a="http://schemas.openxmlformats.org/drawingml/2006/main">
              <a:ext uri="{FF2B5EF4-FFF2-40B4-BE49-F238E27FC236}">
                <a16:creationId xmlns:a16="http://schemas.microsoft.com/office/drawing/2014/main" id="{E0BEEF24-F679-4D37-B7FA-BBF5EE75A206}"/>
              </a:ext>
            </a:extLst>
          </p:cNvPr>
          <p:cNvSpPr>
            <a:spLocks xmlns:a="http://schemas.openxmlformats.org/drawingml/2006/main" noGrp="1"/>
          </p:cNvSpPr>
          <p:nvPr/>
        </p:nvSpPr>
        <p:spPr>
          <a:xfrm xmlns:a="http://schemas.openxmlformats.org/drawingml/2006/main">
            <a:off x="11172825" y="8686800"/>
            <a:ext cx="36195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86277"/>
                </a:solidFill>
                <a:latin typeface="Arial"/>
                <a:ea typeface="Arial"/>
                <a:cs typeface="Arial"/>
              </a:defRPr>
            </a:pPr>
            <a:r>
              <a:rPr sz="2175" b="0">
                <a:solidFill>
                  <a:srgbClr val="586277"/>
                </a:solidFill>
                <a:latin typeface="Arial"/>
                <a:ea typeface="Arial"/>
                <a:cs typeface="Arial"/>
              </a:rPr>
              <a:t>هذه</a:t>
            </a:r>
          </a:p>
        </p:txBody>
      </p:sp>
      <p:sp>
        <p:nvSpPr>
          <p:cNvPr id="75" name="">
            <a:extLst xmlns:a="http://schemas.openxmlformats.org/drawingml/2006/main">
              <a:ext uri="{FF2B5EF4-FFF2-40B4-BE49-F238E27FC236}">
                <a16:creationId xmlns:a16="http://schemas.microsoft.com/office/drawing/2014/main" id="{ECE9773F-B6EE-441F-8323-A5032DA53837}"/>
              </a:ext>
            </a:extLst>
          </p:cNvPr>
          <p:cNvSpPr>
            <a:spLocks xmlns:a="http://schemas.openxmlformats.org/drawingml/2006/main" noGrp="1"/>
          </p:cNvSpPr>
          <p:nvPr/>
        </p:nvSpPr>
        <p:spPr>
          <a:xfrm xmlns:a="http://schemas.openxmlformats.org/drawingml/2006/main">
            <a:off x="10363200" y="8686800"/>
            <a:ext cx="72390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86277"/>
                </a:solidFill>
                <a:latin typeface="Arial"/>
                <a:ea typeface="Arial"/>
                <a:cs typeface="Arial"/>
              </a:defRPr>
            </a:pPr>
            <a:r>
              <a:rPr sz="2175" b="0">
                <a:solidFill>
                  <a:srgbClr val="586277"/>
                </a:solidFill>
                <a:latin typeface="Arial"/>
                <a:ea typeface="Arial"/>
                <a:cs typeface="Arial"/>
              </a:rPr>
              <a:t>المقارنة</a:t>
            </a:r>
          </a:p>
        </p:txBody>
      </p:sp>
      <p:sp>
        <p:nvSpPr>
          <p:cNvPr id="76" name="">
            <a:extLst xmlns:a="http://schemas.openxmlformats.org/drawingml/2006/main">
              <a:ext uri="{FF2B5EF4-FFF2-40B4-BE49-F238E27FC236}">
                <a16:creationId xmlns:a16="http://schemas.microsoft.com/office/drawing/2014/main" id="{A6F05293-5598-4082-A8D6-229B751C8AB7}"/>
              </a:ext>
            </a:extLst>
          </p:cNvPr>
          <p:cNvSpPr>
            <a:spLocks xmlns:a="http://schemas.openxmlformats.org/drawingml/2006/main" noGrp="1"/>
          </p:cNvSpPr>
          <p:nvPr/>
        </p:nvSpPr>
        <p:spPr>
          <a:xfrm xmlns:a="http://schemas.openxmlformats.org/drawingml/2006/main">
            <a:off x="9944100" y="8686800"/>
            <a:ext cx="333375"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86277"/>
                </a:solidFill>
                <a:latin typeface="Arial"/>
                <a:ea typeface="Arial"/>
                <a:cs typeface="Arial"/>
              </a:defRPr>
            </a:pPr>
            <a:r>
              <a:rPr sz="2175" b="0">
                <a:solidFill>
                  <a:srgbClr val="586277"/>
                </a:solidFill>
                <a:latin typeface="Arial"/>
                <a:ea typeface="Arial"/>
                <a:cs typeface="Arial"/>
              </a:rPr>
              <a:t>بعد</a:t>
            </a:r>
          </a:p>
        </p:txBody>
      </p:sp>
    </p:spTree>
    <p:extLst>
      <p:ext uri="{BB962C8B-B14F-4D97-AF65-F5344CB8AC3E}">
        <p14:creationId xmlns:p14="http://schemas.microsoft.com/office/powerpoint/2010/main" val="2019709828"/>
      </p:ext>
    </p:extLst>
  </p:cSld>
</p:sld>
</file>

<file path=ppt/slides/slide12.xml><?xml version="1.0" encoding="utf-8"?>
<p:sld xmlns:p="http://schemas.openxmlformats.org/presentationml/2006/main">
  <p:cSld>
    <p:bg>
      <p:bgPr>
        <a:solidFill xmlns:a="http://schemas.openxmlformats.org/drawingml/2006/main">
          <a:srgbClr val="12183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056E77D-B6D3-4E0A-968C-B3EF81E26F31}"/>
              </a:ext>
            </a:extLst>
          </p:cNvPr>
          <p:cNvSpPr>
            <a:spLocks xmlns:a="http://schemas.openxmlformats.org/drawingml/2006/main" noGrp="1"/>
          </p:cNvSpPr>
          <p:nvPr/>
        </p:nvSpPr>
        <p:spPr>
          <a:xfrm xmlns:a="http://schemas.openxmlformats.org/drawingml/2006/main">
            <a:off x="857250" y="9486900"/>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BAC5DF"/>
                </a:solidFill>
                <a:latin typeface="Arial"/>
                <a:ea typeface="Arial"/>
                <a:cs typeface="Arial"/>
              </a:defRPr>
            </a:pPr>
            <a:r>
              <a:rPr sz="1725" b="0">
                <a:solidFill>
                  <a:srgbClr val="BAC5DF"/>
                </a:solidFill>
                <a:latin typeface="Arial"/>
                <a:ea typeface="Arial"/>
                <a:cs typeface="Arial"/>
              </a:rPr>
              <a:t>IsnadLens / 12</a:t>
            </a:r>
          </a:p>
        </p:txBody>
      </p:sp>
      <p:sp>
        <p:nvSpPr>
          <p:cNvPr id="2" name="">
            <a:extLst xmlns:a="http://schemas.openxmlformats.org/drawingml/2006/main">
              <a:ext uri="{FF2B5EF4-FFF2-40B4-BE49-F238E27FC236}">
                <a16:creationId xmlns:a16="http://schemas.microsoft.com/office/drawing/2014/main" id="{7EB0DD21-4CE3-42C4-8A0C-B8D01F5705F9}"/>
              </a:ext>
            </a:extLst>
          </p:cNvPr>
          <p:cNvSpPr>
            <a:spLocks xmlns:a="http://schemas.openxmlformats.org/drawingml/2006/main" noGrp="1"/>
          </p:cNvSpPr>
          <p:nvPr/>
        </p:nvSpPr>
        <p:spPr>
          <a:xfrm xmlns:a="http://schemas.openxmlformats.org/drawingml/2006/main">
            <a:off x="16983075" y="9486900"/>
            <a:ext cx="447675"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BAC5DF"/>
                </a:solidFill>
                <a:latin typeface="Arial"/>
                <a:ea typeface="Arial"/>
                <a:cs typeface="Arial"/>
              </a:defRPr>
            </a:pPr>
            <a:r>
              <a:rPr sz="1725" b="0">
                <a:solidFill>
                  <a:srgbClr val="BAC5DF"/>
                </a:solidFill>
                <a:latin typeface="Arial"/>
                <a:ea typeface="Arial"/>
                <a:cs typeface="Arial"/>
              </a:rPr>
              <a:t>تحدي</a:t>
            </a:r>
          </a:p>
        </p:txBody>
      </p:sp>
      <p:sp>
        <p:nvSpPr>
          <p:cNvPr id="3" name="">
            <a:extLst xmlns:a="http://schemas.openxmlformats.org/drawingml/2006/main">
              <a:ext uri="{FF2B5EF4-FFF2-40B4-BE49-F238E27FC236}">
                <a16:creationId xmlns:a16="http://schemas.microsoft.com/office/drawing/2014/main" id="{F57E252D-7E13-4994-AB5A-D0E36DACE190}"/>
              </a:ext>
            </a:extLst>
          </p:cNvPr>
          <p:cNvSpPr>
            <a:spLocks xmlns:a="http://schemas.openxmlformats.org/drawingml/2006/main" noGrp="1"/>
          </p:cNvSpPr>
          <p:nvPr/>
        </p:nvSpPr>
        <p:spPr>
          <a:xfrm xmlns:a="http://schemas.openxmlformats.org/drawingml/2006/main">
            <a:off x="16440150" y="9486900"/>
            <a:ext cx="45720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BAC5DF"/>
                </a:solidFill>
                <a:latin typeface="Arial"/>
                <a:ea typeface="Arial"/>
                <a:cs typeface="Arial"/>
              </a:defRPr>
            </a:pPr>
            <a:r>
              <a:rPr sz="1725" b="0">
                <a:solidFill>
                  <a:srgbClr val="BAC5DF"/>
                </a:solidFill>
                <a:latin typeface="Arial"/>
                <a:ea typeface="Arial"/>
                <a:cs typeface="Arial"/>
              </a:rPr>
              <a:t>الذكاء</a:t>
            </a:r>
          </a:p>
        </p:txBody>
      </p:sp>
      <p:sp>
        <p:nvSpPr>
          <p:cNvPr id="4" name="">
            <a:extLst xmlns:a="http://schemas.openxmlformats.org/drawingml/2006/main">
              <a:ext uri="{FF2B5EF4-FFF2-40B4-BE49-F238E27FC236}">
                <a16:creationId xmlns:a16="http://schemas.microsoft.com/office/drawing/2014/main" id="{72695B33-7E6C-4F15-BCD9-BA8313F6C874}"/>
              </a:ext>
            </a:extLst>
          </p:cNvPr>
          <p:cNvSpPr>
            <a:spLocks xmlns:a="http://schemas.openxmlformats.org/drawingml/2006/main" noGrp="1"/>
          </p:cNvSpPr>
          <p:nvPr/>
        </p:nvSpPr>
        <p:spPr>
          <a:xfrm xmlns:a="http://schemas.openxmlformats.org/drawingml/2006/main">
            <a:off x="15468600" y="9486900"/>
            <a:ext cx="885825"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BAC5DF"/>
                </a:solidFill>
                <a:latin typeface="Arial"/>
                <a:ea typeface="Arial"/>
                <a:cs typeface="Arial"/>
              </a:defRPr>
            </a:pPr>
            <a:r>
              <a:rPr sz="1725" b="0">
                <a:solidFill>
                  <a:srgbClr val="BAC5DF"/>
                </a:solidFill>
                <a:latin typeface="Arial"/>
                <a:ea typeface="Arial"/>
                <a:cs typeface="Arial"/>
              </a:rPr>
              <a:t>الاصطناعي</a:t>
            </a:r>
          </a:p>
        </p:txBody>
      </p:sp>
      <p:sp>
        <p:nvSpPr>
          <p:cNvPr id="5" name="">
            <a:extLst xmlns:a="http://schemas.openxmlformats.org/drawingml/2006/main">
              <a:ext uri="{FF2B5EF4-FFF2-40B4-BE49-F238E27FC236}">
                <a16:creationId xmlns:a16="http://schemas.microsoft.com/office/drawing/2014/main" id="{2805EEC1-978C-4600-B17D-29FC3CD82A05}"/>
              </a:ext>
            </a:extLst>
          </p:cNvPr>
          <p:cNvSpPr>
            <a:spLocks xmlns:a="http://schemas.openxmlformats.org/drawingml/2006/main" noGrp="1"/>
          </p:cNvSpPr>
          <p:nvPr/>
        </p:nvSpPr>
        <p:spPr>
          <a:xfrm xmlns:a="http://schemas.openxmlformats.org/drawingml/2006/main">
            <a:off x="15135225" y="9486900"/>
            <a:ext cx="24765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BAC5DF"/>
                </a:solidFill>
                <a:latin typeface="Arial"/>
                <a:ea typeface="Arial"/>
                <a:cs typeface="Arial"/>
              </a:defRPr>
            </a:pPr>
            <a:r>
              <a:rPr sz="1725" b="0">
                <a:solidFill>
                  <a:srgbClr val="BAC5DF"/>
                </a:solidFill>
                <a:latin typeface="Arial"/>
                <a:ea typeface="Arial"/>
                <a:cs typeface="Arial"/>
              </a:rPr>
              <a:t>في</a:t>
            </a:r>
          </a:p>
        </p:txBody>
      </p:sp>
      <p:sp>
        <p:nvSpPr>
          <p:cNvPr id="6" name="">
            <a:extLst xmlns:a="http://schemas.openxmlformats.org/drawingml/2006/main">
              <a:ext uri="{FF2B5EF4-FFF2-40B4-BE49-F238E27FC236}">
                <a16:creationId xmlns:a16="http://schemas.microsoft.com/office/drawing/2014/main" id="{4F17A5DE-A1E7-410A-8FCB-B9254B44FBF4}"/>
              </a:ext>
            </a:extLst>
          </p:cNvPr>
          <p:cNvSpPr>
            <a:spLocks xmlns:a="http://schemas.openxmlformats.org/drawingml/2006/main" noGrp="1"/>
          </p:cNvSpPr>
          <p:nvPr/>
        </p:nvSpPr>
        <p:spPr>
          <a:xfrm xmlns:a="http://schemas.openxmlformats.org/drawingml/2006/main">
            <a:off x="14630400" y="9486900"/>
            <a:ext cx="41910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BAC5DF"/>
                </a:solidFill>
                <a:latin typeface="Arial"/>
                <a:ea typeface="Arial"/>
                <a:cs typeface="Arial"/>
              </a:defRPr>
            </a:pPr>
            <a:r>
              <a:rPr sz="1725" b="0">
                <a:solidFill>
                  <a:srgbClr val="BAC5DF"/>
                </a:solidFill>
                <a:latin typeface="Arial"/>
                <a:ea typeface="Arial"/>
                <a:cs typeface="Arial"/>
              </a:rPr>
              <a:t>خدمة</a:t>
            </a:r>
          </a:p>
        </p:txBody>
      </p:sp>
      <p:sp>
        <p:nvSpPr>
          <p:cNvPr id="7" name="">
            <a:extLst xmlns:a="http://schemas.openxmlformats.org/drawingml/2006/main">
              <a:ext uri="{FF2B5EF4-FFF2-40B4-BE49-F238E27FC236}">
                <a16:creationId xmlns:a16="http://schemas.microsoft.com/office/drawing/2014/main" id="{17CC0B53-C28E-475D-9773-B5CF5D422E04}"/>
              </a:ext>
            </a:extLst>
          </p:cNvPr>
          <p:cNvSpPr>
            <a:spLocks xmlns:a="http://schemas.openxmlformats.org/drawingml/2006/main" noGrp="1"/>
          </p:cNvSpPr>
          <p:nvPr/>
        </p:nvSpPr>
        <p:spPr>
          <a:xfrm xmlns:a="http://schemas.openxmlformats.org/drawingml/2006/main">
            <a:off x="13839825" y="9486900"/>
            <a:ext cx="70485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BAC5DF"/>
                </a:solidFill>
                <a:latin typeface="Arial"/>
                <a:ea typeface="Arial"/>
                <a:cs typeface="Arial"/>
              </a:defRPr>
            </a:pPr>
            <a:r>
              <a:rPr sz="1725" b="0">
                <a:solidFill>
                  <a:srgbClr val="BAC5DF"/>
                </a:solidFill>
                <a:latin typeface="Arial"/>
                <a:ea typeface="Arial"/>
                <a:cs typeface="Arial"/>
              </a:rPr>
              <a:t>الدراسات</a:t>
            </a:r>
          </a:p>
        </p:txBody>
      </p:sp>
      <p:sp>
        <p:nvSpPr>
          <p:cNvPr id="8" name="">
            <a:extLst xmlns:a="http://schemas.openxmlformats.org/drawingml/2006/main">
              <a:ext uri="{FF2B5EF4-FFF2-40B4-BE49-F238E27FC236}">
                <a16:creationId xmlns:a16="http://schemas.microsoft.com/office/drawing/2014/main" id="{3E9912C7-C904-406C-8A2C-A993626C9363}"/>
              </a:ext>
            </a:extLst>
          </p:cNvPr>
          <p:cNvSpPr>
            <a:spLocks xmlns:a="http://schemas.openxmlformats.org/drawingml/2006/main" noGrp="1"/>
          </p:cNvSpPr>
          <p:nvPr/>
        </p:nvSpPr>
        <p:spPr>
          <a:xfrm xmlns:a="http://schemas.openxmlformats.org/drawingml/2006/main">
            <a:off x="13058775" y="9486900"/>
            <a:ext cx="695325"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BAC5DF"/>
                </a:solidFill>
                <a:latin typeface="Arial"/>
                <a:ea typeface="Arial"/>
                <a:cs typeface="Arial"/>
              </a:defRPr>
            </a:pPr>
            <a:r>
              <a:rPr sz="1725" b="0">
                <a:solidFill>
                  <a:srgbClr val="BAC5DF"/>
                </a:solidFill>
                <a:latin typeface="Arial"/>
                <a:ea typeface="Arial"/>
                <a:cs typeface="Arial"/>
              </a:rPr>
              <a:t>الإسلامية</a:t>
            </a:r>
          </a:p>
        </p:txBody>
      </p:sp>
      <p:sp>
        <p:nvSpPr>
          <p:cNvPr id="9" name="">
            <a:extLst xmlns:a="http://schemas.openxmlformats.org/drawingml/2006/main">
              <a:ext uri="{FF2B5EF4-FFF2-40B4-BE49-F238E27FC236}">
                <a16:creationId xmlns:a16="http://schemas.microsoft.com/office/drawing/2014/main" id="{C5EB1ED6-F656-4630-B0F9-6C480BB5FA60}"/>
              </a:ext>
            </a:extLst>
          </p:cNvPr>
          <p:cNvSpPr>
            <a:spLocks xmlns:a="http://schemas.openxmlformats.org/drawingml/2006/main" noGrp="1"/>
          </p:cNvSpPr>
          <p:nvPr/>
        </p:nvSpPr>
        <p:spPr>
          <a:xfrm xmlns:a="http://schemas.openxmlformats.org/drawingml/2006/main">
            <a:off x="16087725" y="2000250"/>
            <a:ext cx="1152525" cy="13435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6825" b="1">
                <a:solidFill>
                  <a:srgbClr val="FFFFFF"/>
                </a:solidFill>
                <a:latin typeface="Arial"/>
                <a:ea typeface="Arial"/>
                <a:cs typeface="Arial"/>
              </a:defRPr>
            </a:pPr>
            <a:r>
              <a:rPr sz="6825" b="1">
                <a:solidFill>
                  <a:srgbClr val="FFFFFF"/>
                </a:solidFill>
                <a:latin typeface="Arial"/>
                <a:ea typeface="Arial"/>
                <a:cs typeface="Arial"/>
              </a:rPr>
              <a:t>أريد</a:t>
            </a:r>
          </a:p>
        </p:txBody>
      </p:sp>
      <p:sp>
        <p:nvSpPr>
          <p:cNvPr id="10" name="">
            <a:extLst xmlns:a="http://schemas.openxmlformats.org/drawingml/2006/main">
              <a:ext uri="{FF2B5EF4-FFF2-40B4-BE49-F238E27FC236}">
                <a16:creationId xmlns:a16="http://schemas.microsoft.com/office/drawing/2014/main" id="{736A28E8-C8CC-429C-976B-9B3866DC5527}"/>
              </a:ext>
            </a:extLst>
          </p:cNvPr>
          <p:cNvSpPr>
            <a:spLocks xmlns:a="http://schemas.openxmlformats.org/drawingml/2006/main" noGrp="1"/>
          </p:cNvSpPr>
          <p:nvPr/>
        </p:nvSpPr>
        <p:spPr>
          <a:xfrm xmlns:a="http://schemas.openxmlformats.org/drawingml/2006/main">
            <a:off x="15132558" y="2000250"/>
            <a:ext cx="714375" cy="13435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6825" b="1">
                <a:solidFill>
                  <a:srgbClr val="FFFFFF"/>
                </a:solidFill>
                <a:latin typeface="Arial"/>
                <a:ea typeface="Arial"/>
                <a:cs typeface="Arial"/>
              </a:defRPr>
            </a:pPr>
            <a:r>
              <a:rPr sz="6825" b="1">
                <a:solidFill>
                  <a:srgbClr val="FFFFFF"/>
                </a:solidFill>
                <a:latin typeface="Arial"/>
                <a:ea typeface="Arial"/>
                <a:cs typeface="Arial"/>
              </a:rPr>
              <a:t>أن</a:t>
            </a:r>
          </a:p>
        </p:txBody>
      </p:sp>
      <p:sp>
        <p:nvSpPr>
          <p:cNvPr id="11" name="">
            <a:extLst xmlns:a="http://schemas.openxmlformats.org/drawingml/2006/main">
              <a:ext uri="{FF2B5EF4-FFF2-40B4-BE49-F238E27FC236}">
                <a16:creationId xmlns:a16="http://schemas.microsoft.com/office/drawing/2014/main" id="{01B41141-6695-4C01-812A-39F6C6C21592}"/>
              </a:ext>
            </a:extLst>
          </p:cNvPr>
          <p:cNvSpPr>
            <a:spLocks xmlns:a="http://schemas.openxmlformats.org/drawingml/2006/main" noGrp="1"/>
          </p:cNvSpPr>
          <p:nvPr/>
        </p:nvSpPr>
        <p:spPr>
          <a:xfrm xmlns:a="http://schemas.openxmlformats.org/drawingml/2006/main">
            <a:off x="13710666" y="2000250"/>
            <a:ext cx="1181100" cy="13435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6825" b="1">
                <a:solidFill>
                  <a:srgbClr val="FFFFFF"/>
                </a:solidFill>
                <a:latin typeface="Arial"/>
                <a:ea typeface="Arial"/>
                <a:cs typeface="Arial"/>
              </a:defRPr>
            </a:pPr>
            <a:r>
              <a:rPr sz="6825" b="1">
                <a:solidFill>
                  <a:srgbClr val="FFFFFF"/>
                </a:solidFill>
                <a:latin typeface="Arial"/>
                <a:ea typeface="Arial"/>
                <a:cs typeface="Arial"/>
              </a:rPr>
              <a:t>أرى</a:t>
            </a:r>
          </a:p>
        </p:txBody>
      </p:sp>
      <p:sp>
        <p:nvSpPr>
          <p:cNvPr id="12" name="">
            <a:extLst xmlns:a="http://schemas.openxmlformats.org/drawingml/2006/main">
              <a:ext uri="{FF2B5EF4-FFF2-40B4-BE49-F238E27FC236}">
                <a16:creationId xmlns:a16="http://schemas.microsoft.com/office/drawing/2014/main" id="{472487A6-FF51-49EF-A2DC-FB4F27A81B74}"/>
              </a:ext>
            </a:extLst>
          </p:cNvPr>
          <p:cNvSpPr>
            <a:spLocks xmlns:a="http://schemas.openxmlformats.org/drawingml/2006/main" noGrp="1"/>
          </p:cNvSpPr>
          <p:nvPr/>
        </p:nvSpPr>
        <p:spPr>
          <a:xfrm xmlns:a="http://schemas.openxmlformats.org/drawingml/2006/main">
            <a:off x="11888724" y="2000250"/>
            <a:ext cx="1581150" cy="13435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6825" b="1">
                <a:solidFill>
                  <a:srgbClr val="FFFFFF"/>
                </a:solidFill>
                <a:latin typeface="Arial"/>
                <a:ea typeface="Arial"/>
                <a:cs typeface="Arial"/>
              </a:defRPr>
            </a:pPr>
            <a:r>
              <a:rPr sz="6825" b="1">
                <a:solidFill>
                  <a:srgbClr val="FFFFFF"/>
                </a:solidFill>
                <a:latin typeface="Arial"/>
                <a:ea typeface="Arial"/>
                <a:cs typeface="Arial"/>
              </a:rPr>
              <a:t>الدليل</a:t>
            </a:r>
          </a:p>
        </p:txBody>
      </p:sp>
      <p:sp>
        <p:nvSpPr>
          <p:cNvPr id="13" name="">
            <a:extLst xmlns:a="http://schemas.openxmlformats.org/drawingml/2006/main">
              <a:ext uri="{FF2B5EF4-FFF2-40B4-BE49-F238E27FC236}">
                <a16:creationId xmlns:a16="http://schemas.microsoft.com/office/drawing/2014/main" id="{FAC69B48-DD02-45AA-994C-0D34CE9F47DB}"/>
              </a:ext>
            </a:extLst>
          </p:cNvPr>
          <p:cNvSpPr>
            <a:spLocks xmlns:a="http://schemas.openxmlformats.org/drawingml/2006/main" noGrp="1"/>
          </p:cNvSpPr>
          <p:nvPr/>
        </p:nvSpPr>
        <p:spPr>
          <a:xfrm xmlns:a="http://schemas.openxmlformats.org/drawingml/2006/main">
            <a:off x="9809607" y="2000250"/>
            <a:ext cx="1838325" cy="13435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6825" b="1">
                <a:solidFill>
                  <a:srgbClr val="FFFFFF"/>
                </a:solidFill>
                <a:latin typeface="Arial"/>
                <a:ea typeface="Arial"/>
                <a:cs typeface="Arial"/>
              </a:defRPr>
            </a:pPr>
            <a:r>
              <a:rPr sz="6825" b="1">
                <a:solidFill>
                  <a:srgbClr val="FFFFFF"/>
                </a:solidFill>
                <a:latin typeface="Arial"/>
                <a:ea typeface="Arial"/>
                <a:cs typeface="Arial"/>
              </a:rPr>
              <a:t>بنفسي</a:t>
            </a:r>
          </a:p>
        </p:txBody>
      </p:sp>
      <p:sp>
        <p:nvSpPr>
          <p:cNvPr id="14" name="">
            <a:extLst xmlns:a="http://schemas.openxmlformats.org/drawingml/2006/main">
              <a:ext uri="{FF2B5EF4-FFF2-40B4-BE49-F238E27FC236}">
                <a16:creationId xmlns:a16="http://schemas.microsoft.com/office/drawing/2014/main" id="{492E1FF3-B139-404F-A4D5-FC36D4D6A50D}"/>
              </a:ext>
            </a:extLst>
          </p:cNvPr>
          <p:cNvSpPr>
            <a:spLocks xmlns:a="http://schemas.openxmlformats.org/drawingml/2006/main" noGrp="1"/>
          </p:cNvSpPr>
          <p:nvPr/>
        </p:nvSpPr>
        <p:spPr>
          <a:xfrm xmlns:a="http://schemas.openxmlformats.org/drawingml/2006/main">
            <a:off x="16468725" y="3952875"/>
            <a:ext cx="771525" cy="944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4800" b="0">
                <a:solidFill>
                  <a:srgbClr val="2EF2C2"/>
                </a:solidFill>
                <a:latin typeface="Arial"/>
                <a:ea typeface="Arial"/>
                <a:cs typeface="Arial"/>
              </a:defRPr>
            </a:pPr>
            <a:r>
              <a:rPr sz="4800" b="0">
                <a:solidFill>
                  <a:srgbClr val="2EF2C2"/>
                </a:solidFill>
                <a:latin typeface="Arial"/>
                <a:ea typeface="Arial"/>
                <a:cs typeface="Arial"/>
              </a:rPr>
              <a:t>وأن</a:t>
            </a:r>
          </a:p>
        </p:txBody>
      </p:sp>
      <p:sp>
        <p:nvSpPr>
          <p:cNvPr id="15" name="">
            <a:extLst xmlns:a="http://schemas.openxmlformats.org/drawingml/2006/main">
              <a:ext uri="{FF2B5EF4-FFF2-40B4-BE49-F238E27FC236}">
                <a16:creationId xmlns:a16="http://schemas.microsoft.com/office/drawing/2014/main" id="{03914252-40E0-4879-9D5E-52EDB6070EE0}"/>
              </a:ext>
            </a:extLst>
          </p:cNvPr>
          <p:cNvSpPr>
            <a:spLocks xmlns:a="http://schemas.openxmlformats.org/drawingml/2006/main" noGrp="1"/>
          </p:cNvSpPr>
          <p:nvPr/>
        </p:nvSpPr>
        <p:spPr>
          <a:xfrm xmlns:a="http://schemas.openxmlformats.org/drawingml/2006/main">
            <a:off x="15499270" y="3952875"/>
            <a:ext cx="800100" cy="944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4800" b="0">
                <a:solidFill>
                  <a:srgbClr val="2EF2C2"/>
                </a:solidFill>
                <a:latin typeface="Arial"/>
                <a:ea typeface="Arial"/>
                <a:cs typeface="Arial"/>
              </a:defRPr>
            </a:pPr>
            <a:r>
              <a:rPr sz="4800" b="0">
                <a:solidFill>
                  <a:srgbClr val="2EF2C2"/>
                </a:solidFill>
                <a:latin typeface="Arial"/>
                <a:ea typeface="Arial"/>
                <a:cs typeface="Arial"/>
              </a:rPr>
              <a:t>أفهم</a:t>
            </a:r>
          </a:p>
        </p:txBody>
      </p:sp>
      <p:sp>
        <p:nvSpPr>
          <p:cNvPr id="16" name="">
            <a:extLst xmlns:a="http://schemas.openxmlformats.org/drawingml/2006/main">
              <a:ext uri="{FF2B5EF4-FFF2-40B4-BE49-F238E27FC236}">
                <a16:creationId xmlns:a16="http://schemas.microsoft.com/office/drawing/2014/main" id="{59466562-938B-4AA4-BCBC-18D213236B5E}"/>
              </a:ext>
            </a:extLst>
          </p:cNvPr>
          <p:cNvSpPr>
            <a:spLocks xmlns:a="http://schemas.openxmlformats.org/drawingml/2006/main" noGrp="1"/>
          </p:cNvSpPr>
          <p:nvPr/>
        </p:nvSpPr>
        <p:spPr>
          <a:xfrm xmlns:a="http://schemas.openxmlformats.org/drawingml/2006/main">
            <a:off x="14891766" y="3952875"/>
            <a:ext cx="438150" cy="944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4800" b="0">
                <a:solidFill>
                  <a:srgbClr val="2EF2C2"/>
                </a:solidFill>
                <a:latin typeface="Arial"/>
                <a:ea typeface="Arial"/>
                <a:cs typeface="Arial"/>
              </a:defRPr>
            </a:pPr>
            <a:r>
              <a:rPr sz="4800" b="0">
                <a:solidFill>
                  <a:srgbClr val="2EF2C2"/>
                </a:solidFill>
                <a:latin typeface="Arial"/>
                <a:ea typeface="Arial"/>
                <a:cs typeface="Arial"/>
              </a:rPr>
              <a:t>ما</a:t>
            </a:r>
          </a:p>
        </p:txBody>
      </p:sp>
      <p:sp>
        <p:nvSpPr>
          <p:cNvPr id="17" name="">
            <a:extLst xmlns:a="http://schemas.openxmlformats.org/drawingml/2006/main">
              <a:ext uri="{FF2B5EF4-FFF2-40B4-BE49-F238E27FC236}">
                <a16:creationId xmlns:a16="http://schemas.microsoft.com/office/drawing/2014/main" id="{9392ABCD-C675-4924-ADC7-D4D57667B22A}"/>
              </a:ext>
            </a:extLst>
          </p:cNvPr>
          <p:cNvSpPr>
            <a:spLocks xmlns:a="http://schemas.openxmlformats.org/drawingml/2006/main" noGrp="1"/>
          </p:cNvSpPr>
          <p:nvPr/>
        </p:nvSpPr>
        <p:spPr>
          <a:xfrm xmlns:a="http://schemas.openxmlformats.org/drawingml/2006/main">
            <a:off x="13836586" y="3952875"/>
            <a:ext cx="885825" cy="944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4800" b="0">
                <a:solidFill>
                  <a:srgbClr val="2EF2C2"/>
                </a:solidFill>
                <a:latin typeface="Arial"/>
                <a:ea typeface="Arial"/>
                <a:cs typeface="Arial"/>
              </a:defRPr>
            </a:pPr>
            <a:r>
              <a:rPr sz="4800" b="0">
                <a:solidFill>
                  <a:srgbClr val="2EF2C2"/>
                </a:solidFill>
                <a:latin typeface="Arial"/>
                <a:ea typeface="Arial"/>
                <a:cs typeface="Arial"/>
              </a:rPr>
              <a:t>يثبته</a:t>
            </a:r>
          </a:p>
        </p:txBody>
      </p:sp>
      <p:sp>
        <p:nvSpPr>
          <p:cNvPr id="18" name="">
            <a:extLst xmlns:a="http://schemas.openxmlformats.org/drawingml/2006/main">
              <a:ext uri="{FF2B5EF4-FFF2-40B4-BE49-F238E27FC236}">
                <a16:creationId xmlns:a16="http://schemas.microsoft.com/office/drawing/2014/main" id="{21A8A38F-8DFC-45DF-B9EC-0D627B538DBE}"/>
              </a:ext>
            </a:extLst>
          </p:cNvPr>
          <p:cNvSpPr>
            <a:spLocks xmlns:a="http://schemas.openxmlformats.org/drawingml/2006/main" noGrp="1"/>
          </p:cNvSpPr>
          <p:nvPr/>
        </p:nvSpPr>
        <p:spPr>
          <a:xfrm xmlns:a="http://schemas.openxmlformats.org/drawingml/2006/main">
            <a:off x="12962382" y="3952875"/>
            <a:ext cx="704850" cy="944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4800" b="0">
                <a:solidFill>
                  <a:srgbClr val="2EF2C2"/>
                </a:solidFill>
                <a:latin typeface="Arial"/>
                <a:ea typeface="Arial"/>
                <a:cs typeface="Arial"/>
              </a:defRPr>
            </a:pPr>
            <a:r>
              <a:rPr sz="4800" b="0">
                <a:solidFill>
                  <a:srgbClr val="2EF2C2"/>
                </a:solidFill>
                <a:latin typeface="Arial"/>
                <a:ea typeface="Arial"/>
                <a:cs typeface="Arial"/>
              </a:rPr>
              <a:t>وما</a:t>
            </a:r>
          </a:p>
        </p:txBody>
      </p:sp>
      <p:sp>
        <p:nvSpPr>
          <p:cNvPr id="19" name="">
            <a:extLst xmlns:a="http://schemas.openxmlformats.org/drawingml/2006/main">
              <a:ext uri="{FF2B5EF4-FFF2-40B4-BE49-F238E27FC236}">
                <a16:creationId xmlns:a16="http://schemas.microsoft.com/office/drawing/2014/main" id="{5110108B-707A-4653-9ED7-92C8BC31D219}"/>
              </a:ext>
            </a:extLst>
          </p:cNvPr>
          <p:cNvSpPr>
            <a:spLocks xmlns:a="http://schemas.openxmlformats.org/drawingml/2006/main" noGrp="1"/>
          </p:cNvSpPr>
          <p:nvPr/>
        </p:nvSpPr>
        <p:spPr>
          <a:xfrm xmlns:a="http://schemas.openxmlformats.org/drawingml/2006/main">
            <a:off x="11916727" y="3952875"/>
            <a:ext cx="876300" cy="944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4800" b="0">
                <a:solidFill>
                  <a:srgbClr val="2EF2C2"/>
                </a:solidFill>
                <a:latin typeface="Arial"/>
                <a:ea typeface="Arial"/>
                <a:cs typeface="Arial"/>
              </a:defRPr>
            </a:pPr>
            <a:r>
              <a:rPr sz="4800" b="0">
                <a:solidFill>
                  <a:srgbClr val="2EF2C2"/>
                </a:solidFill>
                <a:latin typeface="Arial"/>
                <a:ea typeface="Arial"/>
                <a:cs typeface="Arial"/>
              </a:rPr>
              <a:t>يظل</a:t>
            </a:r>
          </a:p>
        </p:txBody>
      </p:sp>
      <p:sp>
        <p:nvSpPr>
          <p:cNvPr id="20" name="">
            <a:extLst xmlns:a="http://schemas.openxmlformats.org/drawingml/2006/main">
              <a:ext uri="{FF2B5EF4-FFF2-40B4-BE49-F238E27FC236}">
                <a16:creationId xmlns:a16="http://schemas.microsoft.com/office/drawing/2014/main" id="{5A2CEC18-62FA-481D-A9EF-B8E713BD44C5}"/>
              </a:ext>
            </a:extLst>
          </p:cNvPr>
          <p:cNvSpPr>
            <a:spLocks xmlns:a="http://schemas.openxmlformats.org/drawingml/2006/main" noGrp="1"/>
          </p:cNvSpPr>
          <p:nvPr/>
        </p:nvSpPr>
        <p:spPr>
          <a:xfrm xmlns:a="http://schemas.openxmlformats.org/drawingml/2006/main">
            <a:off x="10918698" y="3952875"/>
            <a:ext cx="828675" cy="944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4800" b="0">
                <a:solidFill>
                  <a:srgbClr val="2EF2C2"/>
                </a:solidFill>
                <a:latin typeface="Arial"/>
                <a:ea typeface="Arial"/>
                <a:cs typeface="Arial"/>
              </a:defRPr>
            </a:pPr>
            <a:r>
              <a:rPr sz="4800" b="0">
                <a:solidFill>
                  <a:srgbClr val="2EF2C2"/>
                </a:solidFill>
                <a:latin typeface="Arial"/>
                <a:ea typeface="Arial"/>
                <a:cs typeface="Arial"/>
              </a:rPr>
              <a:t>غير</a:t>
            </a:r>
          </a:p>
        </p:txBody>
      </p:sp>
      <p:sp>
        <p:nvSpPr>
          <p:cNvPr id="21" name="">
            <a:extLst xmlns:a="http://schemas.openxmlformats.org/drawingml/2006/main">
              <a:ext uri="{FF2B5EF4-FFF2-40B4-BE49-F238E27FC236}">
                <a16:creationId xmlns:a16="http://schemas.microsoft.com/office/drawing/2014/main" id="{57FC5D50-A02D-4D5E-966D-D83D3C793CA0}"/>
              </a:ext>
            </a:extLst>
          </p:cNvPr>
          <p:cNvSpPr>
            <a:spLocks xmlns:a="http://schemas.openxmlformats.org/drawingml/2006/main" noGrp="1"/>
          </p:cNvSpPr>
          <p:nvPr/>
        </p:nvSpPr>
        <p:spPr>
          <a:xfrm xmlns:a="http://schemas.openxmlformats.org/drawingml/2006/main">
            <a:off x="9330118" y="3952875"/>
            <a:ext cx="1419225" cy="944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4800" b="0">
                <a:solidFill>
                  <a:srgbClr val="2EF2C2"/>
                </a:solidFill>
                <a:latin typeface="Arial"/>
                <a:ea typeface="Arial"/>
                <a:cs typeface="Arial"/>
              </a:defRPr>
            </a:pPr>
            <a:r>
              <a:rPr sz="4800" b="0">
                <a:solidFill>
                  <a:srgbClr val="2EF2C2"/>
                </a:solidFill>
                <a:latin typeface="Arial"/>
                <a:ea typeface="Arial"/>
                <a:cs typeface="Arial"/>
              </a:rPr>
              <a:t>محسوم</a:t>
            </a:r>
          </a:p>
        </p:txBody>
      </p:sp>
      <p:sp>
        <p:nvSpPr>
          <p:cNvPr id="22" name="">
            <a:extLst xmlns:a="http://schemas.openxmlformats.org/drawingml/2006/main">
              <a:ext uri="{FF2B5EF4-FFF2-40B4-BE49-F238E27FC236}">
                <a16:creationId xmlns:a16="http://schemas.microsoft.com/office/drawing/2014/main" id="{CD6656F8-37BA-4B0F-B8CC-54B99B5836B5}"/>
              </a:ext>
            </a:extLst>
          </p:cNvPr>
          <p:cNvSpPr>
            <a:spLocks xmlns:a="http://schemas.openxmlformats.org/drawingml/2006/main" noGrp="1"/>
          </p:cNvSpPr>
          <p:nvPr/>
        </p:nvSpPr>
        <p:spPr>
          <a:xfrm xmlns:a="http://schemas.openxmlformats.org/drawingml/2006/main">
            <a:off x="1047750" y="6572250"/>
            <a:ext cx="16192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4500" b="0">
                <a:solidFill>
                  <a:srgbClr val="FFFFFF"/>
                </a:solidFill>
                <a:latin typeface="Arial"/>
                <a:ea typeface="Arial"/>
                <a:cs typeface="Arial"/>
              </a:defRPr>
            </a:pPr>
            <a:r>
              <a:rPr sz="4500" b="0">
                <a:solidFill>
                  <a:srgbClr val="FFFFFF"/>
                </a:solidFill>
                <a:latin typeface="Arial"/>
                <a:ea typeface="Arial"/>
                <a:cs typeface="Arial"/>
              </a:rPr>
              <a:t>isnadlens.alfarrajpolyclinic.com</a:t>
            </a:r>
          </a:p>
        </p:txBody>
      </p:sp>
      <p:sp>
        <p:nvSpPr>
          <p:cNvPr id="23" name="">
            <a:extLst xmlns:a="http://schemas.openxmlformats.org/drawingml/2006/main">
              <a:ext uri="{FF2B5EF4-FFF2-40B4-BE49-F238E27FC236}">
                <a16:creationId xmlns:a16="http://schemas.microsoft.com/office/drawing/2014/main" id="{16160944-7FC4-43BD-8C25-CED63ED08CF4}"/>
              </a:ext>
            </a:extLst>
          </p:cNvPr>
          <p:cNvSpPr>
            <a:spLocks xmlns:a="http://schemas.openxmlformats.org/drawingml/2006/main" noGrp="1"/>
          </p:cNvSpPr>
          <p:nvPr/>
        </p:nvSpPr>
        <p:spPr>
          <a:xfrm xmlns:a="http://schemas.openxmlformats.org/drawingml/2006/main">
            <a:off x="16325850" y="8039100"/>
            <a:ext cx="914400" cy="693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525" b="1">
                <a:solidFill>
                  <a:srgbClr val="FFFFFF"/>
                </a:solidFill>
                <a:latin typeface="Arial"/>
                <a:ea typeface="Arial"/>
                <a:cs typeface="Arial"/>
              </a:defRPr>
            </a:pPr>
            <a:r>
              <a:rPr sz="3525" b="1">
                <a:solidFill>
                  <a:srgbClr val="FFFFFF"/>
                </a:solidFill>
                <a:latin typeface="Arial"/>
                <a:ea typeface="Arial"/>
                <a:cs typeface="Arial"/>
              </a:rPr>
              <a:t>عدسة</a:t>
            </a:r>
          </a:p>
        </p:txBody>
      </p:sp>
      <p:sp>
        <p:nvSpPr>
          <p:cNvPr id="24" name="">
            <a:extLst xmlns:a="http://schemas.openxmlformats.org/drawingml/2006/main">
              <a:ext uri="{FF2B5EF4-FFF2-40B4-BE49-F238E27FC236}">
                <a16:creationId xmlns:a16="http://schemas.microsoft.com/office/drawing/2014/main" id="{B276AB7B-99C1-4602-82BB-233E35DDB1DF}"/>
              </a:ext>
            </a:extLst>
          </p:cNvPr>
          <p:cNvSpPr>
            <a:spLocks xmlns:a="http://schemas.openxmlformats.org/drawingml/2006/main" noGrp="1"/>
          </p:cNvSpPr>
          <p:nvPr/>
        </p:nvSpPr>
        <p:spPr>
          <a:xfrm xmlns:a="http://schemas.openxmlformats.org/drawingml/2006/main">
            <a:off x="15172753" y="8039100"/>
            <a:ext cx="1028700" cy="693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525" b="1">
                <a:solidFill>
                  <a:srgbClr val="FFFFFF"/>
                </a:solidFill>
                <a:latin typeface="Arial"/>
                <a:ea typeface="Arial"/>
                <a:cs typeface="Arial"/>
              </a:defRPr>
            </a:pPr>
            <a:r>
              <a:rPr sz="3525" b="1">
                <a:solidFill>
                  <a:srgbClr val="FFFFFF"/>
                </a:solidFill>
                <a:latin typeface="Arial"/>
                <a:ea typeface="Arial"/>
                <a:cs typeface="Arial"/>
              </a:rPr>
              <a:t>الإسناد</a:t>
            </a:r>
          </a:p>
        </p:txBody>
      </p:sp>
    </p:spTree>
    <p:extLst>
      <p:ext uri="{BB962C8B-B14F-4D97-AF65-F5344CB8AC3E}">
        <p14:creationId xmlns:p14="http://schemas.microsoft.com/office/powerpoint/2010/main" val="9682933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2026-10-06T12:51:50.8570000Z</dcterms:created>
  <dcterms:modified xsi:type="dcterms:W3CDTF">2026-10-06T12:51:50.8570000Z</dcterms:modified>
</coreProperties>
</file>