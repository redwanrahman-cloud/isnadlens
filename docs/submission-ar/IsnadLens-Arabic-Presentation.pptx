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0b131db151c4873" /><Relationship Type="http://schemas.openxmlformats.org/officeDocument/2006/relationships/extended-properties" Target="/docProps/app.xml" Id="R5466193c567a4838" /><Relationship Type="http://schemas.openxmlformats.org/officeDocument/2006/relationships/officeDocument" Target="/ppt/presentation.xml" Id="R964b27bb02e94113" /></Relationships>
</file>

<file path=ppt/presentation.xml><?xml version="1.0" encoding="utf-8"?>
<p:presentation xmlns:p="http://schemas.openxmlformats.org/presentationml/2006/main">
  <p:sldMasterIdLst>
    <p:sldMasterId xmlns:r="http://schemas.openxmlformats.org/officeDocument/2006/relationships" id="2147483648" r:id="Rba7d5b4d290d4966"/>
  </p:sldMasterIdLst>
  <p:notesMasterIdLst>
    <p:notesMasterId xmlns:r="http://schemas.openxmlformats.org/officeDocument/2006/relationships" r:id="Rb3c2db163ac2439a"/>
  </p:notesMasterIdLst>
  <p:sldIdLst>
    <p:sldId xmlns:r="http://schemas.openxmlformats.org/officeDocument/2006/relationships" id="256" r:id="R7c0d2918a08d4fa5"/>
    <p:sldId xmlns:r="http://schemas.openxmlformats.org/officeDocument/2006/relationships" id="257" r:id="Rf88b382edec24a12"/>
    <p:sldId xmlns:r="http://schemas.openxmlformats.org/officeDocument/2006/relationships" id="258" r:id="Rc1861d12fb0945b1"/>
    <p:sldId xmlns:r="http://schemas.openxmlformats.org/officeDocument/2006/relationships" id="259" r:id="Ra36c3e900bd74385"/>
    <p:sldId xmlns:r="http://schemas.openxmlformats.org/officeDocument/2006/relationships" id="260" r:id="R0e1c8bc3777b4beb"/>
    <p:sldId xmlns:r="http://schemas.openxmlformats.org/officeDocument/2006/relationships" id="261" r:id="Rb8df1bde8e3f48a5"/>
    <p:sldId xmlns:r="http://schemas.openxmlformats.org/officeDocument/2006/relationships" id="262" r:id="R7a08b8958f7f4172"/>
    <p:sldId xmlns:r="http://schemas.openxmlformats.org/officeDocument/2006/relationships" id="263" r:id="R0bc0299f48674e8a"/>
    <p:sldId xmlns:r="http://schemas.openxmlformats.org/officeDocument/2006/relationships" id="264" r:id="Rabffaaff03384696"/>
    <p:sldId xmlns:r="http://schemas.openxmlformats.org/officeDocument/2006/relationships" id="265" r:id="R074a21681f564d62"/>
    <p:sldId xmlns:r="http://schemas.openxmlformats.org/officeDocument/2006/relationships" id="266" r:id="R27b349ce37794a51"/>
    <p:sldId xmlns:r="http://schemas.openxmlformats.org/officeDocument/2006/relationships" id="267" r:id="R64b963ce9d0d45c4"/>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267949fecf9420e" /><Relationship Type="http://schemas.openxmlformats.org/officeDocument/2006/relationships/slideMaster" Target="/ppt/slideMasters/slideMaster1.xml" Id="Rba7d5b4d290d4966" /><Relationship Type="http://schemas.openxmlformats.org/officeDocument/2006/relationships/notesMaster" Target="/ppt/notesMasters/notesMaster1.xml" Id="Rb3c2db163ac2439a" /><Relationship Type="http://schemas.openxmlformats.org/officeDocument/2006/relationships/presProps" Target="/ppt/presProps.xml" Id="R7f06824bfadc4e0c" /><Relationship Type="http://schemas.openxmlformats.org/officeDocument/2006/relationships/tableStyles" Target="/ppt/tableStyles.xml" Id="R18cc562cfe9c49e9" /><Relationship Type="http://schemas.openxmlformats.org/officeDocument/2006/relationships/slide" Target="/ppt/slides/slide1.xml" Id="R7c0d2918a08d4fa5" /><Relationship Type="http://schemas.openxmlformats.org/officeDocument/2006/relationships/slide" Target="/ppt/slides/slide2.xml" Id="Rf88b382edec24a12" /><Relationship Type="http://schemas.openxmlformats.org/officeDocument/2006/relationships/slide" Target="/ppt/slides/slide3.xml" Id="Rc1861d12fb0945b1" /><Relationship Type="http://schemas.openxmlformats.org/officeDocument/2006/relationships/slide" Target="/ppt/slides/slide4.xml" Id="Ra36c3e900bd74385" /><Relationship Type="http://schemas.openxmlformats.org/officeDocument/2006/relationships/slide" Target="/ppt/slides/slide5.xml" Id="R0e1c8bc3777b4beb" /><Relationship Type="http://schemas.openxmlformats.org/officeDocument/2006/relationships/slide" Target="/ppt/slides/slide6.xml" Id="Rb8df1bde8e3f48a5" /><Relationship Type="http://schemas.openxmlformats.org/officeDocument/2006/relationships/slide" Target="/ppt/slides/slide7.xml" Id="R7a08b8958f7f4172" /><Relationship Type="http://schemas.openxmlformats.org/officeDocument/2006/relationships/slide" Target="/ppt/slides/slide8.xml" Id="R0bc0299f48674e8a" /><Relationship Type="http://schemas.openxmlformats.org/officeDocument/2006/relationships/slide" Target="/ppt/slides/slide9.xml" Id="Rabffaaff03384696" /><Relationship Type="http://schemas.openxmlformats.org/officeDocument/2006/relationships/slide" Target="/ppt/slides/slide10.xml" Id="R074a21681f564d62" /><Relationship Type="http://schemas.openxmlformats.org/officeDocument/2006/relationships/slide" Target="/ppt/slides/slide11.xml" Id="R27b349ce37794a51" /><Relationship Type="http://schemas.openxmlformats.org/officeDocument/2006/relationships/slide" Target="/ppt/slides/slide12.xml" Id="R64b963ce9d0d45c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545736a2d8c438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19b2f9d0a934dfc" /><Relationship Type="http://schemas.openxmlformats.org/officeDocument/2006/relationships/notesMaster" Target="/ppt/notesMasters/notesMaster1.xml" Id="Rbd8871da83704462" /></Relationships>
</file>

<file path=ppt/notesSlides/_rels/notesSlide2.xml.rels>&#65279;<?xml version="1.0" encoding="utf-8"?><Relationships xmlns="http://schemas.openxmlformats.org/package/2006/relationships"><Relationship Type="http://schemas.openxmlformats.org/officeDocument/2006/relationships/slide" Target="/ppt/slides/slide2.xml" Id="R70935bcec4d24db4" /><Relationship Type="http://schemas.openxmlformats.org/officeDocument/2006/relationships/notesMaster" Target="/ppt/notesMasters/notesMaster1.xml" Id="R75880b786dba4e84" /></Relationships>
</file>

<file path=ppt/notesSlides/_rels/notesSlide3.xml.rels>&#65279;<?xml version="1.0" encoding="utf-8"?><Relationships xmlns="http://schemas.openxmlformats.org/package/2006/relationships"><Relationship Type="http://schemas.openxmlformats.org/officeDocument/2006/relationships/slide" Target="/ppt/slides/slide3.xml" Id="R23fef24ff005409b" /><Relationship Type="http://schemas.openxmlformats.org/officeDocument/2006/relationships/notesMaster" Target="/ppt/notesMasters/notesMaster1.xml" Id="R8f7d6430857f4cea" /></Relationships>
</file>

<file path=ppt/notesSlides/_rels/notesSlide4.xml.rels>&#65279;<?xml version="1.0" encoding="utf-8"?><Relationships xmlns="http://schemas.openxmlformats.org/package/2006/relationships"><Relationship Type="http://schemas.openxmlformats.org/officeDocument/2006/relationships/slide" Target="/ppt/slides/slide4.xml" Id="Rca802f5fbf314801" /><Relationship Type="http://schemas.openxmlformats.org/officeDocument/2006/relationships/notesMaster" Target="/ppt/notesMasters/notesMaster1.xml" Id="R5e9c41eb63f54a46" /></Relationships>
</file>

<file path=ppt/notesSlides/_rels/notesSlide5.xml.rels>&#65279;<?xml version="1.0" encoding="utf-8"?><Relationships xmlns="http://schemas.openxmlformats.org/package/2006/relationships"><Relationship Type="http://schemas.openxmlformats.org/officeDocument/2006/relationships/slide" Target="/ppt/slides/slide5.xml" Id="R30d57489e4fc4f73" /><Relationship Type="http://schemas.openxmlformats.org/officeDocument/2006/relationships/notesMaster" Target="/ppt/notesMasters/notesMaster1.xml" Id="Rd795414a6b744f41" /></Relationships>
</file>

<file path=ppt/notesSlides/_rels/notesSlide6.xml.rels>&#65279;<?xml version="1.0" encoding="utf-8"?><Relationships xmlns="http://schemas.openxmlformats.org/package/2006/relationships"><Relationship Type="http://schemas.openxmlformats.org/officeDocument/2006/relationships/slide" Target="/ppt/slides/slide6.xml" Id="R7f2120b2c0994c19" /><Relationship Type="http://schemas.openxmlformats.org/officeDocument/2006/relationships/notesMaster" Target="/ppt/notesMasters/notesMaster1.xml" Id="R40ac1d887caf4f52" /></Relationships>
</file>

<file path=ppt/notesSlides/_rels/notesSlide7.xml.rels>&#65279;<?xml version="1.0" encoding="utf-8"?><Relationships xmlns="http://schemas.openxmlformats.org/package/2006/relationships"><Relationship Type="http://schemas.openxmlformats.org/officeDocument/2006/relationships/slide" Target="/ppt/slides/slide7.xml" Id="Rf449ea5def3c4cdb" /><Relationship Type="http://schemas.openxmlformats.org/officeDocument/2006/relationships/notesMaster" Target="/ppt/notesMasters/notesMaster1.xml" Id="R6c80b67267ff497e" /></Relationships>
</file>

<file path=ppt/notesSlides/_rels/notesSlide8.xml.rels>&#65279;<?xml version="1.0" encoding="utf-8"?><Relationships xmlns="http://schemas.openxmlformats.org/package/2006/relationships"><Relationship Type="http://schemas.openxmlformats.org/officeDocument/2006/relationships/slide" Target="/ppt/slides/slide8.xml" Id="Re26ce2954bb84514" /><Relationship Type="http://schemas.openxmlformats.org/officeDocument/2006/relationships/notesMaster" Target="/ppt/notesMasters/notesMaster1.xml" Id="Rf7931ed96b844514" /></Relationships>
</file>

<file path=ppt/notesSlides/_rels/notesSlide9.xml.rels>&#65279;<?xml version="1.0" encoding="utf-8"?><Relationships xmlns="http://schemas.openxmlformats.org/package/2006/relationships"><Relationship Type="http://schemas.openxmlformats.org/officeDocument/2006/relationships/slide" Target="/ppt/slides/slide9.xml" Id="Rc3e1b60764634405" /><Relationship Type="http://schemas.openxmlformats.org/officeDocument/2006/relationships/notesMaster" Target="/ppt/notesMasters/notesMaster1.xml" Id="Rc5abeffb88aa44c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c76935112904b9c" /><Relationship Type="http://schemas.openxmlformats.org/officeDocument/2006/relationships/notesMaster" Target="/ppt/notesMasters/notesMaster1.xml" Id="R007825bcb54147e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c7fa44bb14a4d51" /><Relationship Type="http://schemas.openxmlformats.org/officeDocument/2006/relationships/notesMaster" Target="/ppt/notesMasters/notesMaster1.xml" Id="Re1df0cf3a95b451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311c33915eb4d0a" /><Relationship Type="http://schemas.openxmlformats.org/officeDocument/2006/relationships/notesMaster" Target="/ppt/notesMasters/notesMaster1.xml" Id="R1343eb7929c544b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 ثانية. أعرّف بنفسي وبالمشكلة التي أعمل عليها. الموقف في الشريحة التالية مثال توضيحي، وليس واقعة شخصية موثقة.</a:t>
            </a:r>
          </a:p>
          <a:p xmlns:a="http://schemas.openxmlformats.org/drawingml/2006/main">
            <a:r>
              <a:t/>
            </a:r>
          </a:p>
          <a:p xmlns:a="http://schemas.openxmlformats.org/drawingml/2006/main">
            <a:r>
              <a:t>Sources: Official challenge guide and track; user-approved first-person narrative.</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ثانية. أصف صعوبة المستخدم في الربط بين العبارة والدليل، دون الادعاء بقياس انتشار المشكلة أو استبيان لم أنفذه.</a:t>
            </a:r>
          </a:p>
          <a:p xmlns:a="http://schemas.openxmlformats.org/drawingml/2006/main">
            <a:r>
              <a:t/>
            </a:r>
          </a:p>
          <a:p xmlns:a="http://schemas.openxmlformats.org/drawingml/2006/main">
            <a:r>
              <a:t>Sources: User-approved hypothetical story; product curated example uses Quran 3:159.</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ثانية. أشرح النص العربي والإحالة والشرح في واجهة واحدة. هذه لقطة محلية للمثال المعلن في التطبيق، ولا أسميها نتيجة تشغيل حي.</a:t>
            </a:r>
          </a:p>
          <a:p xmlns:a="http://schemas.openxmlformats.org/drawingml/2006/main">
            <a:r>
              <a:t/>
            </a:r>
          </a:p>
          <a:p xmlns:a="http://schemas.openxmlformats.org/drawingml/2006/main">
            <a:r>
              <a:t>Sources: Local IsnadLens UI captured 6 October 2026; https://tanzil.net/#3:159</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ثانية. الذكاء الاصطناعي يساعد في فهم السؤال وتفسير صلة النص. التطبيق يتحقق من النصوص والإحالات وأختام السجلات. سلامة الاقتباس وحدها لا تثبت صحة المعنى.</a:t>
            </a:r>
          </a:p>
          <a:p xmlns:a="http://schemas.openxmlformats.org/drawingml/2006/main">
            <a:r>
              <a:t/>
            </a:r>
          </a:p>
          <a:p xmlns:a="http://schemas.openxmlformats.org/drawingml/2006/main">
            <a:r>
              <a:t>Sources: docs/VERIFICATION-OFFLINE-REVIEW-2026-10-06.md; docs/RELEASE30-ROUND3.md; application source.</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ثانية. المثالان N06 وN03 من الاختبار الفعلي. لا أصحح الافتراضات الخاطئة سراً. توجد أيضاً ثمانية افتراضات خاطئة رفضها التطبيق بالأدلة في الجولة الأخيرة.</a:t>
            </a:r>
          </a:p>
          <a:p xmlns:a="http://schemas.openxmlformats.org/drawingml/2006/main">
            <a:r>
              <a:t/>
            </a:r>
          </a:p>
          <a:p xmlns:a="http://schemas.openxmlformats.org/drawingml/2006/main">
            <a:r>
              <a:t>Sources: artifacts/release30-round7-first-pass-2026-10-06.json; docs/VERIFICATION-ROUND7-MIXED-2026-10-06.md</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30 ثانية. أوضح شروط النجاح، وأنني احتفظت بالحالة الواحدة دون التوقع. 30/30 لفحوص النصوص والسياق وأختام السلامة لا تعني 30/30 للاستنتاج.</a:t>
            </a:r>
          </a:p>
          <a:p xmlns:a="http://schemas.openxmlformats.org/drawingml/2006/main">
            <a:r>
              <a:t/>
            </a:r>
          </a:p>
          <a:p xmlns:a="http://schemas.openxmlformats.org/drawingml/2006/main">
            <a:r>
              <a:t>Sources: docs/VERIFICATION-ROUND7-MIXED-2026-10-06.md; artifacts/release30-round7-principal-review-2026-10-06.json</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ثانية. حفظت كل إخفاق ضمن الحجم. لا تعني 425 نجاحاً ولا إعادة اختبار الجميع على النسخة الأخيرة. الآلاف تخص replay والتلاعب وأختام السلامة حول 150 سجلاً.</a:t>
            </a:r>
          </a:p>
          <a:p xmlns:a="http://schemas.openxmlformats.org/drawingml/2006/main">
            <a:r>
              <a:t/>
            </a:r>
          </a:p>
          <a:p xmlns:a="http://schemas.openxmlformats.org/drawingml/2006/main">
            <a:r>
              <a:t>Sources: docs/submission-ar/testing-volume-audit.json; artifacts/offline-verification-final-2026-10-06.json; docs/HOSTED-SMOKE-AND-TAWAF-REPAIR-2026-10-06.md</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ثانية. الجولة الثالثة أبرزت مشكلة السياق والشرح. الجولة الرابعة كشفت شارة تتعارض مع جواب صحيح. الرقم الإجمالي وحده لا يكفي للحكم على الأمان أو تجربة المستخدم.</a:t>
            </a:r>
          </a:p>
          <a:p xmlns:a="http://schemas.openxmlformats.org/drawingml/2006/main">
            <a:r>
              <a:t/>
            </a:r>
          </a:p>
          <a:p xmlns:a="http://schemas.openxmlformats.org/drawingml/2006/main">
            <a:r>
              <a:t>Sources: artifacts/cumulative-evaluation-history-2026-10-05.json; docs/RELEASE30-ROUND3.md; docs/RELEASE30-ROUND4.md; rounds 6 and 7 principal reviews.</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ثانية. N09 سؤال فرنسي مع خطأ إملائي. الآية 27:30 صحيحة، والجواب المقيد لا يطابق المفتاح الذي توقع دعماً مباشراً. لا أدعي أنه اختلق نصاً أو أنه خطأ واقعي محسوم.</a:t>
            </a:r>
          </a:p>
          <a:p xmlns:a="http://schemas.openxmlformats.org/drawingml/2006/main">
            <a:r>
              <a:t/>
            </a:r>
          </a:p>
          <a:p xmlns:a="http://schemas.openxmlformats.org/drawingml/2006/main">
            <a:r>
              <a:t>Sources: docs/VERIFICATION-ROUND7-MIXED-2026-10-06.md</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ثانية. 3.3256400625 / 30 * 100 = 11.085466875 SAR. 4.4639325 / 30 * 100 = 14.879775 SAR. يختلف مزيج الأسئلة، وطول الأدلة والمراجعات. لا أقدّم 5 SAR كتكلفة حالية.</a:t>
            </a:r>
          </a:p>
          <a:p xmlns:a="http://schemas.openxmlformats.org/drawingml/2006/main">
            <a:r>
              <a:t/>
            </a:r>
          </a:p>
          <a:p xmlns:a="http://schemas.openxmlformats.org/drawingml/2006/main">
            <a:r>
              <a:t>Sources: artifacts/release30-round6-principal-review-2026-10-06.json; artifacts/release30-round7-principal-review-2026-10-06.json; docs/DEPLOYMENT-PLAN-2026-10-06.md</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ثانية. درجات الحديث والترجمات منسوبة لناشريها. ذكرَت مرشدة بعد سؤالين أن التجربة واضحة؛ هذا دليل استعمال أولي لا اعتماد دقة. لا أعرض اسمها أو اقتباسها كتأييد علني. التطبيق له تسع لغات لكن الأولوية للمقابلة العربية والإنجليزية.</a:t>
            </a:r>
          </a:p>
          <a:p xmlns:a="http://schemas.openxmlformats.org/drawingml/2006/main">
            <a:r>
              <a:t/>
            </a:r>
          </a:p>
          <a:p xmlns:a="http://schemas.openxmlformats.org/drawingml/2006/main">
            <a:r>
              <a:t>Sources: docs/source-rights/; docs/DEPLOYMENT-PLAN-2026-10-06.md; private mentor review 6 October 2026 summarized anonymously in supporting report.</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ثانية. أختم بالهدف وأفتح المجال للأسئلة. إجمالي الوقت المستهدف نحو خمس دقائق ويجب ضبطه بالبروفة. روابط الفيديو والمستودع العام والتسليم النهائي تُراجع قبل إرسال النموذج.</a:t>
            </a:r>
          </a:p>
          <a:p xmlns:a="http://schemas.openxmlformats.org/drawingml/2006/main">
            <a:r>
              <a:t/>
            </a:r>
          </a:p>
          <a:p xmlns:a="http://schemas.openxmlformats.org/drawingml/2006/main">
            <a:r>
              <a:t>Sources: Live application URL; official guide allows Arabic or English and a custom identity-compliant presentation. Official guide: https://islamicaich.org/files/Hackathon/i2xgA3mxVhrbRe0ReLlA86kTDbFZ9QQ9eb856dq8.pdf</a:t>
            </a:r>
          </a:p>
          <a:p xmlns:a="http://schemas.openxmlformats.org/drawingml/2006/main">
            <a:r>
              <a:t>Supporting Arabic report: docs/submission-ar/IsnadLens-Arabic-Submission-and-Testing.pdf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cef4b46ddcb439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4d863fb66eb4a24" /><Relationship Type="http://schemas.openxmlformats.org/officeDocument/2006/relationships/slideLayout" Target="/ppt/slideLayouts/slideLayout1.xml" Id="Rfeb4f351fc524ef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eb4f351fc524e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11f86b29b164e9c" /><Relationship Type="http://schemas.openxmlformats.org/officeDocument/2006/relationships/image" Target="/ppt/media/image.png" Id="Rb1d7b37c8c50408f" /><Relationship Type="http://schemas.openxmlformats.org/officeDocument/2006/relationships/notesSlide" Target="/ppt/notesSlides/notesSlide1.xml" Id="R56813985005446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639415875e3476d" /><Relationship Type="http://schemas.openxmlformats.org/officeDocument/2006/relationships/notesSlide" Target="/ppt/notesSlides/notesSlide2.xml" Id="Raefbbdede6564ca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0af36c2f8834afa" /><Relationship Type="http://schemas.openxmlformats.org/officeDocument/2006/relationships/image" Target="/ppt/media/image.jpeg" Id="R750123808e7b46f7" /><Relationship Type="http://schemas.openxmlformats.org/officeDocument/2006/relationships/notesSlide" Target="/ppt/notesSlides/notesSlide3.xml" Id="Rf0970debc06d4a6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cff9f0f2e6540db" /><Relationship Type="http://schemas.openxmlformats.org/officeDocument/2006/relationships/notesSlide" Target="/ppt/notesSlides/notesSlide4.xml" Id="R4d532154f42945e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df6f2c86b574a74" /><Relationship Type="http://schemas.openxmlformats.org/officeDocument/2006/relationships/notesSlide" Target="/ppt/notesSlides/notesSlide5.xml" Id="Ra0ed2ea5fc604e9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03a4012e6de4d6b" /><Relationship Type="http://schemas.openxmlformats.org/officeDocument/2006/relationships/notesSlide" Target="/ppt/notesSlides/notesSlide6.xml" Id="Rcbff181de3d645a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9245bf56a9b4ee2" /><Relationship Type="http://schemas.openxmlformats.org/officeDocument/2006/relationships/notesSlide" Target="/ppt/notesSlides/notesSlide7.xml" Id="Rf4b03ddcd7f5420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b84051028d640ee" /><Relationship Type="http://schemas.openxmlformats.org/officeDocument/2006/relationships/chart" Target="/ppt/slides/charts/chart1.xml" Id="R49a665259a874057" /><Relationship Type="http://schemas.openxmlformats.org/officeDocument/2006/relationships/notesSlide" Target="/ppt/notesSlides/notesSlide8.xml" Id="R43281022cd4e431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03c4ee14e274c51" /><Relationship Type="http://schemas.openxmlformats.org/officeDocument/2006/relationships/notesSlide" Target="/ppt/notesSlides/notesSlide9.xml" Id="R7d23998334364a5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c5c120ef25049f3" /><Relationship Type="http://schemas.openxmlformats.org/officeDocument/2006/relationships/notesSlide" Target="/ppt/notesSlides/notesSlide10.xml" Id="R572c40773b95413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422b9f5598b4e9b" /><Relationship Type="http://schemas.openxmlformats.org/officeDocument/2006/relationships/notesSlide" Target="/ppt/notesSlides/notesSlide11.xml" Id="R3027a64db6d6497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e93ba9c72c24f89" /><Relationship Type="http://schemas.openxmlformats.org/officeDocument/2006/relationships/notesSlide" Target="/ppt/notesSlides/notesSlide12.xml" Id="R5ffb8b656b994c6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Satisfactory / 30</c:v>
          </c:tx>
          <c:spPr>
            <a:solidFill xmlns:a="http://schemas.openxmlformats.org/drawingml/2006/main">
              <a:srgbClr val="6150EA"/>
            </a:solidFill>
          </c:spPr>
          <c:cat>
            <c:numRef>
              <c:f>'Chart Data'!$A$2:$A$8</c:f>
              <c:numCache>
                <c:formatCode>General</c:formatCode>
                <c:ptCount val="7"/>
                <c:pt idx="0">
                  <c:v>1</c:v>
                </c:pt>
                <c:pt idx="1">
                  <c:v>2</c:v>
                </c:pt>
                <c:pt idx="2">
                  <c:v>3</c:v>
                </c:pt>
                <c:pt idx="3">
                  <c:v>4</c:v>
                </c:pt>
                <c:pt idx="4">
                  <c:v>5</c:v>
                </c:pt>
                <c:pt idx="5">
                  <c:v>6</c:v>
                </c:pt>
                <c:pt idx="6">
                  <c:v>7</c:v>
                </c:pt>
              </c:numCache>
            </c:numRef>
          </c:cat>
          <c:val>
            <c:numRef>
              <c:f>'Chart Data'!$B$2:$B$8</c:f>
              <c:numCache>
                <c:formatCode>General</c:formatCode>
                <c:ptCount val="7"/>
                <c:pt idx="0">
                  <c:v>25</c:v>
                </c:pt>
                <c:pt idx="1">
                  <c:v>26</c:v>
                </c:pt>
                <c:pt idx="2">
                  <c:v>23</c:v>
                </c:pt>
                <c:pt idx="3">
                  <c:v>29</c:v>
                </c:pt>
                <c:pt idx="4">
                  <c:v>29</c:v>
                </c:pt>
                <c:pt idx="5">
                  <c:v>29</c:v>
                </c:pt>
                <c:pt idx="6">
                  <c:v>29</c:v>
                </c:pt>
              </c:numCache>
            </c:numRef>
          </c:val>
        </c:ser>
        <c:dLbls>
          <c:txPr>
            <a:bodyPr xmlns:a="http://schemas.openxmlformats.org/drawingml/2006/main" anchorCtr="1"/>
            <a:lstStyle xmlns:a="http://schemas.openxmlformats.org/drawingml/2006/main"/>
            <a:p xmlns:a="http://schemas.openxmlformats.org/drawingml/2006/main">
              <a:pPr>
                <a:defRPr sz="2400" b="1">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2100">
                <a:solidFill>
                  <a:srgbClr val="666666"/>
                </a:solidFill>
                <a:latin typeface="Arial"/>
                <a:ea typeface="Arial"/>
                <a:cs typeface="Arial"/>
              </a:defRPr>
            </a:pPr>
          </a:p>
        </c:txPr>
        <c:crossAx val="48672768"/>
      </c:catAx>
      <c:valAx>
        <c:axId val="48672768"/>
        <c:scaling>
          <c:orientation val="minMax"/>
          <c:max val="30"/>
          <c:min val="0"/>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2100">
                <a:solidFill>
                  <a:srgbClr val="666666"/>
                </a:solidFill>
                <a:latin typeface="Arial"/>
                <a:ea typeface="Arial"/>
                <a:cs typeface="Arial"/>
              </a:defRPr>
            </a:pPr>
          </a:p>
        </c:txPr>
        <c:crossAx val="48650112"/>
        <c:crossBetween val="between"/>
        <c:majorUnit val="10"/>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2183F"/>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C30C3AEA-BAD7-45E6-8EF9-77BFDFB36115}"/>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AC5DF"/>
                </a:solidFill>
                <a:latin typeface="Arial"/>
                <a:ea typeface="Arial"/>
                <a:cs typeface="Arial"/>
              </a:defRPr>
            </a:pPr>
            <a:r>
              <a:rPr sz="1725" b="0">
                <a:solidFill>
                  <a:srgbClr val="BAC5DF"/>
                </a:solidFill>
                <a:latin typeface="Arial"/>
                <a:ea typeface="Arial"/>
                <a:cs typeface="Arial"/>
              </a:rPr>
              <a:t>IsnadLens / 01</a:t>
            </a:r>
          </a:p>
        </p:txBody>
      </p:sp>
      <p:sp>
        <p:nvSpPr>
          <p:cNvPr id="2" name="">
            <a:extLst xmlns:a="http://schemas.openxmlformats.org/drawingml/2006/main">
              <a:ext uri="{FF2B5EF4-FFF2-40B4-BE49-F238E27FC236}">
                <a16:creationId xmlns:a16="http://schemas.microsoft.com/office/drawing/2014/main" id="{38BEA3DE-3628-4BAB-B986-64238B5A2EBC}"/>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F6793C94-7DF7-46DF-9353-B8B8F2104584}"/>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D816A32D-A7F6-4D47-AD69-3996F793AA36}"/>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0A622C10-20B3-4A8B-8AA9-E698B3530DB3}"/>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C35B988B-0517-4381-960D-C423A8420B98}"/>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AC913C66-ABD3-401C-92EA-86F857C02FF6}"/>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2B39DCE6-37E4-403B-85F3-BB751585665B}"/>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الإسلامية</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b1d7b37c8c50408f"/>
          <a:stretch xmlns:a="http://schemas.openxmlformats.org/drawingml/2006/main"/>
        </p:blipFill>
        <p:spPr>
          <a:xfrm xmlns:a="http://schemas.openxmlformats.org/drawingml/2006/main">
            <a:off x="13811250" y="1047750"/>
            <a:ext cx="1428750" cy="14287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16C12B30-7130-44D7-A9CB-6A2237D7C60A}"/>
              </a:ext>
            </a:extLst>
          </p:cNvPr>
          <p:cNvSpPr>
            <a:spLocks xmlns:a="http://schemas.openxmlformats.org/drawingml/2006/main" noGrp="1"/>
          </p:cNvSpPr>
          <p:nvPr/>
        </p:nvSpPr>
        <p:spPr>
          <a:xfrm xmlns:a="http://schemas.openxmlformats.org/drawingml/2006/main">
            <a:off x="13277850" y="2952750"/>
            <a:ext cx="2057400" cy="16240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250" b="1">
                <a:solidFill>
                  <a:srgbClr val="FFFFFF"/>
                </a:solidFill>
                <a:latin typeface="Arial"/>
                <a:ea typeface="Arial"/>
                <a:cs typeface="Arial"/>
              </a:defRPr>
            </a:pPr>
            <a:r>
              <a:rPr sz="8250" b="1">
                <a:solidFill>
                  <a:srgbClr val="FFFFFF"/>
                </a:solidFill>
                <a:latin typeface="Arial"/>
                <a:ea typeface="Arial"/>
                <a:cs typeface="Arial"/>
              </a:rPr>
              <a:t>عدسة</a:t>
            </a:r>
          </a:p>
        </p:txBody>
      </p:sp>
      <p:sp>
        <p:nvSpPr>
          <p:cNvPr id="11" name="">
            <a:extLst xmlns:a="http://schemas.openxmlformats.org/drawingml/2006/main">
              <a:ext uri="{FF2B5EF4-FFF2-40B4-BE49-F238E27FC236}">
                <a16:creationId xmlns:a16="http://schemas.microsoft.com/office/drawing/2014/main" id="{0F45DF48-F86E-49A8-8553-36D4FA5DD670}"/>
              </a:ext>
            </a:extLst>
          </p:cNvPr>
          <p:cNvSpPr>
            <a:spLocks xmlns:a="http://schemas.openxmlformats.org/drawingml/2006/main" noGrp="1"/>
          </p:cNvSpPr>
          <p:nvPr/>
        </p:nvSpPr>
        <p:spPr>
          <a:xfrm xmlns:a="http://schemas.openxmlformats.org/drawingml/2006/main">
            <a:off x="10662666" y="2952750"/>
            <a:ext cx="2324100" cy="162401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250" b="1">
                <a:solidFill>
                  <a:srgbClr val="FFFFFF"/>
                </a:solidFill>
                <a:latin typeface="Arial"/>
                <a:ea typeface="Arial"/>
                <a:cs typeface="Arial"/>
              </a:defRPr>
            </a:pPr>
            <a:r>
              <a:rPr sz="8250" b="1">
                <a:solidFill>
                  <a:srgbClr val="FFFFFF"/>
                </a:solidFill>
                <a:latin typeface="Arial"/>
                <a:ea typeface="Arial"/>
                <a:cs typeface="Arial"/>
              </a:rPr>
              <a:t>الإسناد</a:t>
            </a:r>
          </a:p>
        </p:txBody>
      </p:sp>
      <p:sp>
        <p:nvSpPr>
          <p:cNvPr id="12" name="">
            <a:extLst xmlns:a="http://schemas.openxmlformats.org/drawingml/2006/main">
              <a:ext uri="{FF2B5EF4-FFF2-40B4-BE49-F238E27FC236}">
                <a16:creationId xmlns:a16="http://schemas.microsoft.com/office/drawing/2014/main" id="{59CE2850-80F7-479A-A3CB-45537840B124}"/>
              </a:ext>
            </a:extLst>
          </p:cNvPr>
          <p:cNvSpPr>
            <a:spLocks xmlns:a="http://schemas.openxmlformats.org/drawingml/2006/main" noGrp="1"/>
          </p:cNvSpPr>
          <p:nvPr/>
        </p:nvSpPr>
        <p:spPr>
          <a:xfrm xmlns:a="http://schemas.openxmlformats.org/drawingml/2006/main">
            <a:off x="14601825" y="4905375"/>
            <a:ext cx="733425"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أريد</a:t>
            </a:r>
          </a:p>
        </p:txBody>
      </p:sp>
      <p:sp>
        <p:nvSpPr>
          <p:cNvPr id="13" name="">
            <a:extLst xmlns:a="http://schemas.openxmlformats.org/drawingml/2006/main">
              <a:ext uri="{FF2B5EF4-FFF2-40B4-BE49-F238E27FC236}">
                <a16:creationId xmlns:a16="http://schemas.microsoft.com/office/drawing/2014/main" id="{B495614A-70A4-4312-9661-B9C02AAE7473}"/>
              </a:ext>
            </a:extLst>
          </p:cNvPr>
          <p:cNvSpPr>
            <a:spLocks xmlns:a="http://schemas.openxmlformats.org/drawingml/2006/main" noGrp="1"/>
          </p:cNvSpPr>
          <p:nvPr/>
        </p:nvSpPr>
        <p:spPr>
          <a:xfrm xmlns:a="http://schemas.openxmlformats.org/drawingml/2006/main">
            <a:off x="14008608" y="4905375"/>
            <a:ext cx="447675"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أن</a:t>
            </a:r>
          </a:p>
        </p:txBody>
      </p:sp>
      <p:sp>
        <p:nvSpPr>
          <p:cNvPr id="14" name="">
            <a:extLst xmlns:a="http://schemas.openxmlformats.org/drawingml/2006/main">
              <a:ext uri="{FF2B5EF4-FFF2-40B4-BE49-F238E27FC236}">
                <a16:creationId xmlns:a16="http://schemas.microsoft.com/office/drawing/2014/main" id="{EA4703C4-9443-4186-820E-1D6DBB05E8A9}"/>
              </a:ext>
            </a:extLst>
          </p:cNvPr>
          <p:cNvSpPr>
            <a:spLocks xmlns:a="http://schemas.openxmlformats.org/drawingml/2006/main" noGrp="1"/>
          </p:cNvSpPr>
          <p:nvPr/>
        </p:nvSpPr>
        <p:spPr>
          <a:xfrm xmlns:a="http://schemas.openxmlformats.org/drawingml/2006/main">
            <a:off x="13167741" y="4905375"/>
            <a:ext cx="695325"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أفهم</a:t>
            </a:r>
          </a:p>
        </p:txBody>
      </p:sp>
      <p:sp>
        <p:nvSpPr>
          <p:cNvPr id="15" name="">
            <a:extLst xmlns:a="http://schemas.openxmlformats.org/drawingml/2006/main">
              <a:ext uri="{FF2B5EF4-FFF2-40B4-BE49-F238E27FC236}">
                <a16:creationId xmlns:a16="http://schemas.microsoft.com/office/drawing/2014/main" id="{722E4C44-956F-4BB6-8596-5CBED73C21C0}"/>
              </a:ext>
            </a:extLst>
          </p:cNvPr>
          <p:cNvSpPr>
            <a:spLocks xmlns:a="http://schemas.openxmlformats.org/drawingml/2006/main" noGrp="1"/>
          </p:cNvSpPr>
          <p:nvPr/>
        </p:nvSpPr>
        <p:spPr>
          <a:xfrm xmlns:a="http://schemas.openxmlformats.org/drawingml/2006/main">
            <a:off x="12069699" y="4905375"/>
            <a:ext cx="952500"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الدليل</a:t>
            </a:r>
          </a:p>
        </p:txBody>
      </p:sp>
      <p:sp>
        <p:nvSpPr>
          <p:cNvPr id="16" name="">
            <a:extLst xmlns:a="http://schemas.openxmlformats.org/drawingml/2006/main">
              <a:ext uri="{FF2B5EF4-FFF2-40B4-BE49-F238E27FC236}">
                <a16:creationId xmlns:a16="http://schemas.microsoft.com/office/drawing/2014/main" id="{6AD19243-3A7D-4C6E-8210-00E173AF7EC9}"/>
              </a:ext>
            </a:extLst>
          </p:cNvPr>
          <p:cNvSpPr>
            <a:spLocks xmlns:a="http://schemas.openxmlformats.org/drawingml/2006/main" noGrp="1"/>
          </p:cNvSpPr>
          <p:nvPr/>
        </p:nvSpPr>
        <p:spPr>
          <a:xfrm xmlns:a="http://schemas.openxmlformats.org/drawingml/2006/main">
            <a:off x="11333607" y="4905375"/>
            <a:ext cx="590550"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قبل</a:t>
            </a:r>
          </a:p>
        </p:txBody>
      </p:sp>
      <p:sp>
        <p:nvSpPr>
          <p:cNvPr id="17" name="">
            <a:extLst xmlns:a="http://schemas.openxmlformats.org/drawingml/2006/main">
              <a:ext uri="{FF2B5EF4-FFF2-40B4-BE49-F238E27FC236}">
                <a16:creationId xmlns:a16="http://schemas.microsoft.com/office/drawing/2014/main" id="{4B789BA1-B995-4A27-B73E-A778978F7E36}"/>
              </a:ext>
            </a:extLst>
          </p:cNvPr>
          <p:cNvSpPr>
            <a:spLocks xmlns:a="http://schemas.openxmlformats.org/drawingml/2006/main" noGrp="1"/>
          </p:cNvSpPr>
          <p:nvPr/>
        </p:nvSpPr>
        <p:spPr>
          <a:xfrm xmlns:a="http://schemas.openxmlformats.org/drawingml/2006/main">
            <a:off x="10740390" y="4905375"/>
            <a:ext cx="447675"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أن</a:t>
            </a:r>
          </a:p>
        </p:txBody>
      </p:sp>
      <p:sp>
        <p:nvSpPr>
          <p:cNvPr id="18" name="">
            <a:extLst xmlns:a="http://schemas.openxmlformats.org/drawingml/2006/main">
              <a:ext uri="{FF2B5EF4-FFF2-40B4-BE49-F238E27FC236}">
                <a16:creationId xmlns:a16="http://schemas.microsoft.com/office/drawing/2014/main" id="{1359D1F2-EEA5-4ECC-95E1-9BFCA1237F15}"/>
              </a:ext>
            </a:extLst>
          </p:cNvPr>
          <p:cNvSpPr>
            <a:spLocks xmlns:a="http://schemas.openxmlformats.org/drawingml/2006/main" noGrp="1"/>
          </p:cNvSpPr>
          <p:nvPr/>
        </p:nvSpPr>
        <p:spPr>
          <a:xfrm xmlns:a="http://schemas.openxmlformats.org/drawingml/2006/main">
            <a:off x="9451848" y="4905375"/>
            <a:ext cx="1143000"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أشارك</a:t>
            </a:r>
          </a:p>
        </p:txBody>
      </p:sp>
      <p:sp>
        <p:nvSpPr>
          <p:cNvPr id="19" name="">
            <a:extLst xmlns:a="http://schemas.openxmlformats.org/drawingml/2006/main">
              <a:ext uri="{FF2B5EF4-FFF2-40B4-BE49-F238E27FC236}">
                <a16:creationId xmlns:a16="http://schemas.microsoft.com/office/drawing/2014/main" id="{984FA029-696D-4D7E-B88F-E7A03CB69815}"/>
              </a:ext>
            </a:extLst>
          </p:cNvPr>
          <p:cNvSpPr>
            <a:spLocks xmlns:a="http://schemas.openxmlformats.org/drawingml/2006/main" noGrp="1"/>
          </p:cNvSpPr>
          <p:nvPr/>
        </p:nvSpPr>
        <p:spPr>
          <a:xfrm xmlns:a="http://schemas.openxmlformats.org/drawingml/2006/main">
            <a:off x="7877556" y="4905375"/>
            <a:ext cx="1428750" cy="81200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125" b="0">
                <a:solidFill>
                  <a:srgbClr val="2EF2C2"/>
                </a:solidFill>
                <a:latin typeface="Arial"/>
                <a:ea typeface="Arial"/>
                <a:cs typeface="Arial"/>
              </a:defRPr>
            </a:pPr>
            <a:r>
              <a:rPr sz="4125" b="0">
                <a:solidFill>
                  <a:srgbClr val="2EF2C2"/>
                </a:solidFill>
                <a:latin typeface="Arial"/>
                <a:ea typeface="Arial"/>
                <a:cs typeface="Arial"/>
              </a:rPr>
              <a:t>المعلومة</a:t>
            </a:r>
          </a:p>
        </p:txBody>
      </p:sp>
      <p:sp>
        <p:nvSpPr>
          <p:cNvPr id="20" name="">
            <a:extLst xmlns:a="http://schemas.openxmlformats.org/drawingml/2006/main">
              <a:ext uri="{FF2B5EF4-FFF2-40B4-BE49-F238E27FC236}">
                <a16:creationId xmlns:a16="http://schemas.microsoft.com/office/drawing/2014/main" id="{CF31EF4B-39F5-48C8-A87C-6677C7D36B5B}"/>
              </a:ext>
            </a:extLst>
          </p:cNvPr>
          <p:cNvSpPr>
            <a:spLocks xmlns:a="http://schemas.openxmlformats.org/drawingml/2006/main" noGrp="1"/>
          </p:cNvSpPr>
          <p:nvPr/>
        </p:nvSpPr>
        <p:spPr>
          <a:xfrm xmlns:a="http://schemas.openxmlformats.org/drawingml/2006/main">
            <a:off x="14468475" y="7096125"/>
            <a:ext cx="8667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رضوان</a:t>
            </a:r>
          </a:p>
        </p:txBody>
      </p:sp>
      <p:sp>
        <p:nvSpPr>
          <p:cNvPr id="21" name="">
            <a:extLst xmlns:a="http://schemas.openxmlformats.org/drawingml/2006/main">
              <a:ext uri="{FF2B5EF4-FFF2-40B4-BE49-F238E27FC236}">
                <a16:creationId xmlns:a16="http://schemas.microsoft.com/office/drawing/2014/main" id="{72F5373A-1AF8-448B-BBDA-A267110C4157}"/>
              </a:ext>
            </a:extLst>
          </p:cNvPr>
          <p:cNvSpPr>
            <a:spLocks xmlns:a="http://schemas.openxmlformats.org/drawingml/2006/main" noGrp="1"/>
          </p:cNvSpPr>
          <p:nvPr/>
        </p:nvSpPr>
        <p:spPr>
          <a:xfrm xmlns:a="http://schemas.openxmlformats.org/drawingml/2006/main">
            <a:off x="13559314" y="7096125"/>
            <a:ext cx="81915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الرحمن</a:t>
            </a:r>
          </a:p>
        </p:txBody>
      </p:sp>
      <p:sp>
        <p:nvSpPr>
          <p:cNvPr id="22" name="">
            <a:extLst xmlns:a="http://schemas.openxmlformats.org/drawingml/2006/main">
              <a:ext uri="{FF2B5EF4-FFF2-40B4-BE49-F238E27FC236}">
                <a16:creationId xmlns:a16="http://schemas.microsoft.com/office/drawing/2014/main" id="{A41A96B4-A056-4B8C-9163-1E90AB2FBDCE}"/>
              </a:ext>
            </a:extLst>
          </p:cNvPr>
          <p:cNvSpPr>
            <a:spLocks xmlns:a="http://schemas.openxmlformats.org/drawingml/2006/main" noGrp="1"/>
          </p:cNvSpPr>
          <p:nvPr/>
        </p:nvSpPr>
        <p:spPr>
          <a:xfrm xmlns:a="http://schemas.openxmlformats.org/drawingml/2006/main">
            <a:off x="13088303" y="7096125"/>
            <a:ext cx="3810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a:t>
            </a:r>
          </a:p>
        </p:txBody>
      </p:sp>
      <p:sp>
        <p:nvSpPr>
          <p:cNvPr id="23" name="">
            <a:extLst xmlns:a="http://schemas.openxmlformats.org/drawingml/2006/main">
              <a:ext uri="{FF2B5EF4-FFF2-40B4-BE49-F238E27FC236}">
                <a16:creationId xmlns:a16="http://schemas.microsoft.com/office/drawing/2014/main" id="{C9785C5A-A0B7-4AA3-B624-8339A61ED25C}"/>
              </a:ext>
            </a:extLst>
          </p:cNvPr>
          <p:cNvSpPr>
            <a:spLocks xmlns:a="http://schemas.openxmlformats.org/drawingml/2006/main" noGrp="1"/>
          </p:cNvSpPr>
          <p:nvPr/>
        </p:nvSpPr>
        <p:spPr>
          <a:xfrm xmlns:a="http://schemas.openxmlformats.org/drawingml/2006/main">
            <a:off x="12160091" y="7096125"/>
            <a:ext cx="8382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مشروع</a:t>
            </a:r>
          </a:p>
        </p:txBody>
      </p:sp>
      <p:sp>
        <p:nvSpPr>
          <p:cNvPr id="24" name="">
            <a:extLst xmlns:a="http://schemas.openxmlformats.org/drawingml/2006/main">
              <a:ext uri="{FF2B5EF4-FFF2-40B4-BE49-F238E27FC236}">
                <a16:creationId xmlns:a16="http://schemas.microsoft.com/office/drawing/2014/main" id="{34FAC0AA-CBD2-49C4-8A50-7F35BE767088}"/>
              </a:ext>
            </a:extLst>
          </p:cNvPr>
          <p:cNvSpPr>
            <a:spLocks xmlns:a="http://schemas.openxmlformats.org/drawingml/2006/main" noGrp="1"/>
          </p:cNvSpPr>
          <p:nvPr/>
        </p:nvSpPr>
        <p:spPr>
          <a:xfrm xmlns:a="http://schemas.openxmlformats.org/drawingml/2006/main">
            <a:off x="11450955" y="7096125"/>
            <a:ext cx="61912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فردي</a:t>
            </a:r>
          </a:p>
        </p:txBody>
      </p:sp>
      <p:sp>
        <p:nvSpPr>
          <p:cNvPr id="25" name="">
            <a:extLst xmlns:a="http://schemas.openxmlformats.org/drawingml/2006/main">
              <a:ext uri="{FF2B5EF4-FFF2-40B4-BE49-F238E27FC236}">
                <a16:creationId xmlns:a16="http://schemas.microsoft.com/office/drawing/2014/main" id="{3B9435A4-F097-46C2-B90B-14E5F162B4F9}"/>
              </a:ext>
            </a:extLst>
          </p:cNvPr>
          <p:cNvSpPr>
            <a:spLocks xmlns:a="http://schemas.openxmlformats.org/drawingml/2006/main" noGrp="1"/>
          </p:cNvSpPr>
          <p:nvPr/>
        </p:nvSpPr>
        <p:spPr>
          <a:xfrm xmlns:a="http://schemas.openxmlformats.org/drawingml/2006/main">
            <a:off x="10475119" y="7096125"/>
            <a:ext cx="88582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بمساعدة</a:t>
            </a:r>
          </a:p>
        </p:txBody>
      </p:sp>
      <p:sp>
        <p:nvSpPr>
          <p:cNvPr id="26" name="">
            <a:extLst xmlns:a="http://schemas.openxmlformats.org/drawingml/2006/main">
              <a:ext uri="{FF2B5EF4-FFF2-40B4-BE49-F238E27FC236}">
                <a16:creationId xmlns:a16="http://schemas.microsoft.com/office/drawing/2014/main" id="{5C51ECE6-4A2A-4631-9B79-8F3E8B7D1F4E}"/>
              </a:ext>
            </a:extLst>
          </p:cNvPr>
          <p:cNvSpPr>
            <a:spLocks xmlns:a="http://schemas.openxmlformats.org/drawingml/2006/main" noGrp="1"/>
          </p:cNvSpPr>
          <p:nvPr/>
        </p:nvSpPr>
        <p:spPr>
          <a:xfrm xmlns:a="http://schemas.openxmlformats.org/drawingml/2006/main">
            <a:off x="9708833" y="7096125"/>
            <a:ext cx="6762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أدوات</a:t>
            </a:r>
          </a:p>
        </p:txBody>
      </p:sp>
      <p:sp>
        <p:nvSpPr>
          <p:cNvPr id="27" name="">
            <a:extLst xmlns:a="http://schemas.openxmlformats.org/drawingml/2006/main">
              <a:ext uri="{FF2B5EF4-FFF2-40B4-BE49-F238E27FC236}">
                <a16:creationId xmlns:a16="http://schemas.microsoft.com/office/drawing/2014/main" id="{06318B61-2894-4F13-B0CD-BBD077AFE001}"/>
              </a:ext>
            </a:extLst>
          </p:cNvPr>
          <p:cNvSpPr>
            <a:spLocks xmlns:a="http://schemas.openxmlformats.org/drawingml/2006/main" noGrp="1"/>
          </p:cNvSpPr>
          <p:nvPr/>
        </p:nvSpPr>
        <p:spPr>
          <a:xfrm xmlns:a="http://schemas.openxmlformats.org/drawingml/2006/main">
            <a:off x="8980646" y="7096125"/>
            <a:ext cx="6381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الذكاء</a:t>
            </a:r>
          </a:p>
        </p:txBody>
      </p:sp>
      <p:sp>
        <p:nvSpPr>
          <p:cNvPr id="28" name="">
            <a:extLst xmlns:a="http://schemas.openxmlformats.org/drawingml/2006/main">
              <a:ext uri="{FF2B5EF4-FFF2-40B4-BE49-F238E27FC236}">
                <a16:creationId xmlns:a16="http://schemas.microsoft.com/office/drawing/2014/main" id="{D4D7462B-C5C2-4B4C-931C-AF17F3E5E13F}"/>
              </a:ext>
            </a:extLst>
          </p:cNvPr>
          <p:cNvSpPr>
            <a:spLocks xmlns:a="http://schemas.openxmlformats.org/drawingml/2006/main" noGrp="1"/>
          </p:cNvSpPr>
          <p:nvPr/>
        </p:nvSpPr>
        <p:spPr>
          <a:xfrm xmlns:a="http://schemas.openxmlformats.org/drawingml/2006/main">
            <a:off x="7604760" y="7096125"/>
            <a:ext cx="12858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FFFFFF"/>
                </a:solidFill>
                <a:latin typeface="Arial"/>
                <a:ea typeface="Arial"/>
                <a:cs typeface="Arial"/>
              </a:defRPr>
            </a:pPr>
            <a:r>
              <a:rPr sz="2550" b="0">
                <a:solidFill>
                  <a:srgbClr val="FFFFFF"/>
                </a:solidFill>
                <a:latin typeface="Arial"/>
                <a:ea typeface="Arial"/>
                <a:cs typeface="Arial"/>
              </a:rPr>
              <a:t>الاصطناعي</a:t>
            </a:r>
          </a:p>
        </p:txBody>
      </p:sp>
      <p:sp>
        <p:nvSpPr>
          <p:cNvPr id="29" name="">
            <a:extLst xmlns:a="http://schemas.openxmlformats.org/drawingml/2006/main">
              <a:ext uri="{FF2B5EF4-FFF2-40B4-BE49-F238E27FC236}">
                <a16:creationId xmlns:a16="http://schemas.microsoft.com/office/drawing/2014/main" id="{E9A3919F-05FC-4EFF-B2D2-95836D852D4F}"/>
              </a:ext>
            </a:extLst>
          </p:cNvPr>
          <p:cNvSpPr>
            <a:spLocks xmlns:a="http://schemas.openxmlformats.org/drawingml/2006/main" noGrp="1"/>
          </p:cNvSpPr>
          <p:nvPr/>
        </p:nvSpPr>
        <p:spPr>
          <a:xfrm xmlns:a="http://schemas.openxmlformats.org/drawingml/2006/main">
            <a:off x="14611350" y="7810500"/>
            <a:ext cx="7239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المسار</a:t>
            </a:r>
          </a:p>
        </p:txBody>
      </p:sp>
      <p:sp>
        <p:nvSpPr>
          <p:cNvPr id="30" name="">
            <a:extLst xmlns:a="http://schemas.openxmlformats.org/drawingml/2006/main">
              <a:ext uri="{FF2B5EF4-FFF2-40B4-BE49-F238E27FC236}">
                <a16:creationId xmlns:a16="http://schemas.microsoft.com/office/drawing/2014/main" id="{30D1E8FA-08B6-477D-9BC8-64A1D57CC9BC}"/>
              </a:ext>
            </a:extLst>
          </p:cNvPr>
          <p:cNvSpPr>
            <a:spLocks xmlns:a="http://schemas.openxmlformats.org/drawingml/2006/main" noGrp="1"/>
          </p:cNvSpPr>
          <p:nvPr/>
        </p:nvSpPr>
        <p:spPr>
          <a:xfrm xmlns:a="http://schemas.openxmlformats.org/drawingml/2006/main">
            <a:off x="13873639" y="7810500"/>
            <a:ext cx="6477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الرابع</a:t>
            </a:r>
          </a:p>
        </p:txBody>
      </p:sp>
      <p:sp>
        <p:nvSpPr>
          <p:cNvPr id="31" name="">
            <a:extLst xmlns:a="http://schemas.openxmlformats.org/drawingml/2006/main">
              <a:ext uri="{FF2B5EF4-FFF2-40B4-BE49-F238E27FC236}">
                <a16:creationId xmlns:a16="http://schemas.microsoft.com/office/drawing/2014/main" id="{50E4177C-CE09-4487-A36D-68558332F9B9}"/>
              </a:ext>
            </a:extLst>
          </p:cNvPr>
          <p:cNvSpPr>
            <a:spLocks xmlns:a="http://schemas.openxmlformats.org/drawingml/2006/main" noGrp="1"/>
          </p:cNvSpPr>
          <p:nvPr/>
        </p:nvSpPr>
        <p:spPr>
          <a:xfrm xmlns:a="http://schemas.openxmlformats.org/drawingml/2006/main">
            <a:off x="13107353" y="7810500"/>
            <a:ext cx="6762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أدوات</a:t>
            </a:r>
          </a:p>
        </p:txBody>
      </p:sp>
      <p:sp>
        <p:nvSpPr>
          <p:cNvPr id="32" name="">
            <a:extLst xmlns:a="http://schemas.openxmlformats.org/drawingml/2006/main">
              <a:ext uri="{FF2B5EF4-FFF2-40B4-BE49-F238E27FC236}">
                <a16:creationId xmlns:a16="http://schemas.microsoft.com/office/drawing/2014/main" id="{F2347AD4-E202-43F0-BEDC-B98EDAD1391E}"/>
              </a:ext>
            </a:extLst>
          </p:cNvPr>
          <p:cNvSpPr>
            <a:spLocks xmlns:a="http://schemas.openxmlformats.org/drawingml/2006/main" noGrp="1"/>
          </p:cNvSpPr>
          <p:nvPr/>
        </p:nvSpPr>
        <p:spPr>
          <a:xfrm xmlns:a="http://schemas.openxmlformats.org/drawingml/2006/main">
            <a:off x="12198191" y="7810500"/>
            <a:ext cx="81915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المعرفة</a:t>
            </a:r>
          </a:p>
        </p:txBody>
      </p:sp>
      <p:sp>
        <p:nvSpPr>
          <p:cNvPr id="33" name="">
            <a:extLst xmlns:a="http://schemas.openxmlformats.org/drawingml/2006/main">
              <a:ext uri="{FF2B5EF4-FFF2-40B4-BE49-F238E27FC236}">
                <a16:creationId xmlns:a16="http://schemas.microsoft.com/office/drawing/2014/main" id="{DE7812AF-5EE3-4A10-BF2F-300FC97828AD}"/>
              </a:ext>
            </a:extLst>
          </p:cNvPr>
          <p:cNvSpPr>
            <a:spLocks xmlns:a="http://schemas.openxmlformats.org/drawingml/2006/main" noGrp="1"/>
          </p:cNvSpPr>
          <p:nvPr/>
        </p:nvSpPr>
        <p:spPr>
          <a:xfrm xmlns:a="http://schemas.openxmlformats.org/drawingml/2006/main">
            <a:off x="11250930" y="7810500"/>
            <a:ext cx="85725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والتحقق</a:t>
            </a:r>
          </a:p>
        </p:txBody>
      </p:sp>
      <p:sp>
        <p:nvSpPr>
          <p:cNvPr id="34" name="">
            <a:extLst xmlns:a="http://schemas.openxmlformats.org/drawingml/2006/main">
              <a:ext uri="{FF2B5EF4-FFF2-40B4-BE49-F238E27FC236}">
                <a16:creationId xmlns:a16="http://schemas.microsoft.com/office/drawing/2014/main" id="{09C5887D-D53B-441A-8C69-99759CFB0285}"/>
              </a:ext>
            </a:extLst>
          </p:cNvPr>
          <p:cNvSpPr>
            <a:spLocks xmlns:a="http://schemas.openxmlformats.org/drawingml/2006/main" noGrp="1"/>
          </p:cNvSpPr>
          <p:nvPr/>
        </p:nvSpPr>
        <p:spPr>
          <a:xfrm xmlns:a="http://schemas.openxmlformats.org/drawingml/2006/main">
            <a:off x="10446544" y="7810500"/>
            <a:ext cx="7143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لتمكين</a:t>
            </a:r>
          </a:p>
        </p:txBody>
      </p:sp>
      <p:sp>
        <p:nvSpPr>
          <p:cNvPr id="35" name="">
            <a:extLst xmlns:a="http://schemas.openxmlformats.org/drawingml/2006/main">
              <a:ext uri="{FF2B5EF4-FFF2-40B4-BE49-F238E27FC236}">
                <a16:creationId xmlns:a16="http://schemas.microsoft.com/office/drawing/2014/main" id="{CC2847A2-7F43-428E-AAD1-815ED270CF92}"/>
              </a:ext>
            </a:extLst>
          </p:cNvPr>
          <p:cNvSpPr>
            <a:spLocks xmlns:a="http://schemas.openxmlformats.org/drawingml/2006/main" noGrp="1"/>
          </p:cNvSpPr>
          <p:nvPr/>
        </p:nvSpPr>
        <p:spPr>
          <a:xfrm xmlns:a="http://schemas.openxmlformats.org/drawingml/2006/main">
            <a:off x="9413558" y="7810500"/>
            <a:ext cx="9429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المعرّفين</a:t>
            </a:r>
          </a:p>
        </p:txBody>
      </p:sp>
      <p:sp>
        <p:nvSpPr>
          <p:cNvPr id="36" name="">
            <a:extLst xmlns:a="http://schemas.openxmlformats.org/drawingml/2006/main">
              <a:ext uri="{FF2B5EF4-FFF2-40B4-BE49-F238E27FC236}">
                <a16:creationId xmlns:a16="http://schemas.microsoft.com/office/drawing/2014/main" id="{495B1F29-DCE4-4E5B-A2FA-D76653E86E0F}"/>
              </a:ext>
            </a:extLst>
          </p:cNvPr>
          <p:cNvSpPr>
            <a:spLocks xmlns:a="http://schemas.openxmlformats.org/drawingml/2006/main" noGrp="1"/>
          </p:cNvSpPr>
          <p:nvPr/>
        </p:nvSpPr>
        <p:spPr>
          <a:xfrm xmlns:a="http://schemas.openxmlformats.org/drawingml/2006/main">
            <a:off x="8456771" y="7810500"/>
            <a:ext cx="8667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BAC5DF"/>
                </a:solidFill>
                <a:latin typeface="Arial"/>
                <a:ea typeface="Arial"/>
                <a:cs typeface="Arial"/>
              </a:defRPr>
            </a:pPr>
            <a:r>
              <a:rPr sz="2550" b="0">
                <a:solidFill>
                  <a:srgbClr val="BAC5DF"/>
                </a:solidFill>
                <a:latin typeface="Arial"/>
                <a:ea typeface="Arial"/>
                <a:cs typeface="Arial"/>
              </a:rPr>
              <a:t>بالإسلام</a:t>
            </a:r>
          </a:p>
        </p:txBody>
      </p:sp>
    </p:spTree>
    <p:extLst>
      <p:ext uri="{BB962C8B-B14F-4D97-AF65-F5344CB8AC3E}">
        <p14:creationId xmlns:p14="http://schemas.microsoft.com/office/powerpoint/2010/main" val="280461557"/>
      </p:ext>
    </p:extLst>
  </p:cSld>
</p:sld>
</file>

<file path=ppt/slides/slide2.xml><?xml version="1.0" encoding="utf-8"?>
<p:sld xmlns:p="http://schemas.openxmlformats.org/presentationml/2006/main">
  <p:cSld>
    <p:bg>
      <p:bgPr>
        <a:solidFill xmlns:a="http://schemas.openxmlformats.org/drawingml/2006/main">
          <a:srgbClr val="F2F4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514B8290-E537-4938-99E7-7E21AD28A78B}"/>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86277"/>
                </a:solidFill>
                <a:latin typeface="Arial"/>
                <a:ea typeface="Arial"/>
                <a:cs typeface="Arial"/>
              </a:defRPr>
            </a:pPr>
            <a:r>
              <a:rPr sz="1725" b="0">
                <a:solidFill>
                  <a:srgbClr val="586277"/>
                </a:solidFill>
                <a:latin typeface="Arial"/>
                <a:ea typeface="Arial"/>
                <a:cs typeface="Arial"/>
              </a:rPr>
              <a:t>IsnadLens / 02</a:t>
            </a:r>
          </a:p>
        </p:txBody>
      </p:sp>
      <p:sp>
        <p:nvSpPr>
          <p:cNvPr id="2" name="">
            <a:extLst xmlns:a="http://schemas.openxmlformats.org/drawingml/2006/main">
              <a:ext uri="{FF2B5EF4-FFF2-40B4-BE49-F238E27FC236}">
                <a16:creationId xmlns:a16="http://schemas.microsoft.com/office/drawing/2014/main" id="{D222BEA7-57E5-485C-BF3B-671E384F3189}"/>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23BE3D9A-772A-4DAB-93DA-D59AD8E73FCE}"/>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25E848AE-3A18-4DB7-89B3-65F3C532D718}"/>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536D5610-5744-4E95-A0A5-D25BEDA94245}"/>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8D82878F-20E7-4B7A-AB51-793717A51A13}"/>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CB6284AF-0C0B-4DA2-84E1-F915934E02C5}"/>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D83BAD8E-B2E7-4044-A81E-BBBDE9205CBC}"/>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B8EE496D-2717-4E04-A967-3CB1BEEF15C0}"/>
              </a:ext>
            </a:extLst>
          </p:cNvPr>
          <p:cNvSpPr>
            <a:spLocks xmlns:a="http://schemas.openxmlformats.org/drawingml/2006/main" noGrp="1"/>
          </p:cNvSpPr>
          <p:nvPr/>
        </p:nvSpPr>
        <p:spPr>
          <a:xfrm xmlns:a="http://schemas.openxmlformats.org/drawingml/2006/main">
            <a:off x="16592550" y="809625"/>
            <a:ext cx="74295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قبل</a:t>
            </a:r>
          </a:p>
        </p:txBody>
      </p:sp>
      <p:sp>
        <p:nvSpPr>
          <p:cNvPr id="10" name="">
            <a:extLst xmlns:a="http://schemas.openxmlformats.org/drawingml/2006/main">
              <a:ext uri="{FF2B5EF4-FFF2-40B4-BE49-F238E27FC236}">
                <a16:creationId xmlns:a16="http://schemas.microsoft.com/office/drawing/2014/main" id="{02139B55-C8EB-41C4-9330-79C41140B523}"/>
              </a:ext>
            </a:extLst>
          </p:cNvPr>
          <p:cNvSpPr>
            <a:spLocks xmlns:a="http://schemas.openxmlformats.org/drawingml/2006/main" noGrp="1"/>
          </p:cNvSpPr>
          <p:nvPr/>
        </p:nvSpPr>
        <p:spPr>
          <a:xfrm xmlns:a="http://schemas.openxmlformats.org/drawingml/2006/main">
            <a:off x="15835789" y="809625"/>
            <a:ext cx="5715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أن</a:t>
            </a:r>
          </a:p>
        </p:txBody>
      </p:sp>
      <p:sp>
        <p:nvSpPr>
          <p:cNvPr id="11" name="">
            <a:extLst xmlns:a="http://schemas.openxmlformats.org/drawingml/2006/main">
              <a:ext uri="{FF2B5EF4-FFF2-40B4-BE49-F238E27FC236}">
                <a16:creationId xmlns:a16="http://schemas.microsoft.com/office/drawing/2014/main" id="{DACEEC69-4174-42C7-96EB-B17EFBC6C2BB}"/>
              </a:ext>
            </a:extLst>
          </p:cNvPr>
          <p:cNvSpPr>
            <a:spLocks xmlns:a="http://schemas.openxmlformats.org/drawingml/2006/main" noGrp="1"/>
          </p:cNvSpPr>
          <p:nvPr/>
        </p:nvSpPr>
        <p:spPr>
          <a:xfrm xmlns:a="http://schemas.openxmlformats.org/drawingml/2006/main">
            <a:off x="14288452" y="809625"/>
            <a:ext cx="13620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أصدق</a:t>
            </a:r>
          </a:p>
        </p:txBody>
      </p:sp>
      <p:sp>
        <p:nvSpPr>
          <p:cNvPr id="12" name="">
            <a:extLst xmlns:a="http://schemas.openxmlformats.org/drawingml/2006/main">
              <a:ext uri="{FF2B5EF4-FFF2-40B4-BE49-F238E27FC236}">
                <a16:creationId xmlns:a16="http://schemas.microsoft.com/office/drawing/2014/main" id="{C2A05594-CE04-4708-8007-BC5BFFB773A6}"/>
              </a:ext>
            </a:extLst>
          </p:cNvPr>
          <p:cNvSpPr>
            <a:spLocks xmlns:a="http://schemas.openxmlformats.org/drawingml/2006/main" noGrp="1"/>
          </p:cNvSpPr>
          <p:nvPr/>
        </p:nvSpPr>
        <p:spPr>
          <a:xfrm xmlns:a="http://schemas.openxmlformats.org/drawingml/2006/main">
            <a:off x="12283916" y="809625"/>
            <a:ext cx="18192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المنشور</a:t>
            </a:r>
          </a:p>
        </p:txBody>
      </p:sp>
      <p:sp>
        <p:nvSpPr>
          <p:cNvPr id="13" name="">
            <a:extLst xmlns:a="http://schemas.openxmlformats.org/drawingml/2006/main">
              <a:ext uri="{FF2B5EF4-FFF2-40B4-BE49-F238E27FC236}">
                <a16:creationId xmlns:a16="http://schemas.microsoft.com/office/drawing/2014/main" id="{CE50C670-31F6-4D4E-9A67-5F3BCC16F12A}"/>
              </a:ext>
            </a:extLst>
          </p:cNvPr>
          <p:cNvSpPr>
            <a:spLocks xmlns:a="http://schemas.openxmlformats.org/drawingml/2006/main" noGrp="1"/>
          </p:cNvSpPr>
          <p:nvPr/>
        </p:nvSpPr>
        <p:spPr>
          <a:xfrm xmlns:a="http://schemas.openxmlformats.org/drawingml/2006/main">
            <a:off x="11593830" y="809625"/>
            <a:ext cx="5048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أو</a:t>
            </a:r>
          </a:p>
        </p:txBody>
      </p:sp>
      <p:sp>
        <p:nvSpPr>
          <p:cNvPr id="14" name="">
            <a:extLst xmlns:a="http://schemas.openxmlformats.org/drawingml/2006/main">
              <a:ext uri="{FF2B5EF4-FFF2-40B4-BE49-F238E27FC236}">
                <a16:creationId xmlns:a16="http://schemas.microsoft.com/office/drawing/2014/main" id="{AEC88A87-691E-4E37-A737-045F7F074E2F}"/>
              </a:ext>
            </a:extLst>
          </p:cNvPr>
          <p:cNvSpPr>
            <a:spLocks xmlns:a="http://schemas.openxmlformats.org/drawingml/2006/main" noGrp="1"/>
          </p:cNvSpPr>
          <p:nvPr/>
        </p:nvSpPr>
        <p:spPr>
          <a:xfrm xmlns:a="http://schemas.openxmlformats.org/drawingml/2006/main">
            <a:off x="9836944" y="809625"/>
            <a:ext cx="15716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أشاركه</a:t>
            </a:r>
          </a:p>
        </p:txBody>
      </p:sp>
      <p:sp>
        <p:nvSpPr>
          <p:cNvPr id="15" name="">
            <a:extLst xmlns:a="http://schemas.openxmlformats.org/drawingml/2006/main">
              <a:ext uri="{FF2B5EF4-FFF2-40B4-BE49-F238E27FC236}">
                <a16:creationId xmlns:a16="http://schemas.microsoft.com/office/drawing/2014/main" id="{FB0A106D-63A6-47B8-96AF-207F33381B9D}"/>
              </a:ext>
            </a:extLst>
          </p:cNvPr>
          <p:cNvSpPr>
            <a:spLocks xmlns:a="http://schemas.openxmlformats.org/drawingml/2006/main" noGrp="1"/>
          </p:cNvSpPr>
          <p:nvPr/>
        </p:nvSpPr>
        <p:spPr>
          <a:xfrm xmlns:a="http://schemas.openxmlformats.org/drawingml/2006/main">
            <a:off x="16525875" y="2333625"/>
            <a:ext cx="809625"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586277"/>
                </a:solidFill>
                <a:latin typeface="Arial"/>
                <a:ea typeface="Arial"/>
                <a:cs typeface="Arial"/>
              </a:defRPr>
            </a:pPr>
            <a:r>
              <a:rPr sz="3150" b="0">
                <a:solidFill>
                  <a:srgbClr val="586277"/>
                </a:solidFill>
                <a:latin typeface="Arial"/>
                <a:ea typeface="Arial"/>
                <a:cs typeface="Arial"/>
              </a:rPr>
              <a:t>تخيّلوا</a:t>
            </a:r>
          </a:p>
        </p:txBody>
      </p:sp>
      <p:sp>
        <p:nvSpPr>
          <p:cNvPr id="16" name="">
            <a:extLst xmlns:a="http://schemas.openxmlformats.org/drawingml/2006/main">
              <a:ext uri="{FF2B5EF4-FFF2-40B4-BE49-F238E27FC236}">
                <a16:creationId xmlns:a16="http://schemas.microsoft.com/office/drawing/2014/main" id="{250B71FD-2647-45CA-BCBE-364E32F9911C}"/>
              </a:ext>
            </a:extLst>
          </p:cNvPr>
          <p:cNvSpPr>
            <a:spLocks xmlns:a="http://schemas.openxmlformats.org/drawingml/2006/main" noGrp="1"/>
          </p:cNvSpPr>
          <p:nvPr/>
        </p:nvSpPr>
        <p:spPr>
          <a:xfrm xmlns:a="http://schemas.openxmlformats.org/drawingml/2006/main">
            <a:off x="15843218" y="2333625"/>
            <a:ext cx="571500"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586277"/>
                </a:solidFill>
                <a:latin typeface="Arial"/>
                <a:ea typeface="Arial"/>
                <a:cs typeface="Arial"/>
              </a:defRPr>
            </a:pPr>
            <a:r>
              <a:rPr sz="3150" b="0">
                <a:solidFill>
                  <a:srgbClr val="586277"/>
                </a:solidFill>
                <a:latin typeface="Arial"/>
                <a:ea typeface="Arial"/>
                <a:cs typeface="Arial"/>
              </a:rPr>
              <a:t>أنني</a:t>
            </a:r>
          </a:p>
        </p:txBody>
      </p:sp>
      <p:sp>
        <p:nvSpPr>
          <p:cNvPr id="17" name="">
            <a:extLst xmlns:a="http://schemas.openxmlformats.org/drawingml/2006/main">
              <a:ext uri="{FF2B5EF4-FFF2-40B4-BE49-F238E27FC236}">
                <a16:creationId xmlns:a16="http://schemas.microsoft.com/office/drawing/2014/main" id="{1F02BC22-83B6-48CB-9747-E8C3A38A201A}"/>
              </a:ext>
            </a:extLst>
          </p:cNvPr>
          <p:cNvSpPr>
            <a:spLocks xmlns:a="http://schemas.openxmlformats.org/drawingml/2006/main" noGrp="1"/>
          </p:cNvSpPr>
          <p:nvPr/>
        </p:nvSpPr>
        <p:spPr>
          <a:xfrm xmlns:a="http://schemas.openxmlformats.org/drawingml/2006/main">
            <a:off x="15198661" y="2333625"/>
            <a:ext cx="533400"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586277"/>
                </a:solidFill>
                <a:latin typeface="Arial"/>
                <a:ea typeface="Arial"/>
                <a:cs typeface="Arial"/>
              </a:defRPr>
            </a:pPr>
            <a:r>
              <a:rPr sz="3150" b="0">
                <a:solidFill>
                  <a:srgbClr val="586277"/>
                </a:solidFill>
                <a:latin typeface="Arial"/>
                <a:ea typeface="Arial"/>
                <a:cs typeface="Arial"/>
              </a:rPr>
              <a:t>أقرأ</a:t>
            </a:r>
          </a:p>
        </p:txBody>
      </p:sp>
      <p:sp>
        <p:nvSpPr>
          <p:cNvPr id="18" name="">
            <a:extLst xmlns:a="http://schemas.openxmlformats.org/drawingml/2006/main">
              <a:ext uri="{FF2B5EF4-FFF2-40B4-BE49-F238E27FC236}">
                <a16:creationId xmlns:a16="http://schemas.microsoft.com/office/drawing/2014/main" id="{EBE3CBDD-BF88-4FA0-8073-BF30F11F4A69}"/>
              </a:ext>
            </a:extLst>
          </p:cNvPr>
          <p:cNvSpPr>
            <a:spLocks xmlns:a="http://schemas.openxmlformats.org/drawingml/2006/main" noGrp="1"/>
          </p:cNvSpPr>
          <p:nvPr/>
        </p:nvSpPr>
        <p:spPr>
          <a:xfrm xmlns:a="http://schemas.openxmlformats.org/drawingml/2006/main">
            <a:off x="16744950" y="3333750"/>
            <a:ext cx="590550"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إذا</a:t>
            </a:r>
          </a:p>
        </p:txBody>
      </p:sp>
      <p:sp>
        <p:nvSpPr>
          <p:cNvPr id="19" name="">
            <a:extLst xmlns:a="http://schemas.openxmlformats.org/drawingml/2006/main">
              <a:ext uri="{FF2B5EF4-FFF2-40B4-BE49-F238E27FC236}">
                <a16:creationId xmlns:a16="http://schemas.microsoft.com/office/drawing/2014/main" id="{7FFE1065-E124-4EFA-8205-7A67AD37477F}"/>
              </a:ext>
            </a:extLst>
          </p:cNvPr>
          <p:cNvSpPr>
            <a:spLocks xmlns:a="http://schemas.openxmlformats.org/drawingml/2006/main" noGrp="1"/>
          </p:cNvSpPr>
          <p:nvPr/>
        </p:nvSpPr>
        <p:spPr>
          <a:xfrm xmlns:a="http://schemas.openxmlformats.org/drawingml/2006/main">
            <a:off x="15144750" y="3333750"/>
            <a:ext cx="1409700"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توكلت</a:t>
            </a:r>
          </a:p>
        </p:txBody>
      </p:sp>
      <p:sp>
        <p:nvSpPr>
          <p:cNvPr id="20" name="">
            <a:extLst xmlns:a="http://schemas.openxmlformats.org/drawingml/2006/main">
              <a:ext uri="{FF2B5EF4-FFF2-40B4-BE49-F238E27FC236}">
                <a16:creationId xmlns:a16="http://schemas.microsoft.com/office/drawing/2014/main" id="{95C5097C-6D86-4BA3-AECE-A64BF054063C}"/>
              </a:ext>
            </a:extLst>
          </p:cNvPr>
          <p:cNvSpPr>
            <a:spLocks xmlns:a="http://schemas.openxmlformats.org/drawingml/2006/main" noGrp="1"/>
          </p:cNvSpPr>
          <p:nvPr/>
        </p:nvSpPr>
        <p:spPr>
          <a:xfrm xmlns:a="http://schemas.openxmlformats.org/drawingml/2006/main">
            <a:off x="13982700" y="3333750"/>
            <a:ext cx="971550"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على</a:t>
            </a:r>
          </a:p>
        </p:txBody>
      </p:sp>
      <p:sp>
        <p:nvSpPr>
          <p:cNvPr id="21" name="">
            <a:extLst xmlns:a="http://schemas.openxmlformats.org/drawingml/2006/main">
              <a:ext uri="{FF2B5EF4-FFF2-40B4-BE49-F238E27FC236}">
                <a16:creationId xmlns:a16="http://schemas.microsoft.com/office/drawing/2014/main" id="{D015F5E7-5D88-46EE-9EBD-9137786FD6DC}"/>
              </a:ext>
            </a:extLst>
          </p:cNvPr>
          <p:cNvSpPr>
            <a:spLocks xmlns:a="http://schemas.openxmlformats.org/drawingml/2006/main" noGrp="1"/>
          </p:cNvSpPr>
          <p:nvPr/>
        </p:nvSpPr>
        <p:spPr>
          <a:xfrm xmlns:a="http://schemas.openxmlformats.org/drawingml/2006/main">
            <a:off x="13144500" y="3333750"/>
            <a:ext cx="647700"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الله</a:t>
            </a:r>
          </a:p>
        </p:txBody>
      </p:sp>
      <p:sp>
        <p:nvSpPr>
          <p:cNvPr id="22" name="">
            <a:extLst xmlns:a="http://schemas.openxmlformats.org/drawingml/2006/main">
              <a:ext uri="{FF2B5EF4-FFF2-40B4-BE49-F238E27FC236}">
                <a16:creationId xmlns:a16="http://schemas.microsoft.com/office/drawing/2014/main" id="{C494A29B-E4E0-46F6-A727-998ADCEE0F29}"/>
              </a:ext>
            </a:extLst>
          </p:cNvPr>
          <p:cNvSpPr>
            <a:spLocks xmlns:a="http://schemas.openxmlformats.org/drawingml/2006/main" noGrp="1"/>
          </p:cNvSpPr>
          <p:nvPr/>
        </p:nvSpPr>
        <p:spPr>
          <a:xfrm xmlns:a="http://schemas.openxmlformats.org/drawingml/2006/main">
            <a:off x="12315825" y="3333750"/>
            <a:ext cx="638175"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فلا</a:t>
            </a:r>
          </a:p>
        </p:txBody>
      </p:sp>
      <p:sp>
        <p:nvSpPr>
          <p:cNvPr id="23" name="">
            <a:extLst xmlns:a="http://schemas.openxmlformats.org/drawingml/2006/main">
              <a:ext uri="{FF2B5EF4-FFF2-40B4-BE49-F238E27FC236}">
                <a16:creationId xmlns:a16="http://schemas.microsoft.com/office/drawing/2014/main" id="{BDDCF240-71F2-4716-82BE-CBACB9D16FF1}"/>
              </a:ext>
            </a:extLst>
          </p:cNvPr>
          <p:cNvSpPr>
            <a:spLocks xmlns:a="http://schemas.openxmlformats.org/drawingml/2006/main" noGrp="1"/>
          </p:cNvSpPr>
          <p:nvPr/>
        </p:nvSpPr>
        <p:spPr>
          <a:xfrm xmlns:a="http://schemas.openxmlformats.org/drawingml/2006/main">
            <a:off x="10896600" y="3333750"/>
            <a:ext cx="1228725"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حاجة</a:t>
            </a:r>
          </a:p>
        </p:txBody>
      </p:sp>
      <p:sp>
        <p:nvSpPr>
          <p:cNvPr id="24" name="">
            <a:extLst xmlns:a="http://schemas.openxmlformats.org/drawingml/2006/main">
              <a:ext uri="{FF2B5EF4-FFF2-40B4-BE49-F238E27FC236}">
                <a16:creationId xmlns:a16="http://schemas.microsoft.com/office/drawing/2014/main" id="{E556F0A7-EFC3-46DA-85B9-C9DA31FBAA4B}"/>
              </a:ext>
            </a:extLst>
          </p:cNvPr>
          <p:cNvSpPr>
            <a:spLocks xmlns:a="http://schemas.openxmlformats.org/drawingml/2006/main" noGrp="1"/>
          </p:cNvSpPr>
          <p:nvPr/>
        </p:nvSpPr>
        <p:spPr>
          <a:xfrm xmlns:a="http://schemas.openxmlformats.org/drawingml/2006/main">
            <a:off x="9953625" y="3333750"/>
            <a:ext cx="752475"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إلى</a:t>
            </a:r>
          </a:p>
        </p:txBody>
      </p:sp>
      <p:sp>
        <p:nvSpPr>
          <p:cNvPr id="25" name="">
            <a:extLst xmlns:a="http://schemas.openxmlformats.org/drawingml/2006/main">
              <a:ext uri="{FF2B5EF4-FFF2-40B4-BE49-F238E27FC236}">
                <a16:creationId xmlns:a16="http://schemas.microsoft.com/office/drawing/2014/main" id="{710A3F56-57E3-4D49-A364-2E7EAF10E5DD}"/>
              </a:ext>
            </a:extLst>
          </p:cNvPr>
          <p:cNvSpPr>
            <a:spLocks xmlns:a="http://schemas.openxmlformats.org/drawingml/2006/main" noGrp="1"/>
          </p:cNvSpPr>
          <p:nvPr/>
        </p:nvSpPr>
        <p:spPr>
          <a:xfrm xmlns:a="http://schemas.openxmlformats.org/drawingml/2006/main">
            <a:off x="7943850" y="3333750"/>
            <a:ext cx="1819275"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التخطيط</a:t>
            </a:r>
          </a:p>
        </p:txBody>
      </p:sp>
      <p:sp>
        <p:nvSpPr>
          <p:cNvPr id="26" name="">
            <a:extLst xmlns:a="http://schemas.openxmlformats.org/drawingml/2006/main">
              <a:ext uri="{FF2B5EF4-FFF2-40B4-BE49-F238E27FC236}">
                <a16:creationId xmlns:a16="http://schemas.microsoft.com/office/drawing/2014/main" id="{49435AC6-E261-481D-88D7-01EA187E4E6D}"/>
              </a:ext>
            </a:extLst>
          </p:cNvPr>
          <p:cNvSpPr>
            <a:spLocks xmlns:a="http://schemas.openxmlformats.org/drawingml/2006/main" noGrp="1"/>
          </p:cNvSpPr>
          <p:nvPr/>
        </p:nvSpPr>
        <p:spPr>
          <a:xfrm xmlns:a="http://schemas.openxmlformats.org/drawingml/2006/main">
            <a:off x="7229475" y="3333750"/>
            <a:ext cx="523875"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أو</a:t>
            </a:r>
          </a:p>
        </p:txBody>
      </p:sp>
      <p:sp>
        <p:nvSpPr>
          <p:cNvPr id="27" name="">
            <a:extLst xmlns:a="http://schemas.openxmlformats.org/drawingml/2006/main">
              <a:ext uri="{FF2B5EF4-FFF2-40B4-BE49-F238E27FC236}">
                <a16:creationId xmlns:a16="http://schemas.microsoft.com/office/drawing/2014/main" id="{485C1230-1E0A-4C50-B0DA-7A40847A4F91}"/>
              </a:ext>
            </a:extLst>
          </p:cNvPr>
          <p:cNvSpPr>
            <a:spLocks xmlns:a="http://schemas.openxmlformats.org/drawingml/2006/main" noGrp="1"/>
          </p:cNvSpPr>
          <p:nvPr/>
        </p:nvSpPr>
        <p:spPr>
          <a:xfrm xmlns:a="http://schemas.openxmlformats.org/drawingml/2006/main">
            <a:off x="5905500" y="3333750"/>
            <a:ext cx="1133475"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الأخذ</a:t>
            </a:r>
          </a:p>
        </p:txBody>
      </p:sp>
      <p:sp>
        <p:nvSpPr>
          <p:cNvPr id="28" name="">
            <a:extLst xmlns:a="http://schemas.openxmlformats.org/drawingml/2006/main">
              <a:ext uri="{FF2B5EF4-FFF2-40B4-BE49-F238E27FC236}">
                <a16:creationId xmlns:a16="http://schemas.microsoft.com/office/drawing/2014/main" id="{E159C99F-DBA5-4D5E-9501-A2DCEE920D09}"/>
              </a:ext>
            </a:extLst>
          </p:cNvPr>
          <p:cNvSpPr>
            <a:spLocks xmlns:a="http://schemas.openxmlformats.org/drawingml/2006/main" noGrp="1"/>
          </p:cNvSpPr>
          <p:nvPr/>
        </p:nvSpPr>
        <p:spPr>
          <a:xfrm xmlns:a="http://schemas.openxmlformats.org/drawingml/2006/main">
            <a:off x="3762375" y="3333750"/>
            <a:ext cx="1952625" cy="106299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400" b="1">
                <a:solidFill>
                  <a:srgbClr val="075642"/>
                </a:solidFill>
                <a:latin typeface="Arial"/>
                <a:ea typeface="Arial"/>
                <a:cs typeface="Arial"/>
              </a:defRPr>
            </a:pPr>
            <a:r>
              <a:rPr sz="5400" b="1">
                <a:solidFill>
                  <a:srgbClr val="075642"/>
                </a:solidFill>
                <a:latin typeface="Arial"/>
                <a:ea typeface="Arial"/>
                <a:cs typeface="Arial"/>
              </a:rPr>
              <a:t>بالأسباب</a:t>
            </a:r>
          </a:p>
        </p:txBody>
      </p:sp>
      <p:sp>
        <p:nvSpPr>
          <p:cNvPr id="29" name="">
            <a:extLst xmlns:a="http://schemas.openxmlformats.org/drawingml/2006/main">
              <a:ext uri="{FF2B5EF4-FFF2-40B4-BE49-F238E27FC236}">
                <a16:creationId xmlns:a16="http://schemas.microsoft.com/office/drawing/2014/main" id="{2FC452C7-810E-4F11-B67E-A151CC04D6FF}"/>
              </a:ext>
            </a:extLst>
          </p:cNvPr>
          <p:cNvSpPr>
            <a:spLocks xmlns:a="http://schemas.openxmlformats.org/drawingml/2006/main" noGrp="1"/>
          </p:cNvSpPr>
          <p:nvPr/>
        </p:nvSpPr>
        <p:spPr>
          <a:xfrm xmlns:a="http://schemas.openxmlformats.org/drawingml/2006/main">
            <a:off x="16497300" y="6191250"/>
            <a:ext cx="83820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أبحث</a:t>
            </a:r>
          </a:p>
        </p:txBody>
      </p:sp>
      <p:sp>
        <p:nvSpPr>
          <p:cNvPr id="30" name="">
            <a:extLst xmlns:a="http://schemas.openxmlformats.org/drawingml/2006/main">
              <a:ext uri="{FF2B5EF4-FFF2-40B4-BE49-F238E27FC236}">
                <a16:creationId xmlns:a16="http://schemas.microsoft.com/office/drawing/2014/main" id="{916CBF6E-E37F-41A7-BAE8-F79C5B8869CF}"/>
              </a:ext>
            </a:extLst>
          </p:cNvPr>
          <p:cNvSpPr>
            <a:spLocks xmlns:a="http://schemas.openxmlformats.org/drawingml/2006/main" noGrp="1"/>
          </p:cNvSpPr>
          <p:nvPr/>
        </p:nvSpPr>
        <p:spPr>
          <a:xfrm xmlns:a="http://schemas.openxmlformats.org/drawingml/2006/main">
            <a:off x="15684436" y="6191250"/>
            <a:ext cx="68580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فأجد</a:t>
            </a:r>
          </a:p>
        </p:txBody>
      </p:sp>
      <p:sp>
        <p:nvSpPr>
          <p:cNvPr id="31" name="">
            <a:extLst xmlns:a="http://schemas.openxmlformats.org/drawingml/2006/main">
              <a:ext uri="{FF2B5EF4-FFF2-40B4-BE49-F238E27FC236}">
                <a16:creationId xmlns:a16="http://schemas.microsoft.com/office/drawing/2014/main" id="{4C5AA2FB-32EA-48D1-A7BE-9CAB0DC12978}"/>
              </a:ext>
            </a:extLst>
          </p:cNvPr>
          <p:cNvSpPr>
            <a:spLocks xmlns:a="http://schemas.openxmlformats.org/drawingml/2006/main" noGrp="1"/>
          </p:cNvSpPr>
          <p:nvPr/>
        </p:nvSpPr>
        <p:spPr>
          <a:xfrm xmlns:a="http://schemas.openxmlformats.org/drawingml/2006/main">
            <a:off x="14281023" y="6191250"/>
            <a:ext cx="127635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اقتباسات</a:t>
            </a:r>
          </a:p>
        </p:txBody>
      </p:sp>
      <p:sp>
        <p:nvSpPr>
          <p:cNvPr id="32" name="">
            <a:extLst xmlns:a="http://schemas.openxmlformats.org/drawingml/2006/main">
              <a:ext uri="{FF2B5EF4-FFF2-40B4-BE49-F238E27FC236}">
                <a16:creationId xmlns:a16="http://schemas.microsoft.com/office/drawing/2014/main" id="{02CF8B9B-3616-446B-8D21-BC53EB48831D}"/>
              </a:ext>
            </a:extLst>
          </p:cNvPr>
          <p:cNvSpPr>
            <a:spLocks xmlns:a="http://schemas.openxmlformats.org/drawingml/2006/main" noGrp="1"/>
          </p:cNvSpPr>
          <p:nvPr/>
        </p:nvSpPr>
        <p:spPr>
          <a:xfrm xmlns:a="http://schemas.openxmlformats.org/drawingml/2006/main">
            <a:off x="12887134" y="6191250"/>
            <a:ext cx="126682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وشروحاً</a:t>
            </a:r>
          </a:p>
        </p:txBody>
      </p:sp>
      <p:sp>
        <p:nvSpPr>
          <p:cNvPr id="33" name="">
            <a:extLst xmlns:a="http://schemas.openxmlformats.org/drawingml/2006/main">
              <a:ext uri="{FF2B5EF4-FFF2-40B4-BE49-F238E27FC236}">
                <a16:creationId xmlns:a16="http://schemas.microsoft.com/office/drawing/2014/main" id="{A9ADA3D8-A81D-431C-B00A-497A278DBCCE}"/>
              </a:ext>
            </a:extLst>
          </p:cNvPr>
          <p:cNvSpPr>
            <a:spLocks xmlns:a="http://schemas.openxmlformats.org/drawingml/2006/main" noGrp="1"/>
          </p:cNvSpPr>
          <p:nvPr/>
        </p:nvSpPr>
        <p:spPr>
          <a:xfrm xmlns:a="http://schemas.openxmlformats.org/drawingml/2006/main">
            <a:off x="11940921" y="6191250"/>
            <a:ext cx="81915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كثيرة</a:t>
            </a:r>
          </a:p>
        </p:txBody>
      </p:sp>
      <p:sp>
        <p:nvSpPr>
          <p:cNvPr id="34" name="">
            <a:extLst xmlns:a="http://schemas.openxmlformats.org/drawingml/2006/main">
              <a:ext uri="{FF2B5EF4-FFF2-40B4-BE49-F238E27FC236}">
                <a16:creationId xmlns:a16="http://schemas.microsoft.com/office/drawing/2014/main" id="{89760DE2-64BD-4426-9DBB-FC72F1FE147D}"/>
              </a:ext>
            </a:extLst>
          </p:cNvPr>
          <p:cNvSpPr>
            <a:spLocks xmlns:a="http://schemas.openxmlformats.org/drawingml/2006/main" noGrp="1"/>
          </p:cNvSpPr>
          <p:nvPr/>
        </p:nvSpPr>
        <p:spPr>
          <a:xfrm xmlns:a="http://schemas.openxmlformats.org/drawingml/2006/main">
            <a:off x="16697325" y="7334250"/>
            <a:ext cx="638175"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لكن</a:t>
            </a:r>
          </a:p>
        </p:txBody>
      </p:sp>
      <p:sp>
        <p:nvSpPr>
          <p:cNvPr id="35" name="">
            <a:extLst xmlns:a="http://schemas.openxmlformats.org/drawingml/2006/main">
              <a:ext uri="{FF2B5EF4-FFF2-40B4-BE49-F238E27FC236}">
                <a16:creationId xmlns:a16="http://schemas.microsoft.com/office/drawing/2014/main" id="{16715026-8170-4BBD-BAC7-B85D7E72F488}"/>
              </a:ext>
            </a:extLst>
          </p:cNvPr>
          <p:cNvSpPr>
            <a:spLocks xmlns:a="http://schemas.openxmlformats.org/drawingml/2006/main" noGrp="1"/>
          </p:cNvSpPr>
          <p:nvPr/>
        </p:nvSpPr>
        <p:spPr>
          <a:xfrm xmlns:a="http://schemas.openxmlformats.org/drawingml/2006/main">
            <a:off x="16166497" y="7334250"/>
            <a:ext cx="390525"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ما</a:t>
            </a:r>
          </a:p>
        </p:txBody>
      </p:sp>
      <p:sp>
        <p:nvSpPr>
          <p:cNvPr id="36" name="">
            <a:extLst xmlns:a="http://schemas.openxmlformats.org/drawingml/2006/main">
              <a:ext uri="{FF2B5EF4-FFF2-40B4-BE49-F238E27FC236}">
                <a16:creationId xmlns:a16="http://schemas.microsoft.com/office/drawing/2014/main" id="{1EF51E50-3430-4C2B-9716-C695F3E270A7}"/>
              </a:ext>
            </a:extLst>
          </p:cNvPr>
          <p:cNvSpPr>
            <a:spLocks xmlns:a="http://schemas.openxmlformats.org/drawingml/2006/main" noGrp="1"/>
          </p:cNvSpPr>
          <p:nvPr/>
        </p:nvSpPr>
        <p:spPr>
          <a:xfrm xmlns:a="http://schemas.openxmlformats.org/drawingml/2006/main">
            <a:off x="14749844" y="7334250"/>
            <a:ext cx="1276350"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المصدر</a:t>
            </a:r>
          </a:p>
        </p:txBody>
      </p:sp>
      <p:sp>
        <p:nvSpPr>
          <p:cNvPr id="37" name="">
            <a:extLst xmlns:a="http://schemas.openxmlformats.org/drawingml/2006/main">
              <a:ext uri="{FF2B5EF4-FFF2-40B4-BE49-F238E27FC236}">
                <a16:creationId xmlns:a16="http://schemas.microsoft.com/office/drawing/2014/main" id="{50CD742C-0CD8-449D-AD09-86E428E99B00}"/>
              </a:ext>
            </a:extLst>
          </p:cNvPr>
          <p:cNvSpPr>
            <a:spLocks xmlns:a="http://schemas.openxmlformats.org/drawingml/2006/main" noGrp="1"/>
          </p:cNvSpPr>
          <p:nvPr/>
        </p:nvSpPr>
        <p:spPr>
          <a:xfrm xmlns:a="http://schemas.openxmlformats.org/drawingml/2006/main">
            <a:off x="13857065" y="7334250"/>
            <a:ext cx="752475"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وهل</a:t>
            </a:r>
          </a:p>
        </p:txBody>
      </p:sp>
      <p:sp>
        <p:nvSpPr>
          <p:cNvPr id="38" name="">
            <a:extLst xmlns:a="http://schemas.openxmlformats.org/drawingml/2006/main">
              <a:ext uri="{FF2B5EF4-FFF2-40B4-BE49-F238E27FC236}">
                <a16:creationId xmlns:a16="http://schemas.microsoft.com/office/drawing/2014/main" id="{FBDD2B33-9917-435E-B808-DA7B7A880204}"/>
              </a:ext>
            </a:extLst>
          </p:cNvPr>
          <p:cNvSpPr>
            <a:spLocks xmlns:a="http://schemas.openxmlformats.org/drawingml/2006/main" noGrp="1"/>
          </p:cNvSpPr>
          <p:nvPr/>
        </p:nvSpPr>
        <p:spPr>
          <a:xfrm xmlns:a="http://schemas.openxmlformats.org/drawingml/2006/main">
            <a:off x="12888087" y="7334250"/>
            <a:ext cx="828675"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يدعم</a:t>
            </a:r>
          </a:p>
        </p:txBody>
      </p:sp>
      <p:sp>
        <p:nvSpPr>
          <p:cNvPr id="39" name="">
            <a:extLst xmlns:a="http://schemas.openxmlformats.org/drawingml/2006/main">
              <a:ext uri="{FF2B5EF4-FFF2-40B4-BE49-F238E27FC236}">
                <a16:creationId xmlns:a16="http://schemas.microsoft.com/office/drawing/2014/main" id="{EAE9E890-BA12-4AC4-83EF-1CF34F4ED87E}"/>
              </a:ext>
            </a:extLst>
          </p:cNvPr>
          <p:cNvSpPr>
            <a:spLocks xmlns:a="http://schemas.openxmlformats.org/drawingml/2006/main" noGrp="1"/>
          </p:cNvSpPr>
          <p:nvPr/>
        </p:nvSpPr>
        <p:spPr>
          <a:xfrm xmlns:a="http://schemas.openxmlformats.org/drawingml/2006/main">
            <a:off x="12166759" y="7334250"/>
            <a:ext cx="581025"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هذا</a:t>
            </a:r>
          </a:p>
        </p:txBody>
      </p:sp>
      <p:sp>
        <p:nvSpPr>
          <p:cNvPr id="40" name="">
            <a:extLst xmlns:a="http://schemas.openxmlformats.org/drawingml/2006/main">
              <a:ext uri="{FF2B5EF4-FFF2-40B4-BE49-F238E27FC236}">
                <a16:creationId xmlns:a16="http://schemas.microsoft.com/office/drawing/2014/main" id="{750D4A8C-0646-4711-8770-2C04C496E80C}"/>
              </a:ext>
            </a:extLst>
          </p:cNvPr>
          <p:cNvSpPr>
            <a:spLocks xmlns:a="http://schemas.openxmlformats.org/drawingml/2006/main" noGrp="1"/>
          </p:cNvSpPr>
          <p:nvPr/>
        </p:nvSpPr>
        <p:spPr>
          <a:xfrm xmlns:a="http://schemas.openxmlformats.org/drawingml/2006/main">
            <a:off x="10931081" y="7334250"/>
            <a:ext cx="1095375"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المعنى</a:t>
            </a:r>
          </a:p>
        </p:txBody>
      </p:sp>
      <p:sp>
        <p:nvSpPr>
          <p:cNvPr id="41" name="">
            <a:extLst xmlns:a="http://schemas.openxmlformats.org/drawingml/2006/main">
              <a:ext uri="{FF2B5EF4-FFF2-40B4-BE49-F238E27FC236}">
                <a16:creationId xmlns:a16="http://schemas.microsoft.com/office/drawing/2014/main" id="{B5412DEB-FF42-4712-8784-D3E794E9000C}"/>
              </a:ext>
            </a:extLst>
          </p:cNvPr>
          <p:cNvSpPr>
            <a:spLocks xmlns:a="http://schemas.openxmlformats.org/drawingml/2006/main" noGrp="1"/>
          </p:cNvSpPr>
          <p:nvPr/>
        </p:nvSpPr>
        <p:spPr>
          <a:xfrm xmlns:a="http://schemas.openxmlformats.org/drawingml/2006/main">
            <a:off x="10124027" y="7334250"/>
            <a:ext cx="666750" cy="78247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75" b="1">
                <a:solidFill>
                  <a:srgbClr val="6150EA"/>
                </a:solidFill>
                <a:latin typeface="Arial"/>
                <a:ea typeface="Arial"/>
                <a:cs typeface="Arial"/>
              </a:defRPr>
            </a:pPr>
            <a:r>
              <a:rPr sz="3975" b="1">
                <a:solidFill>
                  <a:srgbClr val="6150EA"/>
                </a:solidFill>
                <a:latin typeface="Arial"/>
                <a:ea typeface="Arial"/>
                <a:cs typeface="Arial"/>
              </a:rPr>
              <a:t>فعلاً</a:t>
            </a:r>
          </a:p>
        </p:txBody>
      </p:sp>
    </p:spTree>
    <p:extLst>
      <p:ext uri="{BB962C8B-B14F-4D97-AF65-F5344CB8AC3E}">
        <p14:creationId xmlns:p14="http://schemas.microsoft.com/office/powerpoint/2010/main" val="1770180866"/>
      </p:ext>
    </p:extLst>
  </p:cSld>
</p:sld>
</file>

<file path=ppt/slides/slide3.xml><?xml version="1.0" encoding="utf-8"?>
<p:sld xmlns:p="http://schemas.openxmlformats.org/presentationml/2006/main">
  <p:cSld>
    <p:bg>
      <p:bgPr>
        <a:solidFill xmlns:a="http://schemas.openxmlformats.org/drawingml/2006/main">
          <a:srgbClr val="F2F4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34A88FF-5917-45F5-A653-F9E15F7B5F93}"/>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86277"/>
                </a:solidFill>
                <a:latin typeface="Arial"/>
                <a:ea typeface="Arial"/>
                <a:cs typeface="Arial"/>
              </a:defRPr>
            </a:pPr>
            <a:r>
              <a:rPr sz="1725" b="0">
                <a:solidFill>
                  <a:srgbClr val="586277"/>
                </a:solidFill>
                <a:latin typeface="Arial"/>
                <a:ea typeface="Arial"/>
                <a:cs typeface="Arial"/>
              </a:rPr>
              <a:t>IsnadLens / 03</a:t>
            </a:r>
          </a:p>
        </p:txBody>
      </p:sp>
      <p:sp>
        <p:nvSpPr>
          <p:cNvPr id="2" name="">
            <a:extLst xmlns:a="http://schemas.openxmlformats.org/drawingml/2006/main">
              <a:ext uri="{FF2B5EF4-FFF2-40B4-BE49-F238E27FC236}">
                <a16:creationId xmlns:a16="http://schemas.microsoft.com/office/drawing/2014/main" id="{16A2FB88-D0E7-493A-AB7B-04E953147125}"/>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13C1A157-DA52-44A7-B789-CE7F3023D7D8}"/>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0A2DD687-C921-47F4-9184-B7047F4E46E5}"/>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4C90447B-BEDD-4196-93BD-6B710FC6CD28}"/>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E11A4334-FB23-408C-BE49-BB684C5C21CE}"/>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28D2582E-6656-4C6B-AA72-C6EE741CDCC6}"/>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36215B26-C0EA-41A6-B21D-641735697516}"/>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6422662A-DEE1-48D4-930C-0B5AB798CCB1}"/>
              </a:ext>
            </a:extLst>
          </p:cNvPr>
          <p:cNvSpPr>
            <a:spLocks xmlns:a="http://schemas.openxmlformats.org/drawingml/2006/main" noGrp="1"/>
          </p:cNvSpPr>
          <p:nvPr/>
        </p:nvSpPr>
        <p:spPr>
          <a:xfrm xmlns:a="http://schemas.openxmlformats.org/drawingml/2006/main">
            <a:off x="15878175" y="809625"/>
            <a:ext cx="14573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سؤالي</a:t>
            </a:r>
          </a:p>
        </p:txBody>
      </p:sp>
      <p:sp>
        <p:nvSpPr>
          <p:cNvPr id="10" name="">
            <a:extLst xmlns:a="http://schemas.openxmlformats.org/drawingml/2006/main">
              <a:ext uri="{FF2B5EF4-FFF2-40B4-BE49-F238E27FC236}">
                <a16:creationId xmlns:a16="http://schemas.microsoft.com/office/drawing/2014/main" id="{D36390F5-1841-485A-A1A8-700F993455DC}"/>
              </a:ext>
            </a:extLst>
          </p:cNvPr>
          <p:cNvSpPr>
            <a:spLocks xmlns:a="http://schemas.openxmlformats.org/drawingml/2006/main" noGrp="1"/>
          </p:cNvSpPr>
          <p:nvPr/>
        </p:nvSpPr>
        <p:spPr>
          <a:xfrm xmlns:a="http://schemas.openxmlformats.org/drawingml/2006/main">
            <a:off x="14159389" y="809625"/>
            <a:ext cx="15335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والدليل</a:t>
            </a:r>
          </a:p>
        </p:txBody>
      </p:sp>
      <p:sp>
        <p:nvSpPr>
          <p:cNvPr id="11" name="">
            <a:extLst xmlns:a="http://schemas.openxmlformats.org/drawingml/2006/main">
              <a:ext uri="{FF2B5EF4-FFF2-40B4-BE49-F238E27FC236}">
                <a16:creationId xmlns:a16="http://schemas.microsoft.com/office/drawing/2014/main" id="{B8BAD779-6519-4321-9D25-415639C4EF83}"/>
              </a:ext>
            </a:extLst>
          </p:cNvPr>
          <p:cNvSpPr>
            <a:spLocks xmlns:a="http://schemas.openxmlformats.org/drawingml/2006/main" noGrp="1"/>
          </p:cNvSpPr>
          <p:nvPr/>
        </p:nvSpPr>
        <p:spPr>
          <a:xfrm xmlns:a="http://schemas.openxmlformats.org/drawingml/2006/main">
            <a:off x="13326427" y="809625"/>
            <a:ext cx="6477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في</a:t>
            </a:r>
          </a:p>
        </p:txBody>
      </p:sp>
      <p:sp>
        <p:nvSpPr>
          <p:cNvPr id="12" name="">
            <a:extLst xmlns:a="http://schemas.openxmlformats.org/drawingml/2006/main">
              <a:ext uri="{FF2B5EF4-FFF2-40B4-BE49-F238E27FC236}">
                <a16:creationId xmlns:a16="http://schemas.microsoft.com/office/drawing/2014/main" id="{2DEC75D4-7447-4F72-ACD1-819ED6A04F6D}"/>
              </a:ext>
            </a:extLst>
          </p:cNvPr>
          <p:cNvSpPr>
            <a:spLocks xmlns:a="http://schemas.openxmlformats.org/drawingml/2006/main" noGrp="1"/>
          </p:cNvSpPr>
          <p:nvPr/>
        </p:nvSpPr>
        <p:spPr>
          <a:xfrm xmlns:a="http://schemas.openxmlformats.org/drawingml/2006/main">
            <a:off x="11617166" y="809625"/>
            <a:ext cx="15240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مساحة</a:t>
            </a:r>
          </a:p>
        </p:txBody>
      </p:sp>
      <p:sp>
        <p:nvSpPr>
          <p:cNvPr id="13" name="">
            <a:extLst xmlns:a="http://schemas.openxmlformats.org/drawingml/2006/main">
              <a:ext uri="{FF2B5EF4-FFF2-40B4-BE49-F238E27FC236}">
                <a16:creationId xmlns:a16="http://schemas.microsoft.com/office/drawing/2014/main" id="{84A681B8-AF2E-4B5A-B74B-5BBC3B7EB9EB}"/>
              </a:ext>
            </a:extLst>
          </p:cNvPr>
          <p:cNvSpPr>
            <a:spLocks xmlns:a="http://schemas.openxmlformats.org/drawingml/2006/main" noGrp="1"/>
          </p:cNvSpPr>
          <p:nvPr/>
        </p:nvSpPr>
        <p:spPr>
          <a:xfrm xmlns:a="http://schemas.openxmlformats.org/drawingml/2006/main">
            <a:off x="10117455" y="809625"/>
            <a:ext cx="131445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واحدة</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750123808e7b46f7"/>
          <a:stretch xmlns:a="http://schemas.openxmlformats.org/drawingml/2006/main"/>
        </p:blipFill>
        <p:spPr>
          <a:xfrm xmlns:a="http://schemas.openxmlformats.org/drawingml/2006/main">
            <a:off x="2727281" y="2171700"/>
            <a:ext cx="12833438" cy="64293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3ECFB27F-EC99-49FF-95B7-BED20B1C3FFE}"/>
              </a:ext>
            </a:extLst>
          </p:cNvPr>
          <p:cNvSpPr>
            <a:spLocks xmlns:a="http://schemas.openxmlformats.org/drawingml/2006/main" noGrp="1"/>
          </p:cNvSpPr>
          <p:nvPr/>
        </p:nvSpPr>
        <p:spPr>
          <a:xfrm xmlns:a="http://schemas.openxmlformats.org/drawingml/2006/main">
            <a:off x="16878300" y="8801100"/>
            <a:ext cx="4572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لقطة</a:t>
            </a:r>
          </a:p>
        </p:txBody>
      </p:sp>
      <p:sp>
        <p:nvSpPr>
          <p:cNvPr id="16" name="">
            <a:extLst xmlns:a="http://schemas.openxmlformats.org/drawingml/2006/main">
              <a:ext uri="{FF2B5EF4-FFF2-40B4-BE49-F238E27FC236}">
                <a16:creationId xmlns:a16="http://schemas.microsoft.com/office/drawing/2014/main" id="{356E77DD-0E1E-451F-A299-0CD8AED6319F}"/>
              </a:ext>
            </a:extLst>
          </p:cNvPr>
          <p:cNvSpPr>
            <a:spLocks xmlns:a="http://schemas.openxmlformats.org/drawingml/2006/main" noGrp="1"/>
          </p:cNvSpPr>
          <p:nvPr/>
        </p:nvSpPr>
        <p:spPr>
          <a:xfrm xmlns:a="http://schemas.openxmlformats.org/drawingml/2006/main">
            <a:off x="16478250" y="8801100"/>
            <a:ext cx="3143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من</a:t>
            </a:r>
          </a:p>
        </p:txBody>
      </p:sp>
      <p:sp>
        <p:nvSpPr>
          <p:cNvPr id="17" name="">
            <a:extLst xmlns:a="http://schemas.openxmlformats.org/drawingml/2006/main">
              <a:ext uri="{FF2B5EF4-FFF2-40B4-BE49-F238E27FC236}">
                <a16:creationId xmlns:a16="http://schemas.microsoft.com/office/drawing/2014/main" id="{A91A62B8-18CE-4A4E-B11E-2541BFA7E89B}"/>
              </a:ext>
            </a:extLst>
          </p:cNvPr>
          <p:cNvSpPr>
            <a:spLocks xmlns:a="http://schemas.openxmlformats.org/drawingml/2006/main" noGrp="1"/>
          </p:cNvSpPr>
          <p:nvPr/>
        </p:nvSpPr>
        <p:spPr>
          <a:xfrm xmlns:a="http://schemas.openxmlformats.org/drawingml/2006/main">
            <a:off x="15954375" y="8801100"/>
            <a:ext cx="4381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مثال</a:t>
            </a:r>
          </a:p>
        </p:txBody>
      </p:sp>
      <p:sp>
        <p:nvSpPr>
          <p:cNvPr id="18" name="">
            <a:extLst xmlns:a="http://schemas.openxmlformats.org/drawingml/2006/main">
              <a:ext uri="{FF2B5EF4-FFF2-40B4-BE49-F238E27FC236}">
                <a16:creationId xmlns:a16="http://schemas.microsoft.com/office/drawing/2014/main" id="{3BC0A0D2-6A2E-4DE9-9307-AF7AEA57433A}"/>
              </a:ext>
            </a:extLst>
          </p:cNvPr>
          <p:cNvSpPr>
            <a:spLocks xmlns:a="http://schemas.openxmlformats.org/drawingml/2006/main" noGrp="1"/>
          </p:cNvSpPr>
          <p:nvPr/>
        </p:nvSpPr>
        <p:spPr>
          <a:xfrm xmlns:a="http://schemas.openxmlformats.org/drawingml/2006/main">
            <a:off x="15497175" y="8801100"/>
            <a:ext cx="3714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مُعد</a:t>
            </a:r>
          </a:p>
        </p:txBody>
      </p:sp>
      <p:sp>
        <p:nvSpPr>
          <p:cNvPr id="19" name="">
            <a:extLst xmlns:a="http://schemas.openxmlformats.org/drawingml/2006/main">
              <a:ext uri="{FF2B5EF4-FFF2-40B4-BE49-F238E27FC236}">
                <a16:creationId xmlns:a16="http://schemas.microsoft.com/office/drawing/2014/main" id="{CC6A855A-B106-4849-9EDC-B831086A977B}"/>
              </a:ext>
            </a:extLst>
          </p:cNvPr>
          <p:cNvSpPr>
            <a:spLocks xmlns:a="http://schemas.openxmlformats.org/drawingml/2006/main" noGrp="1"/>
          </p:cNvSpPr>
          <p:nvPr/>
        </p:nvSpPr>
        <p:spPr>
          <a:xfrm xmlns:a="http://schemas.openxmlformats.org/drawingml/2006/main">
            <a:off x="14887575" y="8801100"/>
            <a:ext cx="5238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مسبقاً</a:t>
            </a:r>
          </a:p>
        </p:txBody>
      </p:sp>
      <p:sp>
        <p:nvSpPr>
          <p:cNvPr id="20" name="">
            <a:extLst xmlns:a="http://schemas.openxmlformats.org/drawingml/2006/main">
              <a:ext uri="{FF2B5EF4-FFF2-40B4-BE49-F238E27FC236}">
                <a16:creationId xmlns:a16="http://schemas.microsoft.com/office/drawing/2014/main" id="{9C4A47D7-339D-40D4-AE76-9A5D20634396}"/>
              </a:ext>
            </a:extLst>
          </p:cNvPr>
          <p:cNvSpPr>
            <a:spLocks xmlns:a="http://schemas.openxmlformats.org/drawingml/2006/main" noGrp="1"/>
          </p:cNvSpPr>
          <p:nvPr/>
        </p:nvSpPr>
        <p:spPr>
          <a:xfrm xmlns:a="http://schemas.openxmlformats.org/drawingml/2006/main">
            <a:off x="14506575" y="8801100"/>
            <a:ext cx="2952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في</a:t>
            </a:r>
          </a:p>
        </p:txBody>
      </p:sp>
      <p:sp>
        <p:nvSpPr>
          <p:cNvPr id="21" name="">
            <a:extLst xmlns:a="http://schemas.openxmlformats.org/drawingml/2006/main">
              <a:ext uri="{FF2B5EF4-FFF2-40B4-BE49-F238E27FC236}">
                <a16:creationId xmlns:a16="http://schemas.microsoft.com/office/drawing/2014/main" id="{9213898E-A1FF-4F18-A73F-0752A56AA643}"/>
              </a:ext>
            </a:extLst>
          </p:cNvPr>
          <p:cNvSpPr>
            <a:spLocks xmlns:a="http://schemas.openxmlformats.org/drawingml/2006/main" noGrp="1"/>
          </p:cNvSpPr>
          <p:nvPr/>
        </p:nvSpPr>
        <p:spPr>
          <a:xfrm xmlns:a="http://schemas.openxmlformats.org/drawingml/2006/main">
            <a:off x="13725525" y="8801100"/>
            <a:ext cx="6953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التطبيق</a:t>
            </a:r>
          </a:p>
        </p:txBody>
      </p:sp>
      <p:sp>
        <p:nvSpPr>
          <p:cNvPr id="22" name="">
            <a:extLst xmlns:a="http://schemas.openxmlformats.org/drawingml/2006/main">
              <a:ext uri="{FF2B5EF4-FFF2-40B4-BE49-F238E27FC236}">
                <a16:creationId xmlns:a16="http://schemas.microsoft.com/office/drawing/2014/main" id="{64B0CD48-5449-44FF-A2F8-CFFFE2508FE4}"/>
              </a:ext>
            </a:extLst>
          </p:cNvPr>
          <p:cNvSpPr>
            <a:spLocks xmlns:a="http://schemas.openxmlformats.org/drawingml/2006/main" noGrp="1"/>
          </p:cNvSpPr>
          <p:nvPr/>
        </p:nvSpPr>
        <p:spPr>
          <a:xfrm xmlns:a="http://schemas.openxmlformats.org/drawingml/2006/main">
            <a:off x="13430250" y="8801100"/>
            <a:ext cx="2095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لا</a:t>
            </a:r>
          </a:p>
        </p:txBody>
      </p:sp>
      <p:sp>
        <p:nvSpPr>
          <p:cNvPr id="23" name="">
            <a:extLst xmlns:a="http://schemas.openxmlformats.org/drawingml/2006/main">
              <a:ext uri="{FF2B5EF4-FFF2-40B4-BE49-F238E27FC236}">
                <a16:creationId xmlns:a16="http://schemas.microsoft.com/office/drawing/2014/main" id="{040C1934-15D2-4B64-8993-CFB5E75850C9}"/>
              </a:ext>
            </a:extLst>
          </p:cNvPr>
          <p:cNvSpPr>
            <a:spLocks xmlns:a="http://schemas.openxmlformats.org/drawingml/2006/main" noGrp="1"/>
          </p:cNvSpPr>
          <p:nvPr/>
        </p:nvSpPr>
        <p:spPr>
          <a:xfrm xmlns:a="http://schemas.openxmlformats.org/drawingml/2006/main">
            <a:off x="12896850" y="8801100"/>
            <a:ext cx="4476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تمثل</a:t>
            </a:r>
          </a:p>
        </p:txBody>
      </p:sp>
      <p:sp>
        <p:nvSpPr>
          <p:cNvPr id="24" name="">
            <a:extLst xmlns:a="http://schemas.openxmlformats.org/drawingml/2006/main">
              <a:ext uri="{FF2B5EF4-FFF2-40B4-BE49-F238E27FC236}">
                <a16:creationId xmlns:a16="http://schemas.microsoft.com/office/drawing/2014/main" id="{5DE9A87B-3FCA-4226-B175-0E0E079DF03F}"/>
              </a:ext>
            </a:extLst>
          </p:cNvPr>
          <p:cNvSpPr>
            <a:spLocks xmlns:a="http://schemas.openxmlformats.org/drawingml/2006/main" noGrp="1"/>
          </p:cNvSpPr>
          <p:nvPr/>
        </p:nvSpPr>
        <p:spPr>
          <a:xfrm xmlns:a="http://schemas.openxmlformats.org/drawingml/2006/main">
            <a:off x="12230100" y="8801100"/>
            <a:ext cx="5810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فحصاً</a:t>
            </a:r>
          </a:p>
        </p:txBody>
      </p:sp>
      <p:sp>
        <p:nvSpPr>
          <p:cNvPr id="25" name="">
            <a:extLst xmlns:a="http://schemas.openxmlformats.org/drawingml/2006/main">
              <a:ext uri="{FF2B5EF4-FFF2-40B4-BE49-F238E27FC236}">
                <a16:creationId xmlns:a16="http://schemas.microsoft.com/office/drawing/2014/main" id="{D64FF2F0-BF2D-485A-8AB6-93A38CA088BE}"/>
              </a:ext>
            </a:extLst>
          </p:cNvPr>
          <p:cNvSpPr>
            <a:spLocks xmlns:a="http://schemas.openxmlformats.org/drawingml/2006/main" noGrp="1"/>
          </p:cNvSpPr>
          <p:nvPr/>
        </p:nvSpPr>
        <p:spPr>
          <a:xfrm xmlns:a="http://schemas.openxmlformats.org/drawingml/2006/main">
            <a:off x="11801475" y="8801100"/>
            <a:ext cx="3429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حياً</a:t>
            </a:r>
          </a:p>
        </p:txBody>
      </p:sp>
      <p:sp>
        <p:nvSpPr>
          <p:cNvPr id="26" name="">
            <a:extLst xmlns:a="http://schemas.openxmlformats.org/drawingml/2006/main">
              <a:ext uri="{FF2B5EF4-FFF2-40B4-BE49-F238E27FC236}">
                <a16:creationId xmlns:a16="http://schemas.microsoft.com/office/drawing/2014/main" id="{111B73ED-75C7-4707-BFA5-CC94E090A023}"/>
              </a:ext>
            </a:extLst>
          </p:cNvPr>
          <p:cNvSpPr>
            <a:spLocks xmlns:a="http://schemas.openxmlformats.org/drawingml/2006/main" noGrp="1"/>
          </p:cNvSpPr>
          <p:nvPr/>
        </p:nvSpPr>
        <p:spPr>
          <a:xfrm xmlns:a="http://schemas.openxmlformats.org/drawingml/2006/main">
            <a:off x="11191875" y="8801100"/>
            <a:ext cx="5238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جديداً</a:t>
            </a:r>
          </a:p>
        </p:txBody>
      </p:sp>
    </p:spTree>
    <p:extLst>
      <p:ext uri="{BB962C8B-B14F-4D97-AF65-F5344CB8AC3E}">
        <p14:creationId xmlns:p14="http://schemas.microsoft.com/office/powerpoint/2010/main" val="14275315"/>
      </p:ext>
    </p:extLst>
  </p:cSld>
</p:sld>
</file>

<file path=ppt/slides/slide4.xml><?xml version="1.0" encoding="utf-8"?>
<p:sld xmlns:p="http://schemas.openxmlformats.org/presentationml/2006/main">
  <p:cSld>
    <p:bg>
      <p:bgPr>
        <a:solidFill xmlns:a="http://schemas.openxmlformats.org/drawingml/2006/main">
          <a:srgbClr val="12183F"/>
        </a:solidFill>
      </p:bgPr>
    </p:bg>
    <p:spTree>
      <p:nvGrpSpPr>
        <p:cNvPr id="1" name=""/>
        <p:cNvGrpSpPr/>
        <p:nvPr/>
      </p:nvGrpSpPr>
      <p:grpSpPr>
        <a:xfrm xmlns:a="http://schemas.openxmlformats.org/drawingml/2006/main"/>
      </p:grpSpPr>
      <p:sp>
        <p:nvSpPr>
          <p:cNvPr id="56" name="">
            <a:extLst xmlns:a="http://schemas.openxmlformats.org/drawingml/2006/main">
              <a:ext uri="{FF2B5EF4-FFF2-40B4-BE49-F238E27FC236}">
                <a16:creationId xmlns:a16="http://schemas.microsoft.com/office/drawing/2014/main" id="{8B6169EE-2D6D-453B-A9F6-DB99A54EFE03}"/>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AC5DF"/>
                </a:solidFill>
                <a:latin typeface="Arial"/>
                <a:ea typeface="Arial"/>
                <a:cs typeface="Arial"/>
              </a:defRPr>
            </a:pPr>
            <a:r>
              <a:rPr sz="1725" b="0">
                <a:solidFill>
                  <a:srgbClr val="BAC5DF"/>
                </a:solidFill>
                <a:latin typeface="Arial"/>
                <a:ea typeface="Arial"/>
                <a:cs typeface="Arial"/>
              </a:rPr>
              <a:t>IsnadLens / 04</a:t>
            </a:r>
          </a:p>
        </p:txBody>
      </p:sp>
      <p:sp>
        <p:nvSpPr>
          <p:cNvPr id="2" name="">
            <a:extLst xmlns:a="http://schemas.openxmlformats.org/drawingml/2006/main">
              <a:ext uri="{FF2B5EF4-FFF2-40B4-BE49-F238E27FC236}">
                <a16:creationId xmlns:a16="http://schemas.microsoft.com/office/drawing/2014/main" id="{BDFCA729-222D-4EB5-8241-94164C54D293}"/>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03096175-8992-48DD-9500-363EBDB0C88E}"/>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49C8F170-522F-402F-A8B5-3BC1437A1CFD}"/>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21CD18C5-3BBC-4B78-AB65-8D2C1C666898}"/>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6841779C-1296-4011-9565-D612D25C5FE9}"/>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0740524C-09C1-4F55-84E2-34FE4484428D}"/>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AB8CB615-9284-4637-9182-748BB0F66EF8}"/>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225A0C1A-8333-435A-8338-F273AE70DCC3}"/>
              </a:ext>
            </a:extLst>
          </p:cNvPr>
          <p:cNvSpPr>
            <a:spLocks xmlns:a="http://schemas.openxmlformats.org/drawingml/2006/main" noGrp="1"/>
          </p:cNvSpPr>
          <p:nvPr/>
        </p:nvSpPr>
        <p:spPr>
          <a:xfrm xmlns:a="http://schemas.openxmlformats.org/drawingml/2006/main">
            <a:off x="16344900" y="809625"/>
            <a:ext cx="9906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كيف</a:t>
            </a:r>
          </a:p>
        </p:txBody>
      </p:sp>
      <p:sp>
        <p:nvSpPr>
          <p:cNvPr id="10" name="">
            <a:extLst xmlns:a="http://schemas.openxmlformats.org/drawingml/2006/main">
              <a:ext uri="{FF2B5EF4-FFF2-40B4-BE49-F238E27FC236}">
                <a16:creationId xmlns:a16="http://schemas.microsoft.com/office/drawing/2014/main" id="{449B9ABE-9B93-40A6-B74A-EE6284DAE16A}"/>
              </a:ext>
            </a:extLst>
          </p:cNvPr>
          <p:cNvSpPr>
            <a:spLocks xmlns:a="http://schemas.openxmlformats.org/drawingml/2006/main" noGrp="1"/>
          </p:cNvSpPr>
          <p:nvPr/>
        </p:nvSpPr>
        <p:spPr>
          <a:xfrm xmlns:a="http://schemas.openxmlformats.org/drawingml/2006/main">
            <a:off x="15102364" y="809625"/>
            <a:ext cx="10572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يصل</a:t>
            </a:r>
          </a:p>
        </p:txBody>
      </p:sp>
      <p:sp>
        <p:nvSpPr>
          <p:cNvPr id="11" name="">
            <a:extLst xmlns:a="http://schemas.openxmlformats.org/drawingml/2006/main">
              <a:ext uri="{FF2B5EF4-FFF2-40B4-BE49-F238E27FC236}">
                <a16:creationId xmlns:a16="http://schemas.microsoft.com/office/drawing/2014/main" id="{3A37D639-F01D-4438-BAD6-D16217B05FCA}"/>
              </a:ext>
            </a:extLst>
          </p:cNvPr>
          <p:cNvSpPr>
            <a:spLocks xmlns:a="http://schemas.openxmlformats.org/drawingml/2006/main" noGrp="1"/>
          </p:cNvSpPr>
          <p:nvPr/>
        </p:nvSpPr>
        <p:spPr>
          <a:xfrm xmlns:a="http://schemas.openxmlformats.org/drawingml/2006/main">
            <a:off x="13402627" y="809625"/>
            <a:ext cx="15144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السؤال</a:t>
            </a:r>
          </a:p>
        </p:txBody>
      </p:sp>
      <p:sp>
        <p:nvSpPr>
          <p:cNvPr id="12" name="">
            <a:extLst xmlns:a="http://schemas.openxmlformats.org/drawingml/2006/main">
              <a:ext uri="{FF2B5EF4-FFF2-40B4-BE49-F238E27FC236}">
                <a16:creationId xmlns:a16="http://schemas.microsoft.com/office/drawing/2014/main" id="{58FA2E4B-F85C-4744-A65D-A29E3A7A6052}"/>
              </a:ext>
            </a:extLst>
          </p:cNvPr>
          <p:cNvSpPr>
            <a:spLocks xmlns:a="http://schemas.openxmlformats.org/drawingml/2006/main" noGrp="1"/>
          </p:cNvSpPr>
          <p:nvPr/>
        </p:nvSpPr>
        <p:spPr>
          <a:xfrm xmlns:a="http://schemas.openxmlformats.org/drawingml/2006/main">
            <a:off x="12483941" y="809625"/>
            <a:ext cx="7334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إلى</a:t>
            </a:r>
          </a:p>
        </p:txBody>
      </p:sp>
      <p:sp>
        <p:nvSpPr>
          <p:cNvPr id="13" name="">
            <a:extLst xmlns:a="http://schemas.openxmlformats.org/drawingml/2006/main">
              <a:ext uri="{FF2B5EF4-FFF2-40B4-BE49-F238E27FC236}">
                <a16:creationId xmlns:a16="http://schemas.microsoft.com/office/drawing/2014/main" id="{5DA5143F-BE6D-4883-AAC7-4B1B04592B2C}"/>
              </a:ext>
            </a:extLst>
          </p:cNvPr>
          <p:cNvSpPr>
            <a:spLocks xmlns:a="http://schemas.openxmlformats.org/drawingml/2006/main" noGrp="1"/>
          </p:cNvSpPr>
          <p:nvPr/>
        </p:nvSpPr>
        <p:spPr>
          <a:xfrm xmlns:a="http://schemas.openxmlformats.org/drawingml/2006/main">
            <a:off x="11012805" y="809625"/>
            <a:ext cx="12858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جواب</a:t>
            </a:r>
          </a:p>
        </p:txBody>
      </p:sp>
      <p:sp>
        <p:nvSpPr>
          <p:cNvPr id="14" name="">
            <a:extLst xmlns:a="http://schemas.openxmlformats.org/drawingml/2006/main">
              <a:ext uri="{FF2B5EF4-FFF2-40B4-BE49-F238E27FC236}">
                <a16:creationId xmlns:a16="http://schemas.microsoft.com/office/drawing/2014/main" id="{0EAFC23C-C3AE-4306-AD0B-F8F0D030DBB8}"/>
              </a:ext>
            </a:extLst>
          </p:cNvPr>
          <p:cNvSpPr>
            <a:spLocks xmlns:a="http://schemas.openxmlformats.org/drawingml/2006/main" noGrp="1"/>
          </p:cNvSpPr>
          <p:nvPr/>
        </p:nvSpPr>
        <p:spPr>
          <a:xfrm xmlns:a="http://schemas.openxmlformats.org/drawingml/2006/main">
            <a:off x="9675019" y="809625"/>
            <a:ext cx="11525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مسند</a:t>
            </a:r>
          </a:p>
        </p:txBody>
      </p:sp>
      <p:sp>
        <p:nvSpPr>
          <p:cNvPr id="15" name="">
            <a:extLst xmlns:a="http://schemas.openxmlformats.org/drawingml/2006/main">
              <a:ext uri="{FF2B5EF4-FFF2-40B4-BE49-F238E27FC236}">
                <a16:creationId xmlns:a16="http://schemas.microsoft.com/office/drawing/2014/main" id="{D074A22D-B0EB-4FC6-AE08-73966040DA29}"/>
              </a:ext>
            </a:extLst>
          </p:cNvPr>
          <p:cNvSpPr>
            <a:spLocks xmlns:a="http://schemas.openxmlformats.org/drawingml/2006/main" noGrp="1"/>
          </p:cNvSpPr>
          <p:nvPr/>
        </p:nvSpPr>
        <p:spPr>
          <a:xfrm xmlns:a="http://schemas.openxmlformats.org/drawingml/2006/main">
            <a:off x="16335375" y="2286000"/>
            <a:ext cx="95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5625" b="1">
                <a:solidFill>
                  <a:srgbClr val="2EF2C2"/>
                </a:solidFill>
                <a:latin typeface="Arial"/>
                <a:ea typeface="Arial"/>
                <a:cs typeface="Arial"/>
              </a:defRPr>
            </a:pPr>
            <a:r>
              <a:rPr sz="5625" b="1">
                <a:solidFill>
                  <a:srgbClr val="2EF2C2"/>
                </a:solidFill>
                <a:latin typeface="Arial"/>
                <a:ea typeface="Arial"/>
                <a:cs typeface="Arial"/>
              </a:rPr>
              <a:t>1</a:t>
            </a:r>
          </a:p>
        </p:txBody>
      </p:sp>
      <p:sp>
        <p:nvSpPr>
          <p:cNvPr id="16" name="">
            <a:extLst xmlns:a="http://schemas.openxmlformats.org/drawingml/2006/main">
              <a:ext uri="{FF2B5EF4-FFF2-40B4-BE49-F238E27FC236}">
                <a16:creationId xmlns:a16="http://schemas.microsoft.com/office/drawing/2014/main" id="{6698B8D2-2EE7-4617-AE8D-24395B92F974}"/>
              </a:ext>
            </a:extLst>
          </p:cNvPr>
          <p:cNvSpPr>
            <a:spLocks xmlns:a="http://schemas.openxmlformats.org/drawingml/2006/main" noGrp="1"/>
          </p:cNvSpPr>
          <p:nvPr/>
        </p:nvSpPr>
        <p:spPr>
          <a:xfrm xmlns:a="http://schemas.openxmlformats.org/drawingml/2006/main">
            <a:off x="14801850" y="2286000"/>
            <a:ext cx="723900"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أفهم</a:t>
            </a:r>
          </a:p>
        </p:txBody>
      </p:sp>
      <p:sp>
        <p:nvSpPr>
          <p:cNvPr id="17" name="">
            <a:extLst xmlns:a="http://schemas.openxmlformats.org/drawingml/2006/main">
              <a:ext uri="{FF2B5EF4-FFF2-40B4-BE49-F238E27FC236}">
                <a16:creationId xmlns:a16="http://schemas.microsoft.com/office/drawing/2014/main" id="{7F71DBE2-5C10-4F9C-A4D0-65FF232FB70F}"/>
              </a:ext>
            </a:extLst>
          </p:cNvPr>
          <p:cNvSpPr>
            <a:spLocks xmlns:a="http://schemas.openxmlformats.org/drawingml/2006/main" noGrp="1"/>
          </p:cNvSpPr>
          <p:nvPr/>
        </p:nvSpPr>
        <p:spPr>
          <a:xfrm xmlns:a="http://schemas.openxmlformats.org/drawingml/2006/main">
            <a:off x="13683139" y="2286000"/>
            <a:ext cx="981075"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الطلب</a:t>
            </a:r>
          </a:p>
        </p:txBody>
      </p:sp>
      <p:sp>
        <p:nvSpPr>
          <p:cNvPr id="18" name="">
            <a:extLst xmlns:a="http://schemas.openxmlformats.org/drawingml/2006/main">
              <a:ext uri="{FF2B5EF4-FFF2-40B4-BE49-F238E27FC236}">
                <a16:creationId xmlns:a16="http://schemas.microsoft.com/office/drawing/2014/main" id="{88D4763E-263B-40EA-9FE7-3E68599D187B}"/>
              </a:ext>
            </a:extLst>
          </p:cNvPr>
          <p:cNvSpPr>
            <a:spLocks xmlns:a="http://schemas.openxmlformats.org/drawingml/2006/main" noGrp="1"/>
          </p:cNvSpPr>
          <p:nvPr/>
        </p:nvSpPr>
        <p:spPr>
          <a:xfrm xmlns:a="http://schemas.openxmlformats.org/drawingml/2006/main">
            <a:off x="14868525" y="3038475"/>
            <a:ext cx="65722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تحديد</a:t>
            </a:r>
          </a:p>
        </p:txBody>
      </p:sp>
      <p:sp>
        <p:nvSpPr>
          <p:cNvPr id="19" name="">
            <a:extLst xmlns:a="http://schemas.openxmlformats.org/drawingml/2006/main">
              <a:ext uri="{FF2B5EF4-FFF2-40B4-BE49-F238E27FC236}">
                <a16:creationId xmlns:a16="http://schemas.microsoft.com/office/drawing/2014/main" id="{469700D1-8156-499B-BA43-C952704EA5E6}"/>
              </a:ext>
            </a:extLst>
          </p:cNvPr>
          <p:cNvSpPr>
            <a:spLocks xmlns:a="http://schemas.openxmlformats.org/drawingml/2006/main" noGrp="1"/>
          </p:cNvSpPr>
          <p:nvPr/>
        </p:nvSpPr>
        <p:spPr>
          <a:xfrm xmlns:a="http://schemas.openxmlformats.org/drawingml/2006/main">
            <a:off x="14218158" y="3038475"/>
            <a:ext cx="5524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اللغة</a:t>
            </a:r>
          </a:p>
        </p:txBody>
      </p:sp>
      <p:sp>
        <p:nvSpPr>
          <p:cNvPr id="20" name="">
            <a:extLst xmlns:a="http://schemas.openxmlformats.org/drawingml/2006/main">
              <a:ext uri="{FF2B5EF4-FFF2-40B4-BE49-F238E27FC236}">
                <a16:creationId xmlns:a16="http://schemas.microsoft.com/office/drawing/2014/main" id="{D8D3B651-4DE5-47A0-A0B6-DC45BBEF1F8F}"/>
              </a:ext>
            </a:extLst>
          </p:cNvPr>
          <p:cNvSpPr>
            <a:spLocks xmlns:a="http://schemas.openxmlformats.org/drawingml/2006/main" noGrp="1"/>
          </p:cNvSpPr>
          <p:nvPr/>
        </p:nvSpPr>
        <p:spPr>
          <a:xfrm xmlns:a="http://schemas.openxmlformats.org/drawingml/2006/main">
            <a:off x="13186791" y="3038475"/>
            <a:ext cx="9334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والمعنى</a:t>
            </a:r>
          </a:p>
        </p:txBody>
      </p:sp>
      <p:sp>
        <p:nvSpPr>
          <p:cNvPr id="21" name="">
            <a:extLst xmlns:a="http://schemas.openxmlformats.org/drawingml/2006/main">
              <a:ext uri="{FF2B5EF4-FFF2-40B4-BE49-F238E27FC236}">
                <a16:creationId xmlns:a16="http://schemas.microsoft.com/office/drawing/2014/main" id="{3A8ED0A6-2C77-49D9-A953-2A7ACE015BB2}"/>
              </a:ext>
            </a:extLst>
          </p:cNvPr>
          <p:cNvSpPr>
            <a:spLocks xmlns:a="http://schemas.openxmlformats.org/drawingml/2006/main" noGrp="1"/>
          </p:cNvSpPr>
          <p:nvPr/>
        </p:nvSpPr>
        <p:spPr>
          <a:xfrm xmlns:a="http://schemas.openxmlformats.org/drawingml/2006/main">
            <a:off x="12345924" y="3038475"/>
            <a:ext cx="7429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وطلب</a:t>
            </a:r>
          </a:p>
        </p:txBody>
      </p:sp>
      <p:sp>
        <p:nvSpPr>
          <p:cNvPr id="22" name="">
            <a:extLst xmlns:a="http://schemas.openxmlformats.org/drawingml/2006/main">
              <a:ext uri="{FF2B5EF4-FFF2-40B4-BE49-F238E27FC236}">
                <a16:creationId xmlns:a16="http://schemas.microsoft.com/office/drawing/2014/main" id="{3F36B46D-6195-4250-A589-2F6CC8A8014A}"/>
              </a:ext>
            </a:extLst>
          </p:cNvPr>
          <p:cNvSpPr>
            <a:spLocks xmlns:a="http://schemas.openxmlformats.org/drawingml/2006/main" noGrp="1"/>
          </p:cNvSpPr>
          <p:nvPr/>
        </p:nvSpPr>
        <p:spPr>
          <a:xfrm xmlns:a="http://schemas.openxmlformats.org/drawingml/2006/main">
            <a:off x="11266932" y="3038475"/>
            <a:ext cx="9810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المعلومة</a:t>
            </a:r>
          </a:p>
        </p:txBody>
      </p:sp>
      <p:sp>
        <p:nvSpPr>
          <p:cNvPr id="23" name="">
            <a:extLst xmlns:a="http://schemas.openxmlformats.org/drawingml/2006/main">
              <a:ext uri="{FF2B5EF4-FFF2-40B4-BE49-F238E27FC236}">
                <a16:creationId xmlns:a16="http://schemas.microsoft.com/office/drawing/2014/main" id="{64DB52FB-67FD-4DE0-8EA6-6632659C3E76}"/>
              </a:ext>
            </a:extLst>
          </p:cNvPr>
          <p:cNvSpPr>
            <a:spLocks xmlns:a="http://schemas.openxmlformats.org/drawingml/2006/main" noGrp="1"/>
          </p:cNvSpPr>
          <p:nvPr/>
        </p:nvSpPr>
        <p:spPr>
          <a:xfrm xmlns:a="http://schemas.openxmlformats.org/drawingml/2006/main">
            <a:off x="10273665" y="3038475"/>
            <a:ext cx="8953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الناقصة</a:t>
            </a:r>
          </a:p>
        </p:txBody>
      </p:sp>
      <p:sp>
        <p:nvSpPr>
          <p:cNvPr id="24" name="">
            <a:extLst xmlns:a="http://schemas.openxmlformats.org/drawingml/2006/main">
              <a:ext uri="{FF2B5EF4-FFF2-40B4-BE49-F238E27FC236}">
                <a16:creationId xmlns:a16="http://schemas.microsoft.com/office/drawing/2014/main" id="{7768D8F6-5118-41F1-A59C-69DE86A7A88B}"/>
              </a:ext>
            </a:extLst>
          </p:cNvPr>
          <p:cNvSpPr>
            <a:spLocks xmlns:a="http://schemas.openxmlformats.org/drawingml/2006/main" noGrp="1"/>
          </p:cNvSpPr>
          <p:nvPr/>
        </p:nvSpPr>
        <p:spPr>
          <a:xfrm xmlns:a="http://schemas.openxmlformats.org/drawingml/2006/main">
            <a:off x="16335375" y="3848100"/>
            <a:ext cx="95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5625" b="1">
                <a:solidFill>
                  <a:srgbClr val="2EF2C2"/>
                </a:solidFill>
                <a:latin typeface="Arial"/>
                <a:ea typeface="Arial"/>
                <a:cs typeface="Arial"/>
              </a:defRPr>
            </a:pPr>
            <a:r>
              <a:rPr sz="5625" b="1">
                <a:solidFill>
                  <a:srgbClr val="2EF2C2"/>
                </a:solidFill>
                <a:latin typeface="Arial"/>
                <a:ea typeface="Arial"/>
                <a:cs typeface="Arial"/>
              </a:rPr>
              <a:t>2</a:t>
            </a:r>
          </a:p>
        </p:txBody>
      </p:sp>
      <p:sp>
        <p:nvSpPr>
          <p:cNvPr id="25" name="">
            <a:extLst xmlns:a="http://schemas.openxmlformats.org/drawingml/2006/main">
              <a:ext uri="{FF2B5EF4-FFF2-40B4-BE49-F238E27FC236}">
                <a16:creationId xmlns:a16="http://schemas.microsoft.com/office/drawing/2014/main" id="{FA4653CB-FEC8-40AC-A819-5019FE3E2C5E}"/>
              </a:ext>
            </a:extLst>
          </p:cNvPr>
          <p:cNvSpPr>
            <a:spLocks xmlns:a="http://schemas.openxmlformats.org/drawingml/2006/main" noGrp="1"/>
          </p:cNvSpPr>
          <p:nvPr/>
        </p:nvSpPr>
        <p:spPr>
          <a:xfrm xmlns:a="http://schemas.openxmlformats.org/drawingml/2006/main">
            <a:off x="14211300" y="3848100"/>
            <a:ext cx="1314450"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أسترجع</a:t>
            </a:r>
          </a:p>
        </p:txBody>
      </p:sp>
      <p:sp>
        <p:nvSpPr>
          <p:cNvPr id="26" name="">
            <a:extLst xmlns:a="http://schemas.openxmlformats.org/drawingml/2006/main">
              <a:ext uri="{FF2B5EF4-FFF2-40B4-BE49-F238E27FC236}">
                <a16:creationId xmlns:a16="http://schemas.microsoft.com/office/drawing/2014/main" id="{3CA49FD2-0E05-471C-A859-5980087E912C}"/>
              </a:ext>
            </a:extLst>
          </p:cNvPr>
          <p:cNvSpPr>
            <a:spLocks xmlns:a="http://schemas.openxmlformats.org/drawingml/2006/main" noGrp="1"/>
          </p:cNvSpPr>
          <p:nvPr/>
        </p:nvSpPr>
        <p:spPr>
          <a:xfrm xmlns:a="http://schemas.openxmlformats.org/drawingml/2006/main">
            <a:off x="13130689" y="3848100"/>
            <a:ext cx="942975"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النص</a:t>
            </a:r>
          </a:p>
        </p:txBody>
      </p:sp>
      <p:sp>
        <p:nvSpPr>
          <p:cNvPr id="27" name="">
            <a:extLst xmlns:a="http://schemas.openxmlformats.org/drawingml/2006/main">
              <a:ext uri="{FF2B5EF4-FFF2-40B4-BE49-F238E27FC236}">
                <a16:creationId xmlns:a16="http://schemas.microsoft.com/office/drawing/2014/main" id="{E6FEEAB2-0143-4BE2-AFBE-4AD32B93A277}"/>
              </a:ext>
            </a:extLst>
          </p:cNvPr>
          <p:cNvSpPr>
            <a:spLocks xmlns:a="http://schemas.openxmlformats.org/drawingml/2006/main" noGrp="1"/>
          </p:cNvSpPr>
          <p:nvPr/>
        </p:nvSpPr>
        <p:spPr>
          <a:xfrm xmlns:a="http://schemas.openxmlformats.org/drawingml/2006/main">
            <a:off x="14982825" y="4600575"/>
            <a:ext cx="54292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حفظ</a:t>
            </a:r>
          </a:p>
        </p:txBody>
      </p:sp>
      <p:sp>
        <p:nvSpPr>
          <p:cNvPr id="28" name="">
            <a:extLst xmlns:a="http://schemas.openxmlformats.org/drawingml/2006/main">
              <a:ext uri="{FF2B5EF4-FFF2-40B4-BE49-F238E27FC236}">
                <a16:creationId xmlns:a16="http://schemas.microsoft.com/office/drawing/2014/main" id="{5EBFDA3A-F134-4AAB-AF9D-41548DB37E2B}"/>
              </a:ext>
            </a:extLst>
          </p:cNvPr>
          <p:cNvSpPr>
            <a:spLocks xmlns:a="http://schemas.openxmlformats.org/drawingml/2006/main" noGrp="1"/>
          </p:cNvSpPr>
          <p:nvPr/>
        </p:nvSpPr>
        <p:spPr>
          <a:xfrm xmlns:a="http://schemas.openxmlformats.org/drawingml/2006/main">
            <a:off x="14084808" y="4600575"/>
            <a:ext cx="8001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السؤال</a:t>
            </a:r>
          </a:p>
        </p:txBody>
      </p:sp>
      <p:sp>
        <p:nvSpPr>
          <p:cNvPr id="29" name="">
            <a:extLst xmlns:a="http://schemas.openxmlformats.org/drawingml/2006/main">
              <a:ext uri="{FF2B5EF4-FFF2-40B4-BE49-F238E27FC236}">
                <a16:creationId xmlns:a16="http://schemas.microsoft.com/office/drawing/2014/main" id="{534AE4AF-E4CD-46F0-9557-7C98259EA52A}"/>
              </a:ext>
            </a:extLst>
          </p:cNvPr>
          <p:cNvSpPr>
            <a:spLocks xmlns:a="http://schemas.openxmlformats.org/drawingml/2006/main" noGrp="1"/>
          </p:cNvSpPr>
          <p:nvPr/>
        </p:nvSpPr>
        <p:spPr>
          <a:xfrm xmlns:a="http://schemas.openxmlformats.org/drawingml/2006/main">
            <a:off x="13082016" y="4600575"/>
            <a:ext cx="9048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الأصلي</a:t>
            </a:r>
          </a:p>
        </p:txBody>
      </p:sp>
      <p:sp>
        <p:nvSpPr>
          <p:cNvPr id="30" name="">
            <a:extLst xmlns:a="http://schemas.openxmlformats.org/drawingml/2006/main">
              <a:ext uri="{FF2B5EF4-FFF2-40B4-BE49-F238E27FC236}">
                <a16:creationId xmlns:a16="http://schemas.microsoft.com/office/drawing/2014/main" id="{94B839F7-A25C-4F59-B85B-63576D37DB8A}"/>
              </a:ext>
            </a:extLst>
          </p:cNvPr>
          <p:cNvSpPr>
            <a:spLocks xmlns:a="http://schemas.openxmlformats.org/drawingml/2006/main" noGrp="1"/>
          </p:cNvSpPr>
          <p:nvPr/>
        </p:nvSpPr>
        <p:spPr>
          <a:xfrm xmlns:a="http://schemas.openxmlformats.org/drawingml/2006/main">
            <a:off x="11917299" y="4600575"/>
            <a:ext cx="10668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والرجوع</a:t>
            </a:r>
          </a:p>
        </p:txBody>
      </p:sp>
      <p:sp>
        <p:nvSpPr>
          <p:cNvPr id="31" name="">
            <a:extLst xmlns:a="http://schemas.openxmlformats.org/drawingml/2006/main">
              <a:ext uri="{FF2B5EF4-FFF2-40B4-BE49-F238E27FC236}">
                <a16:creationId xmlns:a16="http://schemas.microsoft.com/office/drawing/2014/main" id="{3864FCFD-2A30-4F85-8881-49BFECA694DA}"/>
              </a:ext>
            </a:extLst>
          </p:cNvPr>
          <p:cNvSpPr>
            <a:spLocks xmlns:a="http://schemas.openxmlformats.org/drawingml/2006/main" noGrp="1"/>
          </p:cNvSpPr>
          <p:nvPr/>
        </p:nvSpPr>
        <p:spPr>
          <a:xfrm xmlns:a="http://schemas.openxmlformats.org/drawingml/2006/main">
            <a:off x="11400282" y="4600575"/>
            <a:ext cx="4191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إلى</a:t>
            </a:r>
          </a:p>
        </p:txBody>
      </p:sp>
      <p:sp>
        <p:nvSpPr>
          <p:cNvPr id="32" name="">
            <a:extLst xmlns:a="http://schemas.openxmlformats.org/drawingml/2006/main">
              <a:ext uri="{FF2B5EF4-FFF2-40B4-BE49-F238E27FC236}">
                <a16:creationId xmlns:a16="http://schemas.microsoft.com/office/drawing/2014/main" id="{1F9F1C1C-DA00-440C-AAF7-8475B0ACAA09}"/>
              </a:ext>
            </a:extLst>
          </p:cNvPr>
          <p:cNvSpPr>
            <a:spLocks xmlns:a="http://schemas.openxmlformats.org/drawingml/2006/main" noGrp="1"/>
          </p:cNvSpPr>
          <p:nvPr/>
        </p:nvSpPr>
        <p:spPr>
          <a:xfrm xmlns:a="http://schemas.openxmlformats.org/drawingml/2006/main">
            <a:off x="10435590" y="4600575"/>
            <a:ext cx="8667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مصادر</a:t>
            </a:r>
          </a:p>
        </p:txBody>
      </p:sp>
      <p:sp>
        <p:nvSpPr>
          <p:cNvPr id="33" name="">
            <a:extLst xmlns:a="http://schemas.openxmlformats.org/drawingml/2006/main">
              <a:ext uri="{FF2B5EF4-FFF2-40B4-BE49-F238E27FC236}">
                <a16:creationId xmlns:a16="http://schemas.microsoft.com/office/drawing/2014/main" id="{5BEB6655-5EB9-4FE4-A481-1E392862346A}"/>
              </a:ext>
            </a:extLst>
          </p:cNvPr>
          <p:cNvSpPr>
            <a:spLocks xmlns:a="http://schemas.openxmlformats.org/drawingml/2006/main" noGrp="1"/>
          </p:cNvSpPr>
          <p:nvPr/>
        </p:nvSpPr>
        <p:spPr>
          <a:xfrm xmlns:a="http://schemas.openxmlformats.org/drawingml/2006/main">
            <a:off x="9613773" y="4600575"/>
            <a:ext cx="7239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محددة</a:t>
            </a:r>
          </a:p>
        </p:txBody>
      </p:sp>
      <p:sp>
        <p:nvSpPr>
          <p:cNvPr id="34" name="">
            <a:extLst xmlns:a="http://schemas.openxmlformats.org/drawingml/2006/main">
              <a:ext uri="{FF2B5EF4-FFF2-40B4-BE49-F238E27FC236}">
                <a16:creationId xmlns:a16="http://schemas.microsoft.com/office/drawing/2014/main" id="{2CCAAD47-DD92-4095-804B-E311AA8EE859}"/>
              </a:ext>
            </a:extLst>
          </p:cNvPr>
          <p:cNvSpPr>
            <a:spLocks xmlns:a="http://schemas.openxmlformats.org/drawingml/2006/main" noGrp="1"/>
          </p:cNvSpPr>
          <p:nvPr/>
        </p:nvSpPr>
        <p:spPr>
          <a:xfrm xmlns:a="http://schemas.openxmlformats.org/drawingml/2006/main">
            <a:off x="16335375" y="5410200"/>
            <a:ext cx="95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5625" b="1">
                <a:solidFill>
                  <a:srgbClr val="2EF2C2"/>
                </a:solidFill>
                <a:latin typeface="Arial"/>
                <a:ea typeface="Arial"/>
                <a:cs typeface="Arial"/>
              </a:defRPr>
            </a:pPr>
            <a:r>
              <a:rPr sz="5625" b="1">
                <a:solidFill>
                  <a:srgbClr val="2EF2C2"/>
                </a:solidFill>
                <a:latin typeface="Arial"/>
                <a:ea typeface="Arial"/>
                <a:cs typeface="Arial"/>
              </a:rPr>
              <a:t>3</a:t>
            </a:r>
          </a:p>
        </p:txBody>
      </p:sp>
      <p:sp>
        <p:nvSpPr>
          <p:cNvPr id="35" name="">
            <a:extLst xmlns:a="http://schemas.openxmlformats.org/drawingml/2006/main">
              <a:ext uri="{FF2B5EF4-FFF2-40B4-BE49-F238E27FC236}">
                <a16:creationId xmlns:a16="http://schemas.microsoft.com/office/drawing/2014/main" id="{74636C69-4C8D-4616-81EB-EE1DED61DD09}"/>
              </a:ext>
            </a:extLst>
          </p:cNvPr>
          <p:cNvSpPr>
            <a:spLocks xmlns:a="http://schemas.openxmlformats.org/drawingml/2006/main" noGrp="1"/>
          </p:cNvSpPr>
          <p:nvPr/>
        </p:nvSpPr>
        <p:spPr>
          <a:xfrm xmlns:a="http://schemas.openxmlformats.org/drawingml/2006/main">
            <a:off x="14544675" y="5410200"/>
            <a:ext cx="981075"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أراجع</a:t>
            </a:r>
          </a:p>
        </p:txBody>
      </p:sp>
      <p:sp>
        <p:nvSpPr>
          <p:cNvPr id="36" name="">
            <a:extLst xmlns:a="http://schemas.openxmlformats.org/drawingml/2006/main">
              <a:ext uri="{FF2B5EF4-FFF2-40B4-BE49-F238E27FC236}">
                <a16:creationId xmlns:a16="http://schemas.microsoft.com/office/drawing/2014/main" id="{51CFEAFC-D42B-4A6C-BA08-DFE9EE862934}"/>
              </a:ext>
            </a:extLst>
          </p:cNvPr>
          <p:cNvSpPr>
            <a:spLocks xmlns:a="http://schemas.openxmlformats.org/drawingml/2006/main" noGrp="1"/>
          </p:cNvSpPr>
          <p:nvPr/>
        </p:nvSpPr>
        <p:spPr>
          <a:xfrm xmlns:a="http://schemas.openxmlformats.org/drawingml/2006/main">
            <a:off x="12892564" y="5410200"/>
            <a:ext cx="1514475"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الاستنتاج</a:t>
            </a:r>
          </a:p>
        </p:txBody>
      </p:sp>
      <p:sp>
        <p:nvSpPr>
          <p:cNvPr id="37" name="">
            <a:extLst xmlns:a="http://schemas.openxmlformats.org/drawingml/2006/main">
              <a:ext uri="{FF2B5EF4-FFF2-40B4-BE49-F238E27FC236}">
                <a16:creationId xmlns:a16="http://schemas.microsoft.com/office/drawing/2014/main" id="{74F6EBB4-6CA3-4487-9919-455AF0D0CE03}"/>
              </a:ext>
            </a:extLst>
          </p:cNvPr>
          <p:cNvSpPr>
            <a:spLocks xmlns:a="http://schemas.openxmlformats.org/drawingml/2006/main" noGrp="1"/>
          </p:cNvSpPr>
          <p:nvPr/>
        </p:nvSpPr>
        <p:spPr>
          <a:xfrm xmlns:a="http://schemas.openxmlformats.org/drawingml/2006/main">
            <a:off x="14620875" y="6162675"/>
            <a:ext cx="9048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مراجعة</a:t>
            </a:r>
          </a:p>
        </p:txBody>
      </p:sp>
      <p:sp>
        <p:nvSpPr>
          <p:cNvPr id="38" name="">
            <a:extLst xmlns:a="http://schemas.openxmlformats.org/drawingml/2006/main">
              <a:ext uri="{FF2B5EF4-FFF2-40B4-BE49-F238E27FC236}">
                <a16:creationId xmlns:a16="http://schemas.microsoft.com/office/drawing/2014/main" id="{1295220F-2300-4466-9F01-0962F43BB62F}"/>
              </a:ext>
            </a:extLst>
          </p:cNvPr>
          <p:cNvSpPr>
            <a:spLocks xmlns:a="http://schemas.openxmlformats.org/drawingml/2006/main" noGrp="1"/>
          </p:cNvSpPr>
          <p:nvPr/>
        </p:nvSpPr>
        <p:spPr>
          <a:xfrm xmlns:a="http://schemas.openxmlformats.org/drawingml/2006/main">
            <a:off x="13808583" y="6162675"/>
            <a:ext cx="7143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أخرى</a:t>
            </a:r>
          </a:p>
        </p:txBody>
      </p:sp>
      <p:sp>
        <p:nvSpPr>
          <p:cNvPr id="39" name="">
            <a:extLst xmlns:a="http://schemas.openxmlformats.org/drawingml/2006/main">
              <a:ext uri="{FF2B5EF4-FFF2-40B4-BE49-F238E27FC236}">
                <a16:creationId xmlns:a16="http://schemas.microsoft.com/office/drawing/2014/main" id="{8224D563-88E1-4CE3-8D8F-B0EBC28FE273}"/>
              </a:ext>
            </a:extLst>
          </p:cNvPr>
          <p:cNvSpPr>
            <a:spLocks xmlns:a="http://schemas.openxmlformats.org/drawingml/2006/main" noGrp="1"/>
          </p:cNvSpPr>
          <p:nvPr/>
        </p:nvSpPr>
        <p:spPr>
          <a:xfrm xmlns:a="http://schemas.openxmlformats.org/drawingml/2006/main">
            <a:off x="13043916" y="6162675"/>
            <a:ext cx="6667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للأدلة</a:t>
            </a:r>
          </a:p>
        </p:txBody>
      </p:sp>
      <p:sp>
        <p:nvSpPr>
          <p:cNvPr id="40" name="">
            <a:extLst xmlns:a="http://schemas.openxmlformats.org/drawingml/2006/main">
              <a:ext uri="{FF2B5EF4-FFF2-40B4-BE49-F238E27FC236}">
                <a16:creationId xmlns:a16="http://schemas.microsoft.com/office/drawing/2014/main" id="{A1EB6340-B5A5-44B2-8DD6-3738005F33AE}"/>
              </a:ext>
            </a:extLst>
          </p:cNvPr>
          <p:cNvSpPr>
            <a:spLocks xmlns:a="http://schemas.openxmlformats.org/drawingml/2006/main" noGrp="1"/>
          </p:cNvSpPr>
          <p:nvPr/>
        </p:nvSpPr>
        <p:spPr>
          <a:xfrm xmlns:a="http://schemas.openxmlformats.org/drawingml/2006/main">
            <a:off x="12584049" y="6162675"/>
            <a:ext cx="3619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مع</a:t>
            </a:r>
          </a:p>
        </p:txBody>
      </p:sp>
      <p:sp>
        <p:nvSpPr>
          <p:cNvPr id="41" name="">
            <a:extLst xmlns:a="http://schemas.openxmlformats.org/drawingml/2006/main">
              <a:ext uri="{FF2B5EF4-FFF2-40B4-BE49-F238E27FC236}">
                <a16:creationId xmlns:a16="http://schemas.microsoft.com/office/drawing/2014/main" id="{C6A8FF27-3997-4EF9-8759-FC3CDD0B76AB}"/>
              </a:ext>
            </a:extLst>
          </p:cNvPr>
          <p:cNvSpPr>
            <a:spLocks xmlns:a="http://schemas.openxmlformats.org/drawingml/2006/main" noGrp="1"/>
          </p:cNvSpPr>
          <p:nvPr/>
        </p:nvSpPr>
        <p:spPr>
          <a:xfrm xmlns:a="http://schemas.openxmlformats.org/drawingml/2006/main">
            <a:off x="11638407" y="6162675"/>
            <a:ext cx="84772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إصلاح</a:t>
            </a:r>
          </a:p>
        </p:txBody>
      </p:sp>
      <p:sp>
        <p:nvSpPr>
          <p:cNvPr id="42" name="">
            <a:extLst xmlns:a="http://schemas.openxmlformats.org/drawingml/2006/main">
              <a:ext uri="{FF2B5EF4-FFF2-40B4-BE49-F238E27FC236}">
                <a16:creationId xmlns:a16="http://schemas.microsoft.com/office/drawing/2014/main" id="{2E0D2054-FDCD-46F2-98EB-2A6842BDB505}"/>
              </a:ext>
            </a:extLst>
          </p:cNvPr>
          <p:cNvSpPr>
            <a:spLocks xmlns:a="http://schemas.openxmlformats.org/drawingml/2006/main" noGrp="1"/>
          </p:cNvSpPr>
          <p:nvPr/>
        </p:nvSpPr>
        <p:spPr>
          <a:xfrm xmlns:a="http://schemas.openxmlformats.org/drawingml/2006/main">
            <a:off x="10759440" y="6162675"/>
            <a:ext cx="7810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محدود</a:t>
            </a:r>
          </a:p>
        </p:txBody>
      </p:sp>
      <p:sp>
        <p:nvSpPr>
          <p:cNvPr id="43" name="">
            <a:extLst xmlns:a="http://schemas.openxmlformats.org/drawingml/2006/main">
              <a:ext uri="{FF2B5EF4-FFF2-40B4-BE49-F238E27FC236}">
                <a16:creationId xmlns:a16="http://schemas.microsoft.com/office/drawing/2014/main" id="{0EB3D62F-5233-4F5A-A075-AA0BFFFA30E1}"/>
              </a:ext>
            </a:extLst>
          </p:cNvPr>
          <p:cNvSpPr>
            <a:spLocks xmlns:a="http://schemas.openxmlformats.org/drawingml/2006/main" noGrp="1"/>
          </p:cNvSpPr>
          <p:nvPr/>
        </p:nvSpPr>
        <p:spPr>
          <a:xfrm xmlns:a="http://schemas.openxmlformats.org/drawingml/2006/main">
            <a:off x="9899523" y="6162675"/>
            <a:ext cx="7620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للشرح</a:t>
            </a:r>
          </a:p>
        </p:txBody>
      </p:sp>
      <p:sp>
        <p:nvSpPr>
          <p:cNvPr id="44" name="">
            <a:extLst xmlns:a="http://schemas.openxmlformats.org/drawingml/2006/main">
              <a:ext uri="{FF2B5EF4-FFF2-40B4-BE49-F238E27FC236}">
                <a16:creationId xmlns:a16="http://schemas.microsoft.com/office/drawing/2014/main" id="{DA708ADE-9AF2-49FD-8ACF-7F31DEC1AD0E}"/>
              </a:ext>
            </a:extLst>
          </p:cNvPr>
          <p:cNvSpPr>
            <a:spLocks xmlns:a="http://schemas.openxmlformats.org/drawingml/2006/main" noGrp="1"/>
          </p:cNvSpPr>
          <p:nvPr/>
        </p:nvSpPr>
        <p:spPr>
          <a:xfrm xmlns:a="http://schemas.openxmlformats.org/drawingml/2006/main">
            <a:off x="16335375" y="6972300"/>
            <a:ext cx="952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5625" b="1">
                <a:solidFill>
                  <a:srgbClr val="2EF2C2"/>
                </a:solidFill>
                <a:latin typeface="Arial"/>
                <a:ea typeface="Arial"/>
                <a:cs typeface="Arial"/>
              </a:defRPr>
            </a:pPr>
            <a:r>
              <a:rPr sz="5625" b="1">
                <a:solidFill>
                  <a:srgbClr val="2EF2C2"/>
                </a:solidFill>
                <a:latin typeface="Arial"/>
                <a:ea typeface="Arial"/>
                <a:cs typeface="Arial"/>
              </a:rPr>
              <a:t>4</a:t>
            </a:r>
          </a:p>
        </p:txBody>
      </p:sp>
      <p:sp>
        <p:nvSpPr>
          <p:cNvPr id="45" name="">
            <a:extLst xmlns:a="http://schemas.openxmlformats.org/drawingml/2006/main">
              <a:ext uri="{FF2B5EF4-FFF2-40B4-BE49-F238E27FC236}">
                <a16:creationId xmlns:a16="http://schemas.microsoft.com/office/drawing/2014/main" id="{C256092D-BC81-4C4C-AA74-092570484300}"/>
              </a:ext>
            </a:extLst>
          </p:cNvPr>
          <p:cNvSpPr>
            <a:spLocks xmlns:a="http://schemas.openxmlformats.org/drawingml/2006/main" noGrp="1"/>
          </p:cNvSpPr>
          <p:nvPr/>
        </p:nvSpPr>
        <p:spPr>
          <a:xfrm xmlns:a="http://schemas.openxmlformats.org/drawingml/2006/main">
            <a:off x="14344650" y="6972300"/>
            <a:ext cx="1181100"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أعرض</a:t>
            </a:r>
          </a:p>
        </p:txBody>
      </p:sp>
      <p:sp>
        <p:nvSpPr>
          <p:cNvPr id="46" name="">
            <a:extLst xmlns:a="http://schemas.openxmlformats.org/drawingml/2006/main">
              <a:ext uri="{FF2B5EF4-FFF2-40B4-BE49-F238E27FC236}">
                <a16:creationId xmlns:a16="http://schemas.microsoft.com/office/drawing/2014/main" id="{DAF762A1-C809-43D2-A3B0-5F9ED1119BC2}"/>
              </a:ext>
            </a:extLst>
          </p:cNvPr>
          <p:cNvSpPr>
            <a:spLocks xmlns:a="http://schemas.openxmlformats.org/drawingml/2006/main" noGrp="1"/>
          </p:cNvSpPr>
          <p:nvPr/>
        </p:nvSpPr>
        <p:spPr>
          <a:xfrm xmlns:a="http://schemas.openxmlformats.org/drawingml/2006/main">
            <a:off x="13826014" y="6972300"/>
            <a:ext cx="381000"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ما</a:t>
            </a:r>
          </a:p>
        </p:txBody>
      </p:sp>
      <p:sp>
        <p:nvSpPr>
          <p:cNvPr id="47" name="">
            <a:extLst xmlns:a="http://schemas.openxmlformats.org/drawingml/2006/main">
              <a:ext uri="{FF2B5EF4-FFF2-40B4-BE49-F238E27FC236}">
                <a16:creationId xmlns:a16="http://schemas.microsoft.com/office/drawing/2014/main" id="{32899E03-C398-4672-9645-BD6F0A9F2E2E}"/>
              </a:ext>
            </a:extLst>
          </p:cNvPr>
          <p:cNvSpPr>
            <a:spLocks xmlns:a="http://schemas.openxmlformats.org/drawingml/2006/main" noGrp="1"/>
          </p:cNvSpPr>
          <p:nvPr/>
        </p:nvSpPr>
        <p:spPr>
          <a:xfrm xmlns:a="http://schemas.openxmlformats.org/drawingml/2006/main">
            <a:off x="12878753" y="6972300"/>
            <a:ext cx="809625"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يثبته</a:t>
            </a:r>
          </a:p>
        </p:txBody>
      </p:sp>
      <p:sp>
        <p:nvSpPr>
          <p:cNvPr id="48" name="">
            <a:extLst xmlns:a="http://schemas.openxmlformats.org/drawingml/2006/main">
              <a:ext uri="{FF2B5EF4-FFF2-40B4-BE49-F238E27FC236}">
                <a16:creationId xmlns:a16="http://schemas.microsoft.com/office/drawing/2014/main" id="{19EC7EA1-7387-457B-A385-F102751B5320}"/>
              </a:ext>
            </a:extLst>
          </p:cNvPr>
          <p:cNvSpPr>
            <a:spLocks xmlns:a="http://schemas.openxmlformats.org/drawingml/2006/main" noGrp="1"/>
          </p:cNvSpPr>
          <p:nvPr/>
        </p:nvSpPr>
        <p:spPr>
          <a:xfrm xmlns:a="http://schemas.openxmlformats.org/drawingml/2006/main">
            <a:off x="11807666" y="6972300"/>
            <a:ext cx="933450" cy="76771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900" b="1">
                <a:solidFill>
                  <a:srgbClr val="FFFFFF"/>
                </a:solidFill>
                <a:latin typeface="Arial"/>
                <a:ea typeface="Arial"/>
                <a:cs typeface="Arial"/>
              </a:defRPr>
            </a:pPr>
            <a:r>
              <a:rPr sz="3900" b="1">
                <a:solidFill>
                  <a:srgbClr val="FFFFFF"/>
                </a:solidFill>
                <a:latin typeface="Arial"/>
                <a:ea typeface="Arial"/>
                <a:cs typeface="Arial"/>
              </a:rPr>
              <a:t>الدليل</a:t>
            </a:r>
          </a:p>
        </p:txBody>
      </p:sp>
      <p:sp>
        <p:nvSpPr>
          <p:cNvPr id="49" name="">
            <a:extLst xmlns:a="http://schemas.openxmlformats.org/drawingml/2006/main">
              <a:ext uri="{FF2B5EF4-FFF2-40B4-BE49-F238E27FC236}">
                <a16:creationId xmlns:a16="http://schemas.microsoft.com/office/drawing/2014/main" id="{69546042-A9E1-4200-AFA0-EA47599FF3F5}"/>
              </a:ext>
            </a:extLst>
          </p:cNvPr>
          <p:cNvSpPr>
            <a:spLocks xmlns:a="http://schemas.openxmlformats.org/drawingml/2006/main" noGrp="1"/>
          </p:cNvSpPr>
          <p:nvPr/>
        </p:nvSpPr>
        <p:spPr>
          <a:xfrm xmlns:a="http://schemas.openxmlformats.org/drawingml/2006/main">
            <a:off x="14849475" y="7724775"/>
            <a:ext cx="6762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النص</a:t>
            </a:r>
          </a:p>
        </p:txBody>
      </p:sp>
      <p:sp>
        <p:nvSpPr>
          <p:cNvPr id="50" name="">
            <a:extLst xmlns:a="http://schemas.openxmlformats.org/drawingml/2006/main">
              <a:ext uri="{FF2B5EF4-FFF2-40B4-BE49-F238E27FC236}">
                <a16:creationId xmlns:a16="http://schemas.microsoft.com/office/drawing/2014/main" id="{97A8D8D4-6D72-4AB0-8C57-F8DE2E9BED20}"/>
              </a:ext>
            </a:extLst>
          </p:cNvPr>
          <p:cNvSpPr>
            <a:spLocks xmlns:a="http://schemas.openxmlformats.org/drawingml/2006/main" noGrp="1"/>
          </p:cNvSpPr>
          <p:nvPr/>
        </p:nvSpPr>
        <p:spPr>
          <a:xfrm xmlns:a="http://schemas.openxmlformats.org/drawingml/2006/main">
            <a:off x="13799058" y="7724775"/>
            <a:ext cx="9525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والإحالة</a:t>
            </a:r>
          </a:p>
        </p:txBody>
      </p:sp>
      <p:sp>
        <p:nvSpPr>
          <p:cNvPr id="51" name="">
            <a:extLst xmlns:a="http://schemas.openxmlformats.org/drawingml/2006/main">
              <a:ext uri="{FF2B5EF4-FFF2-40B4-BE49-F238E27FC236}">
                <a16:creationId xmlns:a16="http://schemas.microsoft.com/office/drawing/2014/main" id="{279D5777-A26B-40EB-84F5-E5CE644E71D6}"/>
              </a:ext>
            </a:extLst>
          </p:cNvPr>
          <p:cNvSpPr>
            <a:spLocks xmlns:a="http://schemas.openxmlformats.org/drawingml/2006/main" noGrp="1"/>
          </p:cNvSpPr>
          <p:nvPr/>
        </p:nvSpPr>
        <p:spPr>
          <a:xfrm xmlns:a="http://schemas.openxmlformats.org/drawingml/2006/main">
            <a:off x="12786741" y="7724775"/>
            <a:ext cx="9144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والشرح</a:t>
            </a:r>
          </a:p>
        </p:txBody>
      </p:sp>
      <p:sp>
        <p:nvSpPr>
          <p:cNvPr id="52" name="">
            <a:extLst xmlns:a="http://schemas.openxmlformats.org/drawingml/2006/main">
              <a:ext uri="{FF2B5EF4-FFF2-40B4-BE49-F238E27FC236}">
                <a16:creationId xmlns:a16="http://schemas.microsoft.com/office/drawing/2014/main" id="{F0D295C7-22F7-45B5-8755-3FBF672083A2}"/>
              </a:ext>
            </a:extLst>
          </p:cNvPr>
          <p:cNvSpPr>
            <a:spLocks xmlns:a="http://schemas.openxmlformats.org/drawingml/2006/main" noGrp="1"/>
          </p:cNvSpPr>
          <p:nvPr/>
        </p:nvSpPr>
        <p:spPr>
          <a:xfrm xmlns:a="http://schemas.openxmlformats.org/drawingml/2006/main">
            <a:off x="12403074" y="7724775"/>
            <a:ext cx="2857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أو</a:t>
            </a:r>
          </a:p>
        </p:txBody>
      </p:sp>
      <p:sp>
        <p:nvSpPr>
          <p:cNvPr id="53" name="">
            <a:extLst xmlns:a="http://schemas.openxmlformats.org/drawingml/2006/main">
              <a:ext uri="{FF2B5EF4-FFF2-40B4-BE49-F238E27FC236}">
                <a16:creationId xmlns:a16="http://schemas.microsoft.com/office/drawing/2014/main" id="{821BF04C-B841-42EC-A9E8-575DD82FEF3C}"/>
              </a:ext>
            </a:extLst>
          </p:cNvPr>
          <p:cNvSpPr>
            <a:spLocks xmlns:a="http://schemas.openxmlformats.org/drawingml/2006/main" noGrp="1"/>
          </p:cNvSpPr>
          <p:nvPr/>
        </p:nvSpPr>
        <p:spPr>
          <a:xfrm xmlns:a="http://schemas.openxmlformats.org/drawingml/2006/main">
            <a:off x="11666982" y="7724775"/>
            <a:ext cx="6381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حدود</a:t>
            </a:r>
          </a:p>
        </p:txBody>
      </p:sp>
      <p:sp>
        <p:nvSpPr>
          <p:cNvPr id="54" name="">
            <a:extLst xmlns:a="http://schemas.openxmlformats.org/drawingml/2006/main">
              <a:ext uri="{FF2B5EF4-FFF2-40B4-BE49-F238E27FC236}">
                <a16:creationId xmlns:a16="http://schemas.microsoft.com/office/drawing/2014/main" id="{6D3544CE-E5C0-4537-B2B1-CA1216660BC8}"/>
              </a:ext>
            </a:extLst>
          </p:cNvPr>
          <p:cNvSpPr>
            <a:spLocks xmlns:a="http://schemas.openxmlformats.org/drawingml/2006/main" noGrp="1"/>
          </p:cNvSpPr>
          <p:nvPr/>
        </p:nvSpPr>
        <p:spPr>
          <a:xfrm xmlns:a="http://schemas.openxmlformats.org/drawingml/2006/main">
            <a:off x="10664190" y="7724775"/>
            <a:ext cx="9048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واضحة</a:t>
            </a:r>
          </a:p>
        </p:txBody>
      </p:sp>
      <p:sp>
        <p:nvSpPr>
          <p:cNvPr id="55" name="">
            <a:extLst xmlns:a="http://schemas.openxmlformats.org/drawingml/2006/main">
              <a:ext uri="{FF2B5EF4-FFF2-40B4-BE49-F238E27FC236}">
                <a16:creationId xmlns:a16="http://schemas.microsoft.com/office/drawing/2014/main" id="{0585D269-2D96-45E8-AEC9-54F831693E8C}"/>
              </a:ext>
            </a:extLst>
          </p:cNvPr>
          <p:cNvSpPr>
            <a:spLocks xmlns:a="http://schemas.openxmlformats.org/drawingml/2006/main" noGrp="1"/>
          </p:cNvSpPr>
          <p:nvPr/>
        </p:nvSpPr>
        <p:spPr>
          <a:xfrm xmlns:a="http://schemas.openxmlformats.org/drawingml/2006/main">
            <a:off x="9785223" y="7724775"/>
            <a:ext cx="7810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BAC5DF"/>
                </a:solidFill>
                <a:latin typeface="Arial"/>
                <a:ea typeface="Arial"/>
                <a:cs typeface="Arial"/>
              </a:defRPr>
            </a:pPr>
            <a:r>
              <a:rPr sz="2775" b="0">
                <a:solidFill>
                  <a:srgbClr val="BAC5DF"/>
                </a:solidFill>
                <a:latin typeface="Arial"/>
                <a:ea typeface="Arial"/>
                <a:cs typeface="Arial"/>
              </a:rPr>
              <a:t>للنتيجة</a:t>
            </a:r>
          </a:p>
        </p:txBody>
      </p:sp>
    </p:spTree>
    <p:extLst>
      <p:ext uri="{BB962C8B-B14F-4D97-AF65-F5344CB8AC3E}">
        <p14:creationId xmlns:p14="http://schemas.microsoft.com/office/powerpoint/2010/main" val="799858317"/>
      </p:ext>
    </p:extLst>
  </p:cSld>
</p:sld>
</file>

<file path=ppt/slides/slide5.xml><?xml version="1.0" encoding="utf-8"?>
<p:sld xmlns:p="http://schemas.openxmlformats.org/presentationml/2006/main">
  <p:cSld>
    <p:bg>
      <p:bgPr>
        <a:solidFill xmlns:a="http://schemas.openxmlformats.org/drawingml/2006/main">
          <a:srgbClr val="F2F4FF"/>
        </a:solidFill>
      </p:bgPr>
    </p:bg>
    <p:spTree>
      <p:nvGrpSpPr>
        <p:cNvPr id="1" name=""/>
        <p:cNvGrpSpPr/>
        <p:nvPr/>
      </p:nvGrpSpPr>
      <p:grpSpPr>
        <a:xfrm xmlns:a="http://schemas.openxmlformats.org/drawingml/2006/main"/>
      </p:grpSpPr>
      <p:sp>
        <p:nvSpPr>
          <p:cNvPr id="55" name="">
            <a:extLst xmlns:a="http://schemas.openxmlformats.org/drawingml/2006/main">
              <a:ext uri="{FF2B5EF4-FFF2-40B4-BE49-F238E27FC236}">
                <a16:creationId xmlns:a16="http://schemas.microsoft.com/office/drawing/2014/main" id="{4323E70C-B300-4E1F-A61D-ACD0554A0B0C}"/>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86277"/>
                </a:solidFill>
                <a:latin typeface="Arial"/>
                <a:ea typeface="Arial"/>
                <a:cs typeface="Arial"/>
              </a:defRPr>
            </a:pPr>
            <a:r>
              <a:rPr sz="1725" b="0">
                <a:solidFill>
                  <a:srgbClr val="586277"/>
                </a:solidFill>
                <a:latin typeface="Arial"/>
                <a:ea typeface="Arial"/>
                <a:cs typeface="Arial"/>
              </a:rPr>
              <a:t>IsnadLens / 05</a:t>
            </a:r>
          </a:p>
        </p:txBody>
      </p:sp>
      <p:sp>
        <p:nvSpPr>
          <p:cNvPr id="2" name="">
            <a:extLst xmlns:a="http://schemas.openxmlformats.org/drawingml/2006/main">
              <a:ext uri="{FF2B5EF4-FFF2-40B4-BE49-F238E27FC236}">
                <a16:creationId xmlns:a16="http://schemas.microsoft.com/office/drawing/2014/main" id="{BF1AD91F-3B16-4E09-B22D-E84C675F4FBF}"/>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1CFD5D1A-1A0D-4631-BB01-78904F77DA9A}"/>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D4AE73DF-4EB5-4A38-873F-2A08AA419482}"/>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20BE1138-58C2-4489-80C8-BE7C62308589}"/>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AD2C697E-65DD-4750-8E74-8C2DC3C9547B}"/>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E32B0BA9-2A61-4FE7-B96F-7B48B2B0CC75}"/>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4C835175-83B1-4CA0-B0E6-1520D410D3FF}"/>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98E58A6D-61A1-4470-9F0A-7432127C3163}"/>
              </a:ext>
            </a:extLst>
          </p:cNvPr>
          <p:cNvSpPr>
            <a:spLocks xmlns:a="http://schemas.openxmlformats.org/drawingml/2006/main" noGrp="1"/>
          </p:cNvSpPr>
          <p:nvPr/>
        </p:nvSpPr>
        <p:spPr>
          <a:xfrm xmlns:a="http://schemas.openxmlformats.org/drawingml/2006/main">
            <a:off x="16125825" y="809625"/>
            <a:ext cx="12096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أختبر</a:t>
            </a:r>
          </a:p>
        </p:txBody>
      </p:sp>
      <p:sp>
        <p:nvSpPr>
          <p:cNvPr id="10" name="">
            <a:extLst xmlns:a="http://schemas.openxmlformats.org/drawingml/2006/main">
              <a:ext uri="{FF2B5EF4-FFF2-40B4-BE49-F238E27FC236}">
                <a16:creationId xmlns:a16="http://schemas.microsoft.com/office/drawing/2014/main" id="{0A22A605-3A94-4810-A6B7-0BB384B743BD}"/>
              </a:ext>
            </a:extLst>
          </p:cNvPr>
          <p:cNvSpPr>
            <a:spLocks xmlns:a="http://schemas.openxmlformats.org/drawingml/2006/main" noGrp="1"/>
          </p:cNvSpPr>
          <p:nvPr/>
        </p:nvSpPr>
        <p:spPr>
          <a:xfrm xmlns:a="http://schemas.openxmlformats.org/drawingml/2006/main">
            <a:off x="14902339" y="809625"/>
            <a:ext cx="10382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اللغة</a:t>
            </a:r>
          </a:p>
        </p:txBody>
      </p:sp>
      <p:sp>
        <p:nvSpPr>
          <p:cNvPr id="11" name="">
            <a:extLst xmlns:a="http://schemas.openxmlformats.org/drawingml/2006/main">
              <a:ext uri="{FF2B5EF4-FFF2-40B4-BE49-F238E27FC236}">
                <a16:creationId xmlns:a16="http://schemas.microsoft.com/office/drawing/2014/main" id="{2BFAA88E-1E88-4FFF-B8BB-DD0B259C3C1A}"/>
              </a:ext>
            </a:extLst>
          </p:cNvPr>
          <p:cNvSpPr>
            <a:spLocks xmlns:a="http://schemas.openxmlformats.org/drawingml/2006/main" noGrp="1"/>
          </p:cNvSpPr>
          <p:nvPr/>
        </p:nvSpPr>
        <p:spPr>
          <a:xfrm xmlns:a="http://schemas.openxmlformats.org/drawingml/2006/main">
            <a:off x="13983652" y="809625"/>
            <a:ext cx="7334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كما</a:t>
            </a:r>
          </a:p>
        </p:txBody>
      </p:sp>
      <p:sp>
        <p:nvSpPr>
          <p:cNvPr id="12" name="">
            <a:extLst xmlns:a="http://schemas.openxmlformats.org/drawingml/2006/main">
              <a:ext uri="{FF2B5EF4-FFF2-40B4-BE49-F238E27FC236}">
                <a16:creationId xmlns:a16="http://schemas.microsoft.com/office/drawing/2014/main" id="{6AA35968-5083-494F-8C62-BFF51B0B42F4}"/>
              </a:ext>
            </a:extLst>
          </p:cNvPr>
          <p:cNvSpPr>
            <a:spLocks xmlns:a="http://schemas.openxmlformats.org/drawingml/2006/main" noGrp="1"/>
          </p:cNvSpPr>
          <p:nvPr/>
        </p:nvSpPr>
        <p:spPr>
          <a:xfrm xmlns:a="http://schemas.openxmlformats.org/drawingml/2006/main">
            <a:off x="11655266" y="809625"/>
            <a:ext cx="21431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يستخدمها</a:t>
            </a:r>
          </a:p>
        </p:txBody>
      </p:sp>
      <p:sp>
        <p:nvSpPr>
          <p:cNvPr id="13" name="">
            <a:extLst xmlns:a="http://schemas.openxmlformats.org/drawingml/2006/main">
              <a:ext uri="{FF2B5EF4-FFF2-40B4-BE49-F238E27FC236}">
                <a16:creationId xmlns:a16="http://schemas.microsoft.com/office/drawing/2014/main" id="{56456171-BE38-4992-80E0-A2FD01064EA0}"/>
              </a:ext>
            </a:extLst>
          </p:cNvPr>
          <p:cNvSpPr>
            <a:spLocks xmlns:a="http://schemas.openxmlformats.org/drawingml/2006/main" noGrp="1"/>
          </p:cNvSpPr>
          <p:nvPr/>
        </p:nvSpPr>
        <p:spPr>
          <a:xfrm xmlns:a="http://schemas.openxmlformats.org/drawingml/2006/main">
            <a:off x="10174605" y="809625"/>
            <a:ext cx="12954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الناس</a:t>
            </a:r>
          </a:p>
        </p:txBody>
      </p:sp>
      <p:sp>
        <p:nvSpPr>
          <p:cNvPr id="14" name="">
            <a:extLst xmlns:a="http://schemas.openxmlformats.org/drawingml/2006/main">
              <a:ext uri="{FF2B5EF4-FFF2-40B4-BE49-F238E27FC236}">
                <a16:creationId xmlns:a16="http://schemas.microsoft.com/office/drawing/2014/main" id="{27C51620-9116-4B2D-AF17-195AB2EBB9D9}"/>
              </a:ext>
            </a:extLst>
          </p:cNvPr>
          <p:cNvSpPr>
            <a:spLocks xmlns:a="http://schemas.openxmlformats.org/drawingml/2006/main" noGrp="1"/>
          </p:cNvSpPr>
          <p:nvPr/>
        </p:nvSpPr>
        <p:spPr>
          <a:xfrm xmlns:a="http://schemas.openxmlformats.org/drawingml/2006/main">
            <a:off x="16735425" y="2619375"/>
            <a:ext cx="50482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هل</a:t>
            </a:r>
          </a:p>
        </p:txBody>
      </p:sp>
      <p:sp>
        <p:nvSpPr>
          <p:cNvPr id="15" name="">
            <a:extLst xmlns:a="http://schemas.openxmlformats.org/drawingml/2006/main">
              <a:ext uri="{FF2B5EF4-FFF2-40B4-BE49-F238E27FC236}">
                <a16:creationId xmlns:a16="http://schemas.microsoft.com/office/drawing/2014/main" id="{F3535651-68B6-416E-AD89-3E47BEC4C28F}"/>
              </a:ext>
            </a:extLst>
          </p:cNvPr>
          <p:cNvSpPr>
            <a:spLocks xmlns:a="http://schemas.openxmlformats.org/drawingml/2006/main" noGrp="1"/>
          </p:cNvSpPr>
          <p:nvPr/>
        </p:nvSpPr>
        <p:spPr>
          <a:xfrm xmlns:a="http://schemas.openxmlformats.org/drawingml/2006/main">
            <a:off x="15705106" y="2619375"/>
            <a:ext cx="89535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أُمرت</a:t>
            </a:r>
          </a:p>
        </p:txBody>
      </p:sp>
      <p:sp>
        <p:nvSpPr>
          <p:cNvPr id="16" name="">
            <a:extLst xmlns:a="http://schemas.openxmlformats.org/drawingml/2006/main">
              <a:ext uri="{FF2B5EF4-FFF2-40B4-BE49-F238E27FC236}">
                <a16:creationId xmlns:a16="http://schemas.microsoft.com/office/drawing/2014/main" id="{00AD26C7-6170-4B44-B131-A595FCB093CA}"/>
              </a:ext>
            </a:extLst>
          </p:cNvPr>
          <p:cNvSpPr>
            <a:spLocks xmlns:a="http://schemas.openxmlformats.org/drawingml/2006/main" noGrp="1"/>
          </p:cNvSpPr>
          <p:nvPr/>
        </p:nvSpPr>
        <p:spPr>
          <a:xfrm xmlns:a="http://schemas.openxmlformats.org/drawingml/2006/main">
            <a:off x="14789086" y="2619375"/>
            <a:ext cx="78105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مريم</a:t>
            </a:r>
          </a:p>
        </p:txBody>
      </p:sp>
      <p:sp>
        <p:nvSpPr>
          <p:cNvPr id="17" name="">
            <a:extLst xmlns:a="http://schemas.openxmlformats.org/drawingml/2006/main">
              <a:ext uri="{FF2B5EF4-FFF2-40B4-BE49-F238E27FC236}">
                <a16:creationId xmlns:a16="http://schemas.microsoft.com/office/drawing/2014/main" id="{A4F1266B-F0FE-409F-9320-B2F286D64A80}"/>
              </a:ext>
            </a:extLst>
          </p:cNvPr>
          <p:cNvSpPr>
            <a:spLocks xmlns:a="http://schemas.openxmlformats.org/drawingml/2006/main" noGrp="1"/>
          </p:cNvSpPr>
          <p:nvPr/>
        </p:nvSpPr>
        <p:spPr>
          <a:xfrm xmlns:a="http://schemas.openxmlformats.org/drawingml/2006/main">
            <a:off x="14034992" y="2619375"/>
            <a:ext cx="61912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بهز</a:t>
            </a:r>
          </a:p>
        </p:txBody>
      </p:sp>
      <p:sp>
        <p:nvSpPr>
          <p:cNvPr id="18" name="">
            <a:extLst xmlns:a="http://schemas.openxmlformats.org/drawingml/2006/main">
              <a:ext uri="{FF2B5EF4-FFF2-40B4-BE49-F238E27FC236}">
                <a16:creationId xmlns:a16="http://schemas.microsoft.com/office/drawing/2014/main" id="{0E1F44E8-4E3C-4B40-9FBA-B27BD5B9AE35}"/>
              </a:ext>
            </a:extLst>
          </p:cNvPr>
          <p:cNvSpPr>
            <a:spLocks xmlns:a="http://schemas.openxmlformats.org/drawingml/2006/main" noGrp="1"/>
          </p:cNvSpPr>
          <p:nvPr/>
        </p:nvSpPr>
        <p:spPr>
          <a:xfrm xmlns:a="http://schemas.openxmlformats.org/drawingml/2006/main">
            <a:off x="13157073" y="2619375"/>
            <a:ext cx="74295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جذع</a:t>
            </a:r>
          </a:p>
        </p:txBody>
      </p:sp>
      <p:sp>
        <p:nvSpPr>
          <p:cNvPr id="19" name="">
            <a:extLst xmlns:a="http://schemas.openxmlformats.org/drawingml/2006/main">
              <a:ext uri="{FF2B5EF4-FFF2-40B4-BE49-F238E27FC236}">
                <a16:creationId xmlns:a16="http://schemas.microsoft.com/office/drawing/2014/main" id="{6B385F5A-FCF8-4533-B4C3-3F7F40141A04}"/>
              </a:ext>
            </a:extLst>
          </p:cNvPr>
          <p:cNvSpPr>
            <a:spLocks xmlns:a="http://schemas.openxmlformats.org/drawingml/2006/main" noGrp="1"/>
          </p:cNvSpPr>
          <p:nvPr/>
        </p:nvSpPr>
        <p:spPr>
          <a:xfrm xmlns:a="http://schemas.openxmlformats.org/drawingml/2006/main">
            <a:off x="12041029" y="2619375"/>
            <a:ext cx="98107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النخله</a:t>
            </a:r>
          </a:p>
        </p:txBody>
      </p:sp>
      <p:sp>
        <p:nvSpPr>
          <p:cNvPr id="20" name="">
            <a:extLst xmlns:a="http://schemas.openxmlformats.org/drawingml/2006/main">
              <a:ext uri="{FF2B5EF4-FFF2-40B4-BE49-F238E27FC236}">
                <a16:creationId xmlns:a16="http://schemas.microsoft.com/office/drawing/2014/main" id="{7C9E4078-4316-49A9-A756-E24E4F045EF5}"/>
              </a:ext>
            </a:extLst>
          </p:cNvPr>
          <p:cNvSpPr>
            <a:spLocks xmlns:a="http://schemas.openxmlformats.org/drawingml/2006/main" noGrp="1"/>
          </p:cNvSpPr>
          <p:nvPr/>
        </p:nvSpPr>
        <p:spPr>
          <a:xfrm xmlns:a="http://schemas.openxmlformats.org/drawingml/2006/main">
            <a:off x="10886884" y="2619375"/>
            <a:ext cx="101917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لتسقط</a:t>
            </a:r>
          </a:p>
        </p:txBody>
      </p:sp>
      <p:sp>
        <p:nvSpPr>
          <p:cNvPr id="21" name="">
            <a:extLst xmlns:a="http://schemas.openxmlformats.org/drawingml/2006/main">
              <a:ext uri="{FF2B5EF4-FFF2-40B4-BE49-F238E27FC236}">
                <a16:creationId xmlns:a16="http://schemas.microsoft.com/office/drawing/2014/main" id="{4B6E781A-55D2-40D5-AFAA-4C68A29EBE20}"/>
              </a:ext>
            </a:extLst>
          </p:cNvPr>
          <p:cNvSpPr>
            <a:spLocks xmlns:a="http://schemas.openxmlformats.org/drawingml/2006/main" noGrp="1"/>
          </p:cNvSpPr>
          <p:nvPr/>
        </p:nvSpPr>
        <p:spPr>
          <a:xfrm xmlns:a="http://schemas.openxmlformats.org/drawingml/2006/main">
            <a:off x="9847040" y="2619375"/>
            <a:ext cx="90487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عليها</a:t>
            </a:r>
          </a:p>
        </p:txBody>
      </p:sp>
      <p:sp>
        <p:nvSpPr>
          <p:cNvPr id="22" name="">
            <a:extLst xmlns:a="http://schemas.openxmlformats.org/drawingml/2006/main">
              <a:ext uri="{FF2B5EF4-FFF2-40B4-BE49-F238E27FC236}">
                <a16:creationId xmlns:a16="http://schemas.microsoft.com/office/drawing/2014/main" id="{A04DDB1A-287D-4678-A716-74B850622569}"/>
              </a:ext>
            </a:extLst>
          </p:cNvPr>
          <p:cNvSpPr>
            <a:spLocks xmlns:a="http://schemas.openxmlformats.org/drawingml/2006/main" noGrp="1"/>
          </p:cNvSpPr>
          <p:nvPr/>
        </p:nvSpPr>
        <p:spPr>
          <a:xfrm xmlns:a="http://schemas.openxmlformats.org/drawingml/2006/main">
            <a:off x="8940546" y="2619375"/>
            <a:ext cx="77152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رطباً</a:t>
            </a:r>
          </a:p>
        </p:txBody>
      </p:sp>
      <p:sp>
        <p:nvSpPr>
          <p:cNvPr id="23" name="">
            <a:extLst xmlns:a="http://schemas.openxmlformats.org/drawingml/2006/main">
              <a:ext uri="{FF2B5EF4-FFF2-40B4-BE49-F238E27FC236}">
                <a16:creationId xmlns:a16="http://schemas.microsoft.com/office/drawing/2014/main" id="{97C57D44-AFBA-4594-BC82-244F690A3022}"/>
              </a:ext>
            </a:extLst>
          </p:cNvPr>
          <p:cNvSpPr>
            <a:spLocks xmlns:a="http://schemas.openxmlformats.org/drawingml/2006/main" noGrp="1"/>
          </p:cNvSpPr>
          <p:nvPr/>
        </p:nvSpPr>
        <p:spPr>
          <a:xfrm xmlns:a="http://schemas.openxmlformats.org/drawingml/2006/main">
            <a:off x="16802100" y="3667125"/>
            <a:ext cx="4381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فهم</a:t>
            </a:r>
          </a:p>
        </p:txBody>
      </p:sp>
      <p:sp>
        <p:nvSpPr>
          <p:cNvPr id="24" name="">
            <a:extLst xmlns:a="http://schemas.openxmlformats.org/drawingml/2006/main">
              <a:ext uri="{FF2B5EF4-FFF2-40B4-BE49-F238E27FC236}">
                <a16:creationId xmlns:a16="http://schemas.microsoft.com/office/drawing/2014/main" id="{45D3D0AF-3741-40A7-BF8D-803208C5F40E}"/>
              </a:ext>
            </a:extLst>
          </p:cNvPr>
          <p:cNvSpPr>
            <a:spLocks xmlns:a="http://schemas.openxmlformats.org/drawingml/2006/main" noGrp="1"/>
          </p:cNvSpPr>
          <p:nvPr/>
        </p:nvSpPr>
        <p:spPr>
          <a:xfrm xmlns:a="http://schemas.openxmlformats.org/drawingml/2006/main">
            <a:off x="15962852" y="3667125"/>
            <a:ext cx="7334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الخطأ</a:t>
            </a:r>
          </a:p>
        </p:txBody>
      </p:sp>
      <p:sp>
        <p:nvSpPr>
          <p:cNvPr id="25" name="">
            <a:extLst xmlns:a="http://schemas.openxmlformats.org/drawingml/2006/main">
              <a:ext uri="{FF2B5EF4-FFF2-40B4-BE49-F238E27FC236}">
                <a16:creationId xmlns:a16="http://schemas.microsoft.com/office/drawing/2014/main" id="{5E862016-444A-4D2D-9DFE-2EDA3741FC75}"/>
              </a:ext>
            </a:extLst>
          </p:cNvPr>
          <p:cNvSpPr>
            <a:spLocks xmlns:a="http://schemas.openxmlformats.org/drawingml/2006/main" noGrp="1"/>
          </p:cNvSpPr>
          <p:nvPr/>
        </p:nvSpPr>
        <p:spPr>
          <a:xfrm xmlns:a="http://schemas.openxmlformats.org/drawingml/2006/main">
            <a:off x="14809280" y="3667125"/>
            <a:ext cx="1047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الإملائي</a:t>
            </a:r>
          </a:p>
        </p:txBody>
      </p:sp>
      <p:sp>
        <p:nvSpPr>
          <p:cNvPr id="26" name="">
            <a:extLst xmlns:a="http://schemas.openxmlformats.org/drawingml/2006/main">
              <a:ext uri="{FF2B5EF4-FFF2-40B4-BE49-F238E27FC236}">
                <a16:creationId xmlns:a16="http://schemas.microsoft.com/office/drawing/2014/main" id="{EE8697B2-52C6-455D-ACA0-2763A5E9E90B}"/>
              </a:ext>
            </a:extLst>
          </p:cNvPr>
          <p:cNvSpPr>
            <a:spLocks xmlns:a="http://schemas.openxmlformats.org/drawingml/2006/main" noGrp="1"/>
          </p:cNvSpPr>
          <p:nvPr/>
        </p:nvSpPr>
        <p:spPr>
          <a:xfrm xmlns:a="http://schemas.openxmlformats.org/drawingml/2006/main">
            <a:off x="14122432" y="3667125"/>
            <a:ext cx="5810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وقدّم</a:t>
            </a:r>
          </a:p>
        </p:txBody>
      </p:sp>
      <p:sp>
        <p:nvSpPr>
          <p:cNvPr id="27" name="">
            <a:extLst xmlns:a="http://schemas.openxmlformats.org/drawingml/2006/main">
              <a:ext uri="{FF2B5EF4-FFF2-40B4-BE49-F238E27FC236}">
                <a16:creationId xmlns:a16="http://schemas.microsoft.com/office/drawing/2014/main" id="{F6B2D188-65D8-49D9-9930-6AC7B17B133F}"/>
              </a:ext>
            </a:extLst>
          </p:cNvPr>
          <p:cNvSpPr>
            <a:spLocks xmlns:a="http://schemas.openxmlformats.org/drawingml/2006/main" noGrp="1"/>
          </p:cNvSpPr>
          <p:nvPr/>
        </p:nvSpPr>
        <p:spPr>
          <a:xfrm xmlns:a="http://schemas.openxmlformats.org/drawingml/2006/main">
            <a:off x="13330809" y="3667125"/>
            <a:ext cx="685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جواباً</a:t>
            </a:r>
          </a:p>
        </p:txBody>
      </p:sp>
      <p:sp>
        <p:nvSpPr>
          <p:cNvPr id="28" name="">
            <a:extLst xmlns:a="http://schemas.openxmlformats.org/drawingml/2006/main">
              <a:ext uri="{FF2B5EF4-FFF2-40B4-BE49-F238E27FC236}">
                <a16:creationId xmlns:a16="http://schemas.microsoft.com/office/drawing/2014/main" id="{B51A789A-090F-4FE8-916F-B8BF55C9B9AA}"/>
              </a:ext>
            </a:extLst>
          </p:cNvPr>
          <p:cNvSpPr>
            <a:spLocks xmlns:a="http://schemas.openxmlformats.org/drawingml/2006/main" noGrp="1"/>
          </p:cNvSpPr>
          <p:nvPr/>
        </p:nvSpPr>
        <p:spPr>
          <a:xfrm xmlns:a="http://schemas.openxmlformats.org/drawingml/2006/main">
            <a:off x="12282011" y="3667125"/>
            <a:ext cx="9429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مدعوماً</a:t>
            </a:r>
          </a:p>
        </p:txBody>
      </p:sp>
      <p:sp>
        <p:nvSpPr>
          <p:cNvPr id="29" name="">
            <a:extLst xmlns:a="http://schemas.openxmlformats.org/drawingml/2006/main">
              <a:ext uri="{FF2B5EF4-FFF2-40B4-BE49-F238E27FC236}">
                <a16:creationId xmlns:a16="http://schemas.microsoft.com/office/drawing/2014/main" id="{64A448E1-0762-4F1D-B717-1234619EBCCB}"/>
              </a:ext>
            </a:extLst>
          </p:cNvPr>
          <p:cNvSpPr>
            <a:spLocks xmlns:a="http://schemas.openxmlformats.org/drawingml/2006/main" noGrp="1"/>
          </p:cNvSpPr>
          <p:nvPr/>
        </p:nvSpPr>
        <p:spPr>
          <a:xfrm xmlns:a="http://schemas.openxmlformats.org/drawingml/2006/main">
            <a:off x="15925800" y="5143500"/>
            <a:ext cx="131445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وصلتني</a:t>
            </a:r>
          </a:p>
        </p:txBody>
      </p:sp>
      <p:sp>
        <p:nvSpPr>
          <p:cNvPr id="30" name="">
            <a:extLst xmlns:a="http://schemas.openxmlformats.org/drawingml/2006/main">
              <a:ext uri="{FF2B5EF4-FFF2-40B4-BE49-F238E27FC236}">
                <a16:creationId xmlns:a16="http://schemas.microsoft.com/office/drawing/2014/main" id="{624CCEF6-99A5-4413-A906-A191E2EAAF8C}"/>
              </a:ext>
            </a:extLst>
          </p:cNvPr>
          <p:cNvSpPr>
            <a:spLocks xmlns:a="http://schemas.openxmlformats.org/drawingml/2006/main" noGrp="1"/>
          </p:cNvSpPr>
          <p:nvPr/>
        </p:nvSpPr>
        <p:spPr>
          <a:xfrm xmlns:a="http://schemas.openxmlformats.org/drawingml/2006/main">
            <a:off x="14847856" y="5143500"/>
            <a:ext cx="94297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عبارة</a:t>
            </a:r>
          </a:p>
        </p:txBody>
      </p:sp>
      <p:sp>
        <p:nvSpPr>
          <p:cNvPr id="31" name="">
            <a:extLst xmlns:a="http://schemas.openxmlformats.org/drawingml/2006/main">
              <a:ext uri="{FF2B5EF4-FFF2-40B4-BE49-F238E27FC236}">
                <a16:creationId xmlns:a16="http://schemas.microsoft.com/office/drawing/2014/main" id="{D9347835-68AA-404F-B708-6C795A624BE1}"/>
              </a:ext>
            </a:extLst>
          </p:cNvPr>
          <p:cNvSpPr>
            <a:spLocks xmlns:a="http://schemas.openxmlformats.org/drawingml/2006/main" noGrp="1"/>
          </p:cNvSpPr>
          <p:nvPr/>
        </p:nvSpPr>
        <p:spPr>
          <a:xfrm xmlns:a="http://schemas.openxmlformats.org/drawingml/2006/main">
            <a:off x="13465111" y="5143500"/>
            <a:ext cx="1247775"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منسوبة</a:t>
            </a:r>
          </a:p>
        </p:txBody>
      </p:sp>
      <p:sp>
        <p:nvSpPr>
          <p:cNvPr id="32" name="">
            <a:extLst xmlns:a="http://schemas.openxmlformats.org/drawingml/2006/main">
              <a:ext uri="{FF2B5EF4-FFF2-40B4-BE49-F238E27FC236}">
                <a16:creationId xmlns:a16="http://schemas.microsoft.com/office/drawing/2014/main" id="{4F15589F-BECB-49BE-B57D-85C9E2749FE7}"/>
              </a:ext>
            </a:extLst>
          </p:cNvPr>
          <p:cNvSpPr>
            <a:spLocks xmlns:a="http://schemas.openxmlformats.org/drawingml/2006/main" noGrp="1"/>
          </p:cNvSpPr>
          <p:nvPr/>
        </p:nvSpPr>
        <p:spPr>
          <a:xfrm xmlns:a="http://schemas.openxmlformats.org/drawingml/2006/main">
            <a:off x="12491942" y="5143500"/>
            <a:ext cx="83820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للنبي</a:t>
            </a:r>
          </a:p>
        </p:txBody>
      </p:sp>
      <p:sp>
        <p:nvSpPr>
          <p:cNvPr id="33" name="">
            <a:extLst xmlns:a="http://schemas.openxmlformats.org/drawingml/2006/main">
              <a:ext uri="{FF2B5EF4-FFF2-40B4-BE49-F238E27FC236}">
                <a16:creationId xmlns:a16="http://schemas.microsoft.com/office/drawing/2014/main" id="{89DFC42B-7DFC-4A69-AC36-424F3EAD196E}"/>
              </a:ext>
            </a:extLst>
          </p:cNvPr>
          <p:cNvSpPr>
            <a:spLocks xmlns:a="http://schemas.openxmlformats.org/drawingml/2006/main" noGrp="1"/>
          </p:cNvSpPr>
          <p:nvPr/>
        </p:nvSpPr>
        <p:spPr>
          <a:xfrm xmlns:a="http://schemas.openxmlformats.org/drawingml/2006/main">
            <a:off x="11709273" y="5143500"/>
            <a:ext cx="64770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فهل</a:t>
            </a:r>
          </a:p>
        </p:txBody>
      </p:sp>
      <p:sp>
        <p:nvSpPr>
          <p:cNvPr id="34" name="">
            <a:extLst xmlns:a="http://schemas.openxmlformats.org/drawingml/2006/main">
              <a:ext uri="{FF2B5EF4-FFF2-40B4-BE49-F238E27FC236}">
                <a16:creationId xmlns:a16="http://schemas.microsoft.com/office/drawing/2014/main" id="{23AFFA48-E012-472E-8981-E41CD0076497}"/>
              </a:ext>
            </a:extLst>
          </p:cNvPr>
          <p:cNvSpPr>
            <a:spLocks xmlns:a="http://schemas.openxmlformats.org/drawingml/2006/main" noGrp="1"/>
          </p:cNvSpPr>
          <p:nvPr/>
        </p:nvSpPr>
        <p:spPr>
          <a:xfrm xmlns:a="http://schemas.openxmlformats.org/drawingml/2006/main">
            <a:off x="10488454" y="5143500"/>
            <a:ext cx="108585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نسبتها</a:t>
            </a:r>
          </a:p>
        </p:txBody>
      </p:sp>
      <p:sp>
        <p:nvSpPr>
          <p:cNvPr id="35" name="">
            <a:extLst xmlns:a="http://schemas.openxmlformats.org/drawingml/2006/main">
              <a:ext uri="{FF2B5EF4-FFF2-40B4-BE49-F238E27FC236}">
                <a16:creationId xmlns:a16="http://schemas.microsoft.com/office/drawing/2014/main" id="{0D965FF2-5C7A-46CD-867A-559B471A20A5}"/>
              </a:ext>
            </a:extLst>
          </p:cNvPr>
          <p:cNvSpPr>
            <a:spLocks xmlns:a="http://schemas.openxmlformats.org/drawingml/2006/main" noGrp="1"/>
          </p:cNvSpPr>
          <p:nvPr/>
        </p:nvSpPr>
        <p:spPr>
          <a:xfrm xmlns:a="http://schemas.openxmlformats.org/drawingml/2006/main">
            <a:off x="9077134" y="5143500"/>
            <a:ext cx="1276350" cy="75295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825" b="1">
                <a:solidFill>
                  <a:srgbClr val="075642"/>
                </a:solidFill>
                <a:latin typeface="Arial"/>
                <a:ea typeface="Arial"/>
                <a:cs typeface="Arial"/>
              </a:defRPr>
            </a:pPr>
            <a:r>
              <a:rPr sz="3825" b="1">
                <a:solidFill>
                  <a:srgbClr val="075642"/>
                </a:solidFill>
                <a:latin typeface="Arial"/>
                <a:ea typeface="Arial"/>
                <a:cs typeface="Arial"/>
              </a:rPr>
              <a:t>صحيحة</a:t>
            </a:r>
          </a:p>
        </p:txBody>
      </p:sp>
      <p:sp>
        <p:nvSpPr>
          <p:cNvPr id="36" name="">
            <a:extLst xmlns:a="http://schemas.openxmlformats.org/drawingml/2006/main">
              <a:ext uri="{FF2B5EF4-FFF2-40B4-BE49-F238E27FC236}">
                <a16:creationId xmlns:a16="http://schemas.microsoft.com/office/drawing/2014/main" id="{9AB22ABC-31CD-4ABB-9E4E-8076EC156403}"/>
              </a:ext>
            </a:extLst>
          </p:cNvPr>
          <p:cNvSpPr>
            <a:spLocks xmlns:a="http://schemas.openxmlformats.org/drawingml/2006/main" noGrp="1"/>
          </p:cNvSpPr>
          <p:nvPr/>
        </p:nvSpPr>
        <p:spPr>
          <a:xfrm xmlns:a="http://schemas.openxmlformats.org/drawingml/2006/main">
            <a:off x="16602075" y="6191250"/>
            <a:ext cx="6381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طلب</a:t>
            </a:r>
          </a:p>
        </p:txBody>
      </p:sp>
      <p:sp>
        <p:nvSpPr>
          <p:cNvPr id="37" name="">
            <a:extLst xmlns:a="http://schemas.openxmlformats.org/drawingml/2006/main">
              <a:ext uri="{FF2B5EF4-FFF2-40B4-BE49-F238E27FC236}">
                <a16:creationId xmlns:a16="http://schemas.microsoft.com/office/drawing/2014/main" id="{D5F1D1F0-33A0-454A-B160-4B3027F48A86}"/>
              </a:ext>
            </a:extLst>
          </p:cNvPr>
          <p:cNvSpPr>
            <a:spLocks xmlns:a="http://schemas.openxmlformats.org/drawingml/2006/main" noGrp="1"/>
          </p:cNvSpPr>
          <p:nvPr/>
        </p:nvSpPr>
        <p:spPr>
          <a:xfrm xmlns:a="http://schemas.openxmlformats.org/drawingml/2006/main">
            <a:off x="15648527" y="6191250"/>
            <a:ext cx="8477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العبارة</a:t>
            </a:r>
          </a:p>
        </p:txBody>
      </p:sp>
      <p:sp>
        <p:nvSpPr>
          <p:cNvPr id="38" name="">
            <a:extLst xmlns:a="http://schemas.openxmlformats.org/drawingml/2006/main">
              <a:ext uri="{FF2B5EF4-FFF2-40B4-BE49-F238E27FC236}">
                <a16:creationId xmlns:a16="http://schemas.microsoft.com/office/drawing/2014/main" id="{FD1CCFBF-B2AC-4103-967B-7F8A58B3E68F}"/>
              </a:ext>
            </a:extLst>
          </p:cNvPr>
          <p:cNvSpPr>
            <a:spLocks xmlns:a="http://schemas.openxmlformats.org/drawingml/2006/main" noGrp="1"/>
          </p:cNvSpPr>
          <p:nvPr/>
        </p:nvSpPr>
        <p:spPr>
          <a:xfrm xmlns:a="http://schemas.openxmlformats.org/drawingml/2006/main">
            <a:off x="15237905" y="6191250"/>
            <a:ext cx="304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أو</a:t>
            </a:r>
          </a:p>
        </p:txBody>
      </p:sp>
      <p:sp>
        <p:nvSpPr>
          <p:cNvPr id="39" name="">
            <a:extLst xmlns:a="http://schemas.openxmlformats.org/drawingml/2006/main">
              <a:ext uri="{FF2B5EF4-FFF2-40B4-BE49-F238E27FC236}">
                <a16:creationId xmlns:a16="http://schemas.microsoft.com/office/drawing/2014/main" id="{A7728485-4C79-423B-9440-52555F1321B9}"/>
              </a:ext>
            </a:extLst>
          </p:cNvPr>
          <p:cNvSpPr>
            <a:spLocks xmlns:a="http://schemas.openxmlformats.org/drawingml/2006/main" noGrp="1"/>
          </p:cNvSpPr>
          <p:nvPr/>
        </p:nvSpPr>
        <p:spPr>
          <a:xfrm xmlns:a="http://schemas.openxmlformats.org/drawingml/2006/main">
            <a:off x="14198632" y="6191250"/>
            <a:ext cx="933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المرجع</a:t>
            </a:r>
          </a:p>
        </p:txBody>
      </p:sp>
      <p:sp>
        <p:nvSpPr>
          <p:cNvPr id="40" name="">
            <a:extLst xmlns:a="http://schemas.openxmlformats.org/drawingml/2006/main">
              <a:ext uri="{FF2B5EF4-FFF2-40B4-BE49-F238E27FC236}">
                <a16:creationId xmlns:a16="http://schemas.microsoft.com/office/drawing/2014/main" id="{BC35BC4C-23A9-48B4-BFD6-5B003C23FDEA}"/>
              </a:ext>
            </a:extLst>
          </p:cNvPr>
          <p:cNvSpPr>
            <a:spLocks xmlns:a="http://schemas.openxmlformats.org/drawingml/2006/main" noGrp="1"/>
          </p:cNvSpPr>
          <p:nvPr/>
        </p:nvSpPr>
        <p:spPr>
          <a:xfrm xmlns:a="http://schemas.openxmlformats.org/drawingml/2006/main">
            <a:off x="13645134" y="6191250"/>
            <a:ext cx="4476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قبل</a:t>
            </a:r>
          </a:p>
        </p:txBody>
      </p:sp>
      <p:sp>
        <p:nvSpPr>
          <p:cNvPr id="41" name="">
            <a:extLst xmlns:a="http://schemas.openxmlformats.org/drawingml/2006/main">
              <a:ext uri="{FF2B5EF4-FFF2-40B4-BE49-F238E27FC236}">
                <a16:creationId xmlns:a16="http://schemas.microsoft.com/office/drawing/2014/main" id="{44B217CA-405E-4BA7-9F47-7DEE2C021EF0}"/>
              </a:ext>
            </a:extLst>
          </p:cNvPr>
          <p:cNvSpPr>
            <a:spLocks xmlns:a="http://schemas.openxmlformats.org/drawingml/2006/main" noGrp="1"/>
          </p:cNvSpPr>
          <p:nvPr/>
        </p:nvSpPr>
        <p:spPr>
          <a:xfrm xmlns:a="http://schemas.openxmlformats.org/drawingml/2006/main">
            <a:off x="12748736" y="6191250"/>
            <a:ext cx="7905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البحث</a:t>
            </a:r>
          </a:p>
        </p:txBody>
      </p:sp>
      <p:sp>
        <p:nvSpPr>
          <p:cNvPr id="42" name="">
            <a:extLst xmlns:a="http://schemas.openxmlformats.org/drawingml/2006/main">
              <a:ext uri="{FF2B5EF4-FFF2-40B4-BE49-F238E27FC236}">
                <a16:creationId xmlns:a16="http://schemas.microsoft.com/office/drawing/2014/main" id="{3344EAFB-991C-4930-A987-568AA6F378C3}"/>
              </a:ext>
            </a:extLst>
          </p:cNvPr>
          <p:cNvSpPr>
            <a:spLocks xmlns:a="http://schemas.openxmlformats.org/drawingml/2006/main" noGrp="1"/>
          </p:cNvSpPr>
          <p:nvPr/>
        </p:nvSpPr>
        <p:spPr>
          <a:xfrm xmlns:a="http://schemas.openxmlformats.org/drawingml/2006/main">
            <a:off x="12176189" y="6191250"/>
            <a:ext cx="4667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عن</a:t>
            </a:r>
          </a:p>
        </p:txBody>
      </p:sp>
      <p:sp>
        <p:nvSpPr>
          <p:cNvPr id="43" name="">
            <a:extLst xmlns:a="http://schemas.openxmlformats.org/drawingml/2006/main">
              <a:ext uri="{FF2B5EF4-FFF2-40B4-BE49-F238E27FC236}">
                <a16:creationId xmlns:a16="http://schemas.microsoft.com/office/drawing/2014/main" id="{3D6D37F7-2C5C-487B-84DA-BE1A0275ED1B}"/>
              </a:ext>
            </a:extLst>
          </p:cNvPr>
          <p:cNvSpPr>
            <a:spLocks xmlns:a="http://schemas.openxmlformats.org/drawingml/2006/main" noGrp="1"/>
          </p:cNvSpPr>
          <p:nvPr/>
        </p:nvSpPr>
        <p:spPr>
          <a:xfrm xmlns:a="http://schemas.openxmlformats.org/drawingml/2006/main">
            <a:off x="11517916" y="6191250"/>
            <a:ext cx="5524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00" b="0">
                <a:solidFill>
                  <a:srgbClr val="12183F"/>
                </a:solidFill>
                <a:latin typeface="Arial"/>
                <a:ea typeface="Arial"/>
                <a:cs typeface="Arial"/>
              </a:defRPr>
            </a:pPr>
            <a:r>
              <a:rPr sz="3000" b="0">
                <a:solidFill>
                  <a:srgbClr val="12183F"/>
                </a:solidFill>
                <a:latin typeface="Arial"/>
                <a:ea typeface="Arial"/>
                <a:cs typeface="Arial"/>
              </a:rPr>
              <a:t>دليل</a:t>
            </a:r>
          </a:p>
        </p:txBody>
      </p:sp>
      <p:sp>
        <p:nvSpPr>
          <p:cNvPr id="44" name="">
            <a:extLst xmlns:a="http://schemas.openxmlformats.org/drawingml/2006/main">
              <a:ext uri="{FF2B5EF4-FFF2-40B4-BE49-F238E27FC236}">
                <a16:creationId xmlns:a16="http://schemas.microsoft.com/office/drawing/2014/main" id="{AFB49D3A-D960-4746-8970-3BF4CCC8B895}"/>
              </a:ext>
            </a:extLst>
          </p:cNvPr>
          <p:cNvSpPr>
            <a:spLocks xmlns:a="http://schemas.openxmlformats.org/drawingml/2006/main" noGrp="1"/>
          </p:cNvSpPr>
          <p:nvPr/>
        </p:nvSpPr>
        <p:spPr>
          <a:xfrm xmlns:a="http://schemas.openxmlformats.org/drawingml/2006/main">
            <a:off x="16440150" y="7877175"/>
            <a:ext cx="8001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السؤال</a:t>
            </a:r>
          </a:p>
        </p:txBody>
      </p:sp>
      <p:sp>
        <p:nvSpPr>
          <p:cNvPr id="45" name="">
            <a:extLst xmlns:a="http://schemas.openxmlformats.org/drawingml/2006/main">
              <a:ext uri="{FF2B5EF4-FFF2-40B4-BE49-F238E27FC236}">
                <a16:creationId xmlns:a16="http://schemas.microsoft.com/office/drawing/2014/main" id="{1D28F869-4580-48D1-9039-8FC8714DA67C}"/>
              </a:ext>
            </a:extLst>
          </p:cNvPr>
          <p:cNvSpPr>
            <a:spLocks xmlns:a="http://schemas.openxmlformats.org/drawingml/2006/main" noGrp="1"/>
          </p:cNvSpPr>
          <p:nvPr/>
        </p:nvSpPr>
        <p:spPr>
          <a:xfrm xmlns:a="http://schemas.openxmlformats.org/drawingml/2006/main">
            <a:off x="15456408" y="7877175"/>
            <a:ext cx="88582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الخاطئ</a:t>
            </a:r>
          </a:p>
        </p:txBody>
      </p:sp>
      <p:sp>
        <p:nvSpPr>
          <p:cNvPr id="46" name="">
            <a:extLst xmlns:a="http://schemas.openxmlformats.org/drawingml/2006/main">
              <a:ext uri="{FF2B5EF4-FFF2-40B4-BE49-F238E27FC236}">
                <a16:creationId xmlns:a16="http://schemas.microsoft.com/office/drawing/2014/main" id="{CE9130F0-BFE2-4673-88C0-508D9E60BCE6}"/>
              </a:ext>
            </a:extLst>
          </p:cNvPr>
          <p:cNvSpPr>
            <a:spLocks xmlns:a="http://schemas.openxmlformats.org/drawingml/2006/main" noGrp="1"/>
          </p:cNvSpPr>
          <p:nvPr/>
        </p:nvSpPr>
        <p:spPr>
          <a:xfrm xmlns:a="http://schemas.openxmlformats.org/drawingml/2006/main">
            <a:off x="14825091" y="7877175"/>
            <a:ext cx="5334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يبقى</a:t>
            </a:r>
          </a:p>
        </p:txBody>
      </p:sp>
      <p:sp>
        <p:nvSpPr>
          <p:cNvPr id="47" name="">
            <a:extLst xmlns:a="http://schemas.openxmlformats.org/drawingml/2006/main">
              <a:ext uri="{FF2B5EF4-FFF2-40B4-BE49-F238E27FC236}">
                <a16:creationId xmlns:a16="http://schemas.microsoft.com/office/drawing/2014/main" id="{D722D66C-5B9D-4B0F-8AF1-662F49EB6134}"/>
              </a:ext>
            </a:extLst>
          </p:cNvPr>
          <p:cNvSpPr>
            <a:spLocks xmlns:a="http://schemas.openxmlformats.org/drawingml/2006/main" noGrp="1"/>
          </p:cNvSpPr>
          <p:nvPr/>
        </p:nvSpPr>
        <p:spPr>
          <a:xfrm xmlns:a="http://schemas.openxmlformats.org/drawingml/2006/main">
            <a:off x="14308074" y="7877175"/>
            <a:ext cx="4191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كما</a:t>
            </a:r>
          </a:p>
        </p:txBody>
      </p:sp>
      <p:sp>
        <p:nvSpPr>
          <p:cNvPr id="48" name="">
            <a:extLst xmlns:a="http://schemas.openxmlformats.org/drawingml/2006/main">
              <a:ext uri="{FF2B5EF4-FFF2-40B4-BE49-F238E27FC236}">
                <a16:creationId xmlns:a16="http://schemas.microsoft.com/office/drawing/2014/main" id="{F61EA67A-E246-4D4B-B248-E18512441ECA}"/>
              </a:ext>
            </a:extLst>
          </p:cNvPr>
          <p:cNvSpPr>
            <a:spLocks xmlns:a="http://schemas.openxmlformats.org/drawingml/2006/main" noGrp="1"/>
          </p:cNvSpPr>
          <p:nvPr/>
        </p:nvSpPr>
        <p:spPr>
          <a:xfrm xmlns:a="http://schemas.openxmlformats.org/drawingml/2006/main">
            <a:off x="13533882" y="7877175"/>
            <a:ext cx="6762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قصده</a:t>
            </a:r>
          </a:p>
        </p:txBody>
      </p:sp>
      <p:sp>
        <p:nvSpPr>
          <p:cNvPr id="49" name="">
            <a:extLst xmlns:a="http://schemas.openxmlformats.org/drawingml/2006/main">
              <a:ext uri="{FF2B5EF4-FFF2-40B4-BE49-F238E27FC236}">
                <a16:creationId xmlns:a16="http://schemas.microsoft.com/office/drawing/2014/main" id="{B3072ABB-6BFA-471A-80D6-3BF2D81B91F5}"/>
              </a:ext>
            </a:extLst>
          </p:cNvPr>
          <p:cNvSpPr>
            <a:spLocks xmlns:a="http://schemas.openxmlformats.org/drawingml/2006/main" noGrp="1"/>
          </p:cNvSpPr>
          <p:nvPr/>
        </p:nvSpPr>
        <p:spPr>
          <a:xfrm xmlns:a="http://schemas.openxmlformats.org/drawingml/2006/main">
            <a:off x="12588240" y="7877175"/>
            <a:ext cx="84772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صاحبه</a:t>
            </a:r>
          </a:p>
        </p:txBody>
      </p:sp>
      <p:sp>
        <p:nvSpPr>
          <p:cNvPr id="50" name="">
            <a:extLst xmlns:a="http://schemas.openxmlformats.org/drawingml/2006/main">
              <a:ext uri="{FF2B5EF4-FFF2-40B4-BE49-F238E27FC236}">
                <a16:creationId xmlns:a16="http://schemas.microsoft.com/office/drawing/2014/main" id="{6D8C3D04-6E0C-4975-9E98-8151F35E8AAB}"/>
              </a:ext>
            </a:extLst>
          </p:cNvPr>
          <p:cNvSpPr>
            <a:spLocks xmlns:a="http://schemas.openxmlformats.org/drawingml/2006/main" noGrp="1"/>
          </p:cNvSpPr>
          <p:nvPr/>
        </p:nvSpPr>
        <p:spPr>
          <a:xfrm xmlns:a="http://schemas.openxmlformats.org/drawingml/2006/main">
            <a:off x="12233148" y="7877175"/>
            <a:ext cx="2571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لا</a:t>
            </a:r>
          </a:p>
        </p:txBody>
      </p:sp>
      <p:sp>
        <p:nvSpPr>
          <p:cNvPr id="51" name="">
            <a:extLst xmlns:a="http://schemas.openxmlformats.org/drawingml/2006/main">
              <a:ext uri="{FF2B5EF4-FFF2-40B4-BE49-F238E27FC236}">
                <a16:creationId xmlns:a16="http://schemas.microsoft.com/office/drawing/2014/main" id="{6C09351B-395E-409E-B7BB-7270117581D5}"/>
              </a:ext>
            </a:extLst>
          </p:cNvPr>
          <p:cNvSpPr>
            <a:spLocks xmlns:a="http://schemas.openxmlformats.org/drawingml/2006/main" noGrp="1"/>
          </p:cNvSpPr>
          <p:nvPr/>
        </p:nvSpPr>
        <p:spPr>
          <a:xfrm xmlns:a="http://schemas.openxmlformats.org/drawingml/2006/main">
            <a:off x="11458956" y="7877175"/>
            <a:ext cx="6762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أحوله</a:t>
            </a:r>
          </a:p>
        </p:txBody>
      </p:sp>
      <p:sp>
        <p:nvSpPr>
          <p:cNvPr id="52" name="">
            <a:extLst xmlns:a="http://schemas.openxmlformats.org/drawingml/2006/main">
              <a:ext uri="{FF2B5EF4-FFF2-40B4-BE49-F238E27FC236}">
                <a16:creationId xmlns:a16="http://schemas.microsoft.com/office/drawing/2014/main" id="{CFFB6F9D-B59D-4C47-BC92-FF1BE251F68E}"/>
              </a:ext>
            </a:extLst>
          </p:cNvPr>
          <p:cNvSpPr>
            <a:spLocks xmlns:a="http://schemas.openxmlformats.org/drawingml/2006/main" noGrp="1"/>
          </p:cNvSpPr>
          <p:nvPr/>
        </p:nvSpPr>
        <p:spPr>
          <a:xfrm xmlns:a="http://schemas.openxmlformats.org/drawingml/2006/main">
            <a:off x="10941939" y="7877175"/>
            <a:ext cx="41910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إلى</a:t>
            </a:r>
          </a:p>
        </p:txBody>
      </p:sp>
      <p:sp>
        <p:nvSpPr>
          <p:cNvPr id="53" name="">
            <a:extLst xmlns:a="http://schemas.openxmlformats.org/drawingml/2006/main">
              <a:ext uri="{FF2B5EF4-FFF2-40B4-BE49-F238E27FC236}">
                <a16:creationId xmlns:a16="http://schemas.microsoft.com/office/drawing/2014/main" id="{F07CA666-4FF5-4584-84AB-FB1166F32E39}"/>
              </a:ext>
            </a:extLst>
          </p:cNvPr>
          <p:cNvSpPr>
            <a:spLocks xmlns:a="http://schemas.openxmlformats.org/drawingml/2006/main" noGrp="1"/>
          </p:cNvSpPr>
          <p:nvPr/>
        </p:nvSpPr>
        <p:spPr>
          <a:xfrm xmlns:a="http://schemas.openxmlformats.org/drawingml/2006/main">
            <a:off x="10177272" y="7877175"/>
            <a:ext cx="666750"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ادعاء</a:t>
            </a:r>
          </a:p>
        </p:txBody>
      </p:sp>
      <p:sp>
        <p:nvSpPr>
          <p:cNvPr id="54" name="">
            <a:extLst xmlns:a="http://schemas.openxmlformats.org/drawingml/2006/main">
              <a:ext uri="{FF2B5EF4-FFF2-40B4-BE49-F238E27FC236}">
                <a16:creationId xmlns:a16="http://schemas.microsoft.com/office/drawing/2014/main" id="{84084855-41C5-47E3-9655-253A04BA8C70}"/>
              </a:ext>
            </a:extLst>
          </p:cNvPr>
          <p:cNvSpPr>
            <a:spLocks xmlns:a="http://schemas.openxmlformats.org/drawingml/2006/main" noGrp="1"/>
          </p:cNvSpPr>
          <p:nvPr/>
        </p:nvSpPr>
        <p:spPr>
          <a:xfrm xmlns:a="http://schemas.openxmlformats.org/drawingml/2006/main">
            <a:off x="9441180" y="7877175"/>
            <a:ext cx="638175" cy="54625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775" b="0">
                <a:solidFill>
                  <a:srgbClr val="586277"/>
                </a:solidFill>
                <a:latin typeface="Arial"/>
                <a:ea typeface="Arial"/>
                <a:cs typeface="Arial"/>
              </a:defRPr>
            </a:pPr>
            <a:r>
              <a:rPr sz="2775" b="0">
                <a:solidFill>
                  <a:srgbClr val="586277"/>
                </a:solidFill>
                <a:latin typeface="Arial"/>
                <a:ea typeface="Arial"/>
                <a:cs typeface="Arial"/>
              </a:rPr>
              <a:t>أسهل</a:t>
            </a:r>
          </a:p>
        </p:txBody>
      </p:sp>
    </p:spTree>
    <p:extLst>
      <p:ext uri="{BB962C8B-B14F-4D97-AF65-F5344CB8AC3E}">
        <p14:creationId xmlns:p14="http://schemas.microsoft.com/office/powerpoint/2010/main" val="1619420575"/>
      </p:ext>
    </p:extLst>
  </p:cSld>
</p:sld>
</file>

<file path=ppt/slides/slide6.xml><?xml version="1.0" encoding="utf-8"?>
<p:sld xmlns:p="http://schemas.openxmlformats.org/presentationml/2006/main">
  <p:cSld>
    <p:bg>
      <p:bgPr>
        <a:solidFill xmlns:a="http://schemas.openxmlformats.org/drawingml/2006/main">
          <a:srgbClr val="12183F"/>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A2941D9F-3B2E-476D-A13A-1872DD7B9D31}"/>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AC5DF"/>
                </a:solidFill>
                <a:latin typeface="Arial"/>
                <a:ea typeface="Arial"/>
                <a:cs typeface="Arial"/>
              </a:defRPr>
            </a:pPr>
            <a:r>
              <a:rPr sz="1725" b="0">
                <a:solidFill>
                  <a:srgbClr val="BAC5DF"/>
                </a:solidFill>
                <a:latin typeface="Arial"/>
                <a:ea typeface="Arial"/>
                <a:cs typeface="Arial"/>
              </a:rPr>
              <a:t>IsnadLens / 06</a:t>
            </a:r>
          </a:p>
        </p:txBody>
      </p:sp>
      <p:sp>
        <p:nvSpPr>
          <p:cNvPr id="2" name="">
            <a:extLst xmlns:a="http://schemas.openxmlformats.org/drawingml/2006/main">
              <a:ext uri="{FF2B5EF4-FFF2-40B4-BE49-F238E27FC236}">
                <a16:creationId xmlns:a16="http://schemas.microsoft.com/office/drawing/2014/main" id="{EF79E17F-F5B9-4F78-B3C4-9583EA4B5C11}"/>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9A25E720-E763-4539-AEF4-638FF5094E19}"/>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1B894080-3A3A-4EEA-AD01-24CFACBFD975}"/>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3065384A-5074-48EB-BA60-6960375CD19F}"/>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E85CE121-D7D9-4097-A4B1-B5720B708DAF}"/>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CE7C158B-E502-4811-ABF2-B31BF3668CB1}"/>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2A79D4FC-3B70-4D75-AE0C-164933E86BEF}"/>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B81EA445-9975-4192-99BB-9BE19CBEE3BD}"/>
              </a:ext>
            </a:extLst>
          </p:cNvPr>
          <p:cNvSpPr>
            <a:spLocks xmlns:a="http://schemas.openxmlformats.org/drawingml/2006/main" noGrp="1"/>
          </p:cNvSpPr>
          <p:nvPr/>
        </p:nvSpPr>
        <p:spPr>
          <a:xfrm xmlns:a="http://schemas.openxmlformats.org/drawingml/2006/main">
            <a:off x="15801975" y="809625"/>
            <a:ext cx="15335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النتيجة</a:t>
            </a:r>
          </a:p>
        </p:txBody>
      </p:sp>
      <p:sp>
        <p:nvSpPr>
          <p:cNvPr id="10" name="">
            <a:extLst xmlns:a="http://schemas.openxmlformats.org/drawingml/2006/main">
              <a:ext uri="{FF2B5EF4-FFF2-40B4-BE49-F238E27FC236}">
                <a16:creationId xmlns:a16="http://schemas.microsoft.com/office/drawing/2014/main" id="{8CC9B028-C53A-4B38-B768-B8184904C61B}"/>
              </a:ext>
            </a:extLst>
          </p:cNvPr>
          <p:cNvSpPr>
            <a:spLocks xmlns:a="http://schemas.openxmlformats.org/drawingml/2006/main" noGrp="1"/>
          </p:cNvSpPr>
          <p:nvPr/>
        </p:nvSpPr>
        <p:spPr>
          <a:xfrm xmlns:a="http://schemas.openxmlformats.org/drawingml/2006/main">
            <a:off x="13978414" y="809625"/>
            <a:ext cx="16383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النهائية</a:t>
            </a:r>
          </a:p>
        </p:txBody>
      </p:sp>
      <p:sp>
        <p:nvSpPr>
          <p:cNvPr id="11" name="">
            <a:extLst xmlns:a="http://schemas.openxmlformats.org/drawingml/2006/main">
              <a:ext uri="{FF2B5EF4-FFF2-40B4-BE49-F238E27FC236}">
                <a16:creationId xmlns:a16="http://schemas.microsoft.com/office/drawing/2014/main" id="{2136532A-7A73-4A1B-9E9A-7D3BC8964FCB}"/>
              </a:ext>
            </a:extLst>
          </p:cNvPr>
          <p:cNvSpPr>
            <a:spLocks xmlns:a="http://schemas.openxmlformats.org/drawingml/2006/main" noGrp="1"/>
          </p:cNvSpPr>
          <p:nvPr/>
        </p:nvSpPr>
        <p:spPr>
          <a:xfrm xmlns:a="http://schemas.openxmlformats.org/drawingml/2006/main">
            <a:off x="12392977" y="809625"/>
            <a:ext cx="14001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لأحدث</a:t>
            </a:r>
          </a:p>
        </p:txBody>
      </p:sp>
      <p:sp>
        <p:nvSpPr>
          <p:cNvPr id="12" name="">
            <a:extLst xmlns:a="http://schemas.openxmlformats.org/drawingml/2006/main">
              <a:ext uri="{FF2B5EF4-FFF2-40B4-BE49-F238E27FC236}">
                <a16:creationId xmlns:a16="http://schemas.microsoft.com/office/drawing/2014/main" id="{17289855-CD07-4E0A-922C-DD2269D6066B}"/>
              </a:ext>
            </a:extLst>
          </p:cNvPr>
          <p:cNvSpPr>
            <a:spLocks xmlns:a="http://schemas.openxmlformats.org/drawingml/2006/main" noGrp="1"/>
          </p:cNvSpPr>
          <p:nvPr/>
        </p:nvSpPr>
        <p:spPr>
          <a:xfrm xmlns:a="http://schemas.openxmlformats.org/drawingml/2006/main">
            <a:off x="10302716" y="809625"/>
            <a:ext cx="19050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مجموعة</a:t>
            </a:r>
          </a:p>
        </p:txBody>
      </p:sp>
      <p:sp>
        <p:nvSpPr>
          <p:cNvPr id="13" name="">
            <a:extLst xmlns:a="http://schemas.openxmlformats.org/drawingml/2006/main">
              <a:ext uri="{FF2B5EF4-FFF2-40B4-BE49-F238E27FC236}">
                <a16:creationId xmlns:a16="http://schemas.microsoft.com/office/drawing/2014/main" id="{5C54FDD7-C79E-4C1A-BCF9-91EDCBC7599D}"/>
              </a:ext>
            </a:extLst>
          </p:cNvPr>
          <p:cNvSpPr>
            <a:spLocks xmlns:a="http://schemas.openxmlformats.org/drawingml/2006/main" noGrp="1"/>
          </p:cNvSpPr>
          <p:nvPr/>
        </p:nvSpPr>
        <p:spPr>
          <a:xfrm xmlns:a="http://schemas.openxmlformats.org/drawingml/2006/main">
            <a:off x="8945880" y="809625"/>
            <a:ext cx="11715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كاملة</a:t>
            </a:r>
          </a:p>
        </p:txBody>
      </p:sp>
      <p:sp>
        <p:nvSpPr>
          <p:cNvPr id="14" name="">
            <a:extLst xmlns:a="http://schemas.openxmlformats.org/drawingml/2006/main">
              <a:ext uri="{FF2B5EF4-FFF2-40B4-BE49-F238E27FC236}">
                <a16:creationId xmlns:a16="http://schemas.microsoft.com/office/drawing/2014/main" id="{C1007F05-2DE1-42DF-9933-D576CA46BDBA}"/>
              </a:ext>
            </a:extLst>
          </p:cNvPr>
          <p:cNvSpPr>
            <a:spLocks xmlns:a="http://schemas.openxmlformats.org/drawingml/2006/main" noGrp="1"/>
          </p:cNvSpPr>
          <p:nvPr/>
        </p:nvSpPr>
        <p:spPr>
          <a:xfrm xmlns:a="http://schemas.openxmlformats.org/drawingml/2006/main">
            <a:off x="1000125" y="2571750"/>
            <a:ext cx="9144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375" b="1">
                <a:solidFill>
                  <a:srgbClr val="2EF2C2"/>
                </a:solidFill>
                <a:latin typeface="Arial"/>
                <a:ea typeface="Arial"/>
                <a:cs typeface="Arial"/>
              </a:defRPr>
            </a:pPr>
            <a:r>
              <a:rPr sz="15375" b="1">
                <a:solidFill>
                  <a:srgbClr val="2EF2C2"/>
                </a:solidFill>
                <a:latin typeface="Arial"/>
                <a:ea typeface="Arial"/>
                <a:cs typeface="Arial"/>
              </a:rPr>
              <a:t>29/30</a:t>
            </a:r>
          </a:p>
        </p:txBody>
      </p:sp>
      <p:sp>
        <p:nvSpPr>
          <p:cNvPr id="15" name="">
            <a:extLst xmlns:a="http://schemas.openxmlformats.org/drawingml/2006/main">
              <a:ext uri="{FF2B5EF4-FFF2-40B4-BE49-F238E27FC236}">
                <a16:creationId xmlns:a16="http://schemas.microsoft.com/office/drawing/2014/main" id="{6FBE2B79-5EED-4656-A986-7ECD0DB4BCCC}"/>
              </a:ext>
            </a:extLst>
          </p:cNvPr>
          <p:cNvSpPr>
            <a:spLocks xmlns:a="http://schemas.openxmlformats.org/drawingml/2006/main" noGrp="1"/>
          </p:cNvSpPr>
          <p:nvPr/>
        </p:nvSpPr>
        <p:spPr>
          <a:xfrm xmlns:a="http://schemas.openxmlformats.org/drawingml/2006/main">
            <a:off x="15392400" y="2952750"/>
            <a:ext cx="1466850" cy="8710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425" b="1">
                <a:solidFill>
                  <a:srgbClr val="FFFFFF"/>
                </a:solidFill>
                <a:latin typeface="Arial"/>
                <a:ea typeface="Arial"/>
                <a:cs typeface="Arial"/>
              </a:defRPr>
            </a:pPr>
            <a:r>
              <a:rPr sz="4425" b="1">
                <a:solidFill>
                  <a:srgbClr val="FFFFFF"/>
                </a:solidFill>
                <a:latin typeface="Arial"/>
                <a:ea typeface="Arial"/>
                <a:cs typeface="Arial"/>
              </a:rPr>
              <a:t>استوفت</a:t>
            </a:r>
          </a:p>
        </p:txBody>
      </p:sp>
      <p:sp>
        <p:nvSpPr>
          <p:cNvPr id="16" name="">
            <a:extLst xmlns:a="http://schemas.openxmlformats.org/drawingml/2006/main">
              <a:ext uri="{FF2B5EF4-FFF2-40B4-BE49-F238E27FC236}">
                <a16:creationId xmlns:a16="http://schemas.microsoft.com/office/drawing/2014/main" id="{2909F7D2-C19A-4007-AF9E-E9D6FD433900}"/>
              </a:ext>
            </a:extLst>
          </p:cNvPr>
          <p:cNvSpPr>
            <a:spLocks xmlns:a="http://schemas.openxmlformats.org/drawingml/2006/main" noGrp="1"/>
          </p:cNvSpPr>
          <p:nvPr/>
        </p:nvSpPr>
        <p:spPr>
          <a:xfrm xmlns:a="http://schemas.openxmlformats.org/drawingml/2006/main">
            <a:off x="13645610" y="2952750"/>
            <a:ext cx="1590675" cy="8710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425" b="1">
                <a:solidFill>
                  <a:srgbClr val="FFFFFF"/>
                </a:solidFill>
                <a:latin typeface="Arial"/>
                <a:ea typeface="Arial"/>
                <a:cs typeface="Arial"/>
              </a:defRPr>
            </a:pPr>
            <a:r>
              <a:rPr sz="4425" b="1">
                <a:solidFill>
                  <a:srgbClr val="FFFFFF"/>
                </a:solidFill>
                <a:latin typeface="Arial"/>
                <a:ea typeface="Arial"/>
                <a:cs typeface="Arial"/>
              </a:rPr>
              <a:t>التوقعات</a:t>
            </a:r>
          </a:p>
        </p:txBody>
      </p:sp>
      <p:sp>
        <p:nvSpPr>
          <p:cNvPr id="17" name="">
            <a:extLst xmlns:a="http://schemas.openxmlformats.org/drawingml/2006/main">
              <a:ext uri="{FF2B5EF4-FFF2-40B4-BE49-F238E27FC236}">
                <a16:creationId xmlns:a16="http://schemas.microsoft.com/office/drawing/2014/main" id="{B1E50755-15FE-4C6A-ADD5-CC5BE9F39596}"/>
              </a:ext>
            </a:extLst>
          </p:cNvPr>
          <p:cNvSpPr>
            <a:spLocks xmlns:a="http://schemas.openxmlformats.org/drawingml/2006/main" noGrp="1"/>
          </p:cNvSpPr>
          <p:nvPr/>
        </p:nvSpPr>
        <p:spPr>
          <a:xfrm xmlns:a="http://schemas.openxmlformats.org/drawingml/2006/main">
            <a:off x="12070271" y="2952750"/>
            <a:ext cx="1419225" cy="8710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425" b="1">
                <a:solidFill>
                  <a:srgbClr val="FFFFFF"/>
                </a:solidFill>
                <a:latin typeface="Arial"/>
                <a:ea typeface="Arial"/>
                <a:cs typeface="Arial"/>
              </a:defRPr>
            </a:pPr>
            <a:r>
              <a:rPr sz="4425" b="1">
                <a:solidFill>
                  <a:srgbClr val="FFFFFF"/>
                </a:solidFill>
                <a:latin typeface="Arial"/>
                <a:ea typeface="Arial"/>
                <a:cs typeface="Arial"/>
              </a:rPr>
              <a:t>المحددة</a:t>
            </a:r>
          </a:p>
        </p:txBody>
      </p:sp>
      <p:sp>
        <p:nvSpPr>
          <p:cNvPr id="18" name="">
            <a:extLst xmlns:a="http://schemas.openxmlformats.org/drawingml/2006/main">
              <a:ext uri="{FF2B5EF4-FFF2-40B4-BE49-F238E27FC236}">
                <a16:creationId xmlns:a16="http://schemas.microsoft.com/office/drawing/2014/main" id="{AC3D8E38-EEEF-4A97-BB25-72ACF6F22FDE}"/>
              </a:ext>
            </a:extLst>
          </p:cNvPr>
          <p:cNvSpPr>
            <a:spLocks xmlns:a="http://schemas.openxmlformats.org/drawingml/2006/main" noGrp="1"/>
          </p:cNvSpPr>
          <p:nvPr/>
        </p:nvSpPr>
        <p:spPr>
          <a:xfrm xmlns:a="http://schemas.openxmlformats.org/drawingml/2006/main">
            <a:off x="10809256" y="2952750"/>
            <a:ext cx="1104900" cy="87106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425" b="1">
                <a:solidFill>
                  <a:srgbClr val="FFFFFF"/>
                </a:solidFill>
                <a:latin typeface="Arial"/>
                <a:ea typeface="Arial"/>
                <a:cs typeface="Arial"/>
              </a:defRPr>
            </a:pPr>
            <a:r>
              <a:rPr sz="4425" b="1">
                <a:solidFill>
                  <a:srgbClr val="FFFFFF"/>
                </a:solidFill>
                <a:latin typeface="Arial"/>
                <a:ea typeface="Arial"/>
                <a:cs typeface="Arial"/>
              </a:rPr>
              <a:t>مسبقاً</a:t>
            </a:r>
          </a:p>
        </p:txBody>
      </p:sp>
      <p:sp>
        <p:nvSpPr>
          <p:cNvPr id="19" name="">
            <a:extLst xmlns:a="http://schemas.openxmlformats.org/drawingml/2006/main">
              <a:ext uri="{FF2B5EF4-FFF2-40B4-BE49-F238E27FC236}">
                <a16:creationId xmlns:a16="http://schemas.microsoft.com/office/drawing/2014/main" id="{973DA929-EC15-4E0E-9292-8081E4013986}"/>
              </a:ext>
            </a:extLst>
          </p:cNvPr>
          <p:cNvSpPr>
            <a:spLocks xmlns:a="http://schemas.openxmlformats.org/drawingml/2006/main" noGrp="1"/>
          </p:cNvSpPr>
          <p:nvPr/>
        </p:nvSpPr>
        <p:spPr>
          <a:xfrm xmlns:a="http://schemas.openxmlformats.org/drawingml/2006/main">
            <a:off x="16344900" y="5143500"/>
            <a:ext cx="5143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23</a:t>
            </a:r>
          </a:p>
        </p:txBody>
      </p:sp>
      <p:sp>
        <p:nvSpPr>
          <p:cNvPr id="20" name="">
            <a:extLst xmlns:a="http://schemas.openxmlformats.org/drawingml/2006/main">
              <a:ext uri="{FF2B5EF4-FFF2-40B4-BE49-F238E27FC236}">
                <a16:creationId xmlns:a16="http://schemas.microsoft.com/office/drawing/2014/main" id="{6C3901EC-F244-43CD-B9E5-09575EE4E4DC}"/>
              </a:ext>
            </a:extLst>
          </p:cNvPr>
          <p:cNvSpPr>
            <a:spLocks xmlns:a="http://schemas.openxmlformats.org/drawingml/2006/main" noGrp="1"/>
          </p:cNvSpPr>
          <p:nvPr/>
        </p:nvSpPr>
        <p:spPr>
          <a:xfrm xmlns:a="http://schemas.openxmlformats.org/drawingml/2006/main">
            <a:off x="15792926" y="5143500"/>
            <a:ext cx="4381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من</a:t>
            </a:r>
          </a:p>
        </p:txBody>
      </p:sp>
      <p:sp>
        <p:nvSpPr>
          <p:cNvPr id="21" name="">
            <a:extLst xmlns:a="http://schemas.openxmlformats.org/drawingml/2006/main">
              <a:ext uri="{FF2B5EF4-FFF2-40B4-BE49-F238E27FC236}">
                <a16:creationId xmlns:a16="http://schemas.microsoft.com/office/drawing/2014/main" id="{05D28F04-8E93-4519-A764-46D31A376EC3}"/>
              </a:ext>
            </a:extLst>
          </p:cNvPr>
          <p:cNvSpPr>
            <a:spLocks xmlns:a="http://schemas.openxmlformats.org/drawingml/2006/main" noGrp="1"/>
          </p:cNvSpPr>
          <p:nvPr/>
        </p:nvSpPr>
        <p:spPr>
          <a:xfrm xmlns:a="http://schemas.openxmlformats.org/drawingml/2006/main">
            <a:off x="15164753" y="5143500"/>
            <a:ext cx="5143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24</a:t>
            </a:r>
          </a:p>
        </p:txBody>
      </p:sp>
      <p:sp>
        <p:nvSpPr>
          <p:cNvPr id="22" name="">
            <a:extLst xmlns:a="http://schemas.openxmlformats.org/drawingml/2006/main">
              <a:ext uri="{FF2B5EF4-FFF2-40B4-BE49-F238E27FC236}">
                <a16:creationId xmlns:a16="http://schemas.microsoft.com/office/drawing/2014/main" id="{09AEA87F-B447-40CB-BF1C-350F2E81556F}"/>
              </a:ext>
            </a:extLst>
          </p:cNvPr>
          <p:cNvSpPr>
            <a:spLocks xmlns:a="http://schemas.openxmlformats.org/drawingml/2006/main" noGrp="1"/>
          </p:cNvSpPr>
          <p:nvPr/>
        </p:nvSpPr>
        <p:spPr>
          <a:xfrm xmlns:a="http://schemas.openxmlformats.org/drawingml/2006/main">
            <a:off x="14288929" y="5143500"/>
            <a:ext cx="76200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سؤالاً</a:t>
            </a:r>
          </a:p>
        </p:txBody>
      </p:sp>
      <p:sp>
        <p:nvSpPr>
          <p:cNvPr id="23" name="">
            <a:extLst xmlns:a="http://schemas.openxmlformats.org/drawingml/2006/main">
              <a:ext uri="{FF2B5EF4-FFF2-40B4-BE49-F238E27FC236}">
                <a16:creationId xmlns:a16="http://schemas.microsoft.com/office/drawing/2014/main" id="{0391AC23-E863-4F74-947B-98853F50166D}"/>
              </a:ext>
            </a:extLst>
          </p:cNvPr>
          <p:cNvSpPr>
            <a:spLocks xmlns:a="http://schemas.openxmlformats.org/drawingml/2006/main" noGrp="1"/>
          </p:cNvSpPr>
          <p:nvPr/>
        </p:nvSpPr>
        <p:spPr>
          <a:xfrm xmlns:a="http://schemas.openxmlformats.org/drawingml/2006/main">
            <a:off x="13584555" y="5143500"/>
            <a:ext cx="5905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دينياً</a:t>
            </a:r>
          </a:p>
        </p:txBody>
      </p:sp>
      <p:sp>
        <p:nvSpPr>
          <p:cNvPr id="24" name="">
            <a:extLst xmlns:a="http://schemas.openxmlformats.org/drawingml/2006/main">
              <a:ext uri="{FF2B5EF4-FFF2-40B4-BE49-F238E27FC236}">
                <a16:creationId xmlns:a16="http://schemas.microsoft.com/office/drawing/2014/main" id="{4A2075E3-02A5-4F4C-A1B5-E793F4ECE67F}"/>
              </a:ext>
            </a:extLst>
          </p:cNvPr>
          <p:cNvSpPr>
            <a:spLocks xmlns:a="http://schemas.openxmlformats.org/drawingml/2006/main" noGrp="1"/>
          </p:cNvSpPr>
          <p:nvPr/>
        </p:nvSpPr>
        <p:spPr>
          <a:xfrm xmlns:a="http://schemas.openxmlformats.org/drawingml/2006/main">
            <a:off x="16573500" y="6191250"/>
            <a:ext cx="2857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6</a:t>
            </a:r>
          </a:p>
        </p:txBody>
      </p:sp>
      <p:sp>
        <p:nvSpPr>
          <p:cNvPr id="25" name="">
            <a:extLst xmlns:a="http://schemas.openxmlformats.org/drawingml/2006/main">
              <a:ext uri="{FF2B5EF4-FFF2-40B4-BE49-F238E27FC236}">
                <a16:creationId xmlns:a16="http://schemas.microsoft.com/office/drawing/2014/main" id="{10E85A84-66B1-42ED-8D2B-D008AEF50356}"/>
              </a:ext>
            </a:extLst>
          </p:cNvPr>
          <p:cNvSpPr>
            <a:spLocks xmlns:a="http://schemas.openxmlformats.org/drawingml/2006/main" noGrp="1"/>
          </p:cNvSpPr>
          <p:nvPr/>
        </p:nvSpPr>
        <p:spPr>
          <a:xfrm xmlns:a="http://schemas.openxmlformats.org/drawingml/2006/main">
            <a:off x="16021526" y="6191250"/>
            <a:ext cx="4381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من</a:t>
            </a:r>
          </a:p>
        </p:txBody>
      </p:sp>
      <p:sp>
        <p:nvSpPr>
          <p:cNvPr id="26" name="">
            <a:extLst xmlns:a="http://schemas.openxmlformats.org/drawingml/2006/main">
              <a:ext uri="{FF2B5EF4-FFF2-40B4-BE49-F238E27FC236}">
                <a16:creationId xmlns:a16="http://schemas.microsoft.com/office/drawing/2014/main" id="{A7B8C696-89B5-4C29-B9E9-C40811168282}"/>
              </a:ext>
            </a:extLst>
          </p:cNvPr>
          <p:cNvSpPr>
            <a:spLocks xmlns:a="http://schemas.openxmlformats.org/drawingml/2006/main" noGrp="1"/>
          </p:cNvSpPr>
          <p:nvPr/>
        </p:nvSpPr>
        <p:spPr>
          <a:xfrm xmlns:a="http://schemas.openxmlformats.org/drawingml/2006/main">
            <a:off x="15621953" y="6191250"/>
            <a:ext cx="2857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6</a:t>
            </a:r>
          </a:p>
        </p:txBody>
      </p:sp>
      <p:sp>
        <p:nvSpPr>
          <p:cNvPr id="27" name="">
            <a:extLst xmlns:a="http://schemas.openxmlformats.org/drawingml/2006/main">
              <a:ext uri="{FF2B5EF4-FFF2-40B4-BE49-F238E27FC236}">
                <a16:creationId xmlns:a16="http://schemas.microsoft.com/office/drawing/2014/main" id="{10F33AA6-2621-468B-8AC9-A51EB258CA68}"/>
              </a:ext>
            </a:extLst>
          </p:cNvPr>
          <p:cNvSpPr>
            <a:spLocks xmlns:a="http://schemas.openxmlformats.org/drawingml/2006/main" noGrp="1"/>
          </p:cNvSpPr>
          <p:nvPr/>
        </p:nvSpPr>
        <p:spPr>
          <a:xfrm xmlns:a="http://schemas.openxmlformats.org/drawingml/2006/main">
            <a:off x="14622304" y="6191250"/>
            <a:ext cx="88582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حالات</a:t>
            </a:r>
          </a:p>
        </p:txBody>
      </p:sp>
      <p:sp>
        <p:nvSpPr>
          <p:cNvPr id="28" name="">
            <a:extLst xmlns:a="http://schemas.openxmlformats.org/drawingml/2006/main">
              <a:ext uri="{FF2B5EF4-FFF2-40B4-BE49-F238E27FC236}">
                <a16:creationId xmlns:a16="http://schemas.microsoft.com/office/drawing/2014/main" id="{9BDF2A5C-D3D3-4EB3-B438-3550AB643653}"/>
              </a:ext>
            </a:extLst>
          </p:cNvPr>
          <p:cNvSpPr>
            <a:spLocks xmlns:a="http://schemas.openxmlformats.org/drawingml/2006/main" noGrp="1"/>
          </p:cNvSpPr>
          <p:nvPr/>
        </p:nvSpPr>
        <p:spPr>
          <a:xfrm xmlns:a="http://schemas.openxmlformats.org/drawingml/2006/main">
            <a:off x="13775055" y="6191250"/>
            <a:ext cx="73342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حدود</a:t>
            </a:r>
          </a:p>
        </p:txBody>
      </p:sp>
      <p:sp>
        <p:nvSpPr>
          <p:cNvPr id="29" name="">
            <a:extLst xmlns:a="http://schemas.openxmlformats.org/drawingml/2006/main">
              <a:ext uri="{FF2B5EF4-FFF2-40B4-BE49-F238E27FC236}">
                <a16:creationId xmlns:a16="http://schemas.microsoft.com/office/drawing/2014/main" id="{95544F11-CC0B-4D40-BF1A-E884B33E5DDB}"/>
              </a:ext>
            </a:extLst>
          </p:cNvPr>
          <p:cNvSpPr>
            <a:spLocks xmlns:a="http://schemas.openxmlformats.org/drawingml/2006/main" noGrp="1"/>
          </p:cNvSpPr>
          <p:nvPr/>
        </p:nvSpPr>
        <p:spPr>
          <a:xfrm xmlns:a="http://schemas.openxmlformats.org/drawingml/2006/main">
            <a:off x="12480131" y="6191250"/>
            <a:ext cx="118110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وتوضيح</a:t>
            </a:r>
          </a:p>
        </p:txBody>
      </p:sp>
      <p:sp>
        <p:nvSpPr>
          <p:cNvPr id="30" name="">
            <a:extLst xmlns:a="http://schemas.openxmlformats.org/drawingml/2006/main">
              <a:ext uri="{FF2B5EF4-FFF2-40B4-BE49-F238E27FC236}">
                <a16:creationId xmlns:a16="http://schemas.microsoft.com/office/drawing/2014/main" id="{2D6F4AD5-029C-4053-B411-B434449F1D2B}"/>
              </a:ext>
            </a:extLst>
          </p:cNvPr>
          <p:cNvSpPr>
            <a:spLocks xmlns:a="http://schemas.openxmlformats.org/drawingml/2006/main" noGrp="1"/>
          </p:cNvSpPr>
          <p:nvPr/>
        </p:nvSpPr>
        <p:spPr>
          <a:xfrm xmlns:a="http://schemas.openxmlformats.org/drawingml/2006/main">
            <a:off x="16583025" y="7715250"/>
            <a:ext cx="276225"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لم</a:t>
            </a:r>
          </a:p>
        </p:txBody>
      </p:sp>
      <p:sp>
        <p:nvSpPr>
          <p:cNvPr id="31" name="">
            <a:extLst xmlns:a="http://schemas.openxmlformats.org/drawingml/2006/main">
              <a:ext uri="{FF2B5EF4-FFF2-40B4-BE49-F238E27FC236}">
                <a16:creationId xmlns:a16="http://schemas.microsoft.com/office/drawing/2014/main" id="{5EB49427-1DDA-4906-90EF-D419FC1AE9EB}"/>
              </a:ext>
            </a:extLst>
          </p:cNvPr>
          <p:cNvSpPr>
            <a:spLocks xmlns:a="http://schemas.openxmlformats.org/drawingml/2006/main" noGrp="1"/>
          </p:cNvSpPr>
          <p:nvPr/>
        </p:nvSpPr>
        <p:spPr>
          <a:xfrm xmlns:a="http://schemas.openxmlformats.org/drawingml/2006/main">
            <a:off x="15976568" y="7715250"/>
            <a:ext cx="495300"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أجد</a:t>
            </a:r>
          </a:p>
        </p:txBody>
      </p:sp>
      <p:sp>
        <p:nvSpPr>
          <p:cNvPr id="32" name="">
            <a:extLst xmlns:a="http://schemas.openxmlformats.org/drawingml/2006/main">
              <a:ext uri="{FF2B5EF4-FFF2-40B4-BE49-F238E27FC236}">
                <a16:creationId xmlns:a16="http://schemas.microsoft.com/office/drawing/2014/main" id="{C724C48E-AF14-4522-A0EC-1E44187EC5D0}"/>
              </a:ext>
            </a:extLst>
          </p:cNvPr>
          <p:cNvSpPr>
            <a:spLocks xmlns:a="http://schemas.openxmlformats.org/drawingml/2006/main" noGrp="1"/>
          </p:cNvSpPr>
          <p:nvPr/>
        </p:nvSpPr>
        <p:spPr>
          <a:xfrm xmlns:a="http://schemas.openxmlformats.org/drawingml/2006/main">
            <a:off x="14817661" y="7715250"/>
            <a:ext cx="1047750"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استنتاجاً</a:t>
            </a:r>
          </a:p>
        </p:txBody>
      </p:sp>
      <p:sp>
        <p:nvSpPr>
          <p:cNvPr id="33" name="">
            <a:extLst xmlns:a="http://schemas.openxmlformats.org/drawingml/2006/main">
              <a:ext uri="{FF2B5EF4-FFF2-40B4-BE49-F238E27FC236}">
                <a16:creationId xmlns:a16="http://schemas.microsoft.com/office/drawing/2014/main" id="{13976462-338C-44D8-92EA-9B0E8372B29C}"/>
              </a:ext>
            </a:extLst>
          </p:cNvPr>
          <p:cNvSpPr>
            <a:spLocks xmlns:a="http://schemas.openxmlformats.org/drawingml/2006/main" noGrp="1"/>
          </p:cNvSpPr>
          <p:nvPr/>
        </p:nvSpPr>
        <p:spPr>
          <a:xfrm xmlns:a="http://schemas.openxmlformats.org/drawingml/2006/main">
            <a:off x="13877830" y="7715250"/>
            <a:ext cx="828675"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حاسماً</a:t>
            </a:r>
          </a:p>
        </p:txBody>
      </p:sp>
      <p:sp>
        <p:nvSpPr>
          <p:cNvPr id="34" name="">
            <a:extLst xmlns:a="http://schemas.openxmlformats.org/drawingml/2006/main">
              <a:ext uri="{FF2B5EF4-FFF2-40B4-BE49-F238E27FC236}">
                <a16:creationId xmlns:a16="http://schemas.microsoft.com/office/drawing/2014/main" id="{DC6D8DC1-B160-46CC-89C6-CEF434186FA5}"/>
              </a:ext>
            </a:extLst>
          </p:cNvPr>
          <p:cNvSpPr>
            <a:spLocks xmlns:a="http://schemas.openxmlformats.org/drawingml/2006/main" noGrp="1"/>
          </p:cNvSpPr>
          <p:nvPr/>
        </p:nvSpPr>
        <p:spPr>
          <a:xfrm xmlns:a="http://schemas.openxmlformats.org/drawingml/2006/main">
            <a:off x="12976098" y="7715250"/>
            <a:ext cx="790575"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خاطئاً</a:t>
            </a:r>
          </a:p>
        </p:txBody>
      </p:sp>
      <p:sp>
        <p:nvSpPr>
          <p:cNvPr id="35" name="">
            <a:extLst xmlns:a="http://schemas.openxmlformats.org/drawingml/2006/main">
              <a:ext uri="{FF2B5EF4-FFF2-40B4-BE49-F238E27FC236}">
                <a16:creationId xmlns:a16="http://schemas.microsoft.com/office/drawing/2014/main" id="{6BF81765-E7B7-4F5B-9A62-84FE38B11851}"/>
              </a:ext>
            </a:extLst>
          </p:cNvPr>
          <p:cNvSpPr>
            <a:spLocks xmlns:a="http://schemas.openxmlformats.org/drawingml/2006/main" noGrp="1"/>
          </p:cNvSpPr>
          <p:nvPr/>
        </p:nvSpPr>
        <p:spPr>
          <a:xfrm xmlns:a="http://schemas.openxmlformats.org/drawingml/2006/main">
            <a:off x="12464891" y="7715250"/>
            <a:ext cx="400050"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في</a:t>
            </a:r>
          </a:p>
        </p:txBody>
      </p:sp>
      <p:sp>
        <p:nvSpPr>
          <p:cNvPr id="36" name="">
            <a:extLst xmlns:a="http://schemas.openxmlformats.org/drawingml/2006/main">
              <a:ext uri="{FF2B5EF4-FFF2-40B4-BE49-F238E27FC236}">
                <a16:creationId xmlns:a16="http://schemas.microsoft.com/office/drawing/2014/main" id="{08B3633D-425A-4CC0-A1AF-7471E0693D1E}"/>
              </a:ext>
            </a:extLst>
          </p:cNvPr>
          <p:cNvSpPr>
            <a:spLocks xmlns:a="http://schemas.openxmlformats.org/drawingml/2006/main" noGrp="1"/>
          </p:cNvSpPr>
          <p:nvPr/>
        </p:nvSpPr>
        <p:spPr>
          <a:xfrm xmlns:a="http://schemas.openxmlformats.org/drawingml/2006/main">
            <a:off x="11867959" y="7715250"/>
            <a:ext cx="485775"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هذه</a:t>
            </a:r>
          </a:p>
        </p:txBody>
      </p:sp>
      <p:sp>
        <p:nvSpPr>
          <p:cNvPr id="37" name="">
            <a:extLst xmlns:a="http://schemas.openxmlformats.org/drawingml/2006/main">
              <a:ext uri="{FF2B5EF4-FFF2-40B4-BE49-F238E27FC236}">
                <a16:creationId xmlns:a16="http://schemas.microsoft.com/office/drawing/2014/main" id="{593F754F-B7CA-4954-BF17-19F47C40B0FD}"/>
              </a:ext>
            </a:extLst>
          </p:cNvPr>
          <p:cNvSpPr>
            <a:spLocks xmlns:a="http://schemas.openxmlformats.org/drawingml/2006/main" noGrp="1"/>
          </p:cNvSpPr>
          <p:nvPr/>
        </p:nvSpPr>
        <p:spPr>
          <a:xfrm xmlns:a="http://schemas.openxmlformats.org/drawingml/2006/main">
            <a:off x="11023378" y="7715250"/>
            <a:ext cx="733425" cy="62007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150" b="0">
                <a:solidFill>
                  <a:srgbClr val="FFFFFF"/>
                </a:solidFill>
                <a:latin typeface="Arial"/>
                <a:ea typeface="Arial"/>
                <a:cs typeface="Arial"/>
              </a:defRPr>
            </a:pPr>
            <a:r>
              <a:rPr sz="3150" b="0">
                <a:solidFill>
                  <a:srgbClr val="FFFFFF"/>
                </a:solidFill>
                <a:latin typeface="Arial"/>
                <a:ea typeface="Arial"/>
                <a:cs typeface="Arial"/>
              </a:rPr>
              <a:t>العينة</a:t>
            </a:r>
          </a:p>
        </p:txBody>
      </p:sp>
      <p:sp>
        <p:nvSpPr>
          <p:cNvPr id="38" name="">
            <a:extLst xmlns:a="http://schemas.openxmlformats.org/drawingml/2006/main">
              <a:ext uri="{FF2B5EF4-FFF2-40B4-BE49-F238E27FC236}">
                <a16:creationId xmlns:a16="http://schemas.microsoft.com/office/drawing/2014/main" id="{4015E83C-1823-412F-AC8D-7322AC597EA6}"/>
              </a:ext>
            </a:extLst>
          </p:cNvPr>
          <p:cNvSpPr>
            <a:spLocks xmlns:a="http://schemas.openxmlformats.org/drawingml/2006/main" noGrp="1"/>
          </p:cNvSpPr>
          <p:nvPr/>
        </p:nvSpPr>
        <p:spPr>
          <a:xfrm xmlns:a="http://schemas.openxmlformats.org/drawingml/2006/main">
            <a:off x="16316325" y="8582025"/>
            <a:ext cx="5429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نتيجة</a:t>
            </a:r>
          </a:p>
        </p:txBody>
      </p:sp>
      <p:sp>
        <p:nvSpPr>
          <p:cNvPr id="39" name="">
            <a:extLst xmlns:a="http://schemas.openxmlformats.org/drawingml/2006/main">
              <a:ext uri="{FF2B5EF4-FFF2-40B4-BE49-F238E27FC236}">
                <a16:creationId xmlns:a16="http://schemas.microsoft.com/office/drawing/2014/main" id="{94574EFF-BAAA-4E2F-88E8-22019FA89AAD}"/>
              </a:ext>
            </a:extLst>
          </p:cNvPr>
          <p:cNvSpPr>
            <a:spLocks xmlns:a="http://schemas.openxmlformats.org/drawingml/2006/main" noGrp="1"/>
          </p:cNvSpPr>
          <p:nvPr/>
        </p:nvSpPr>
        <p:spPr>
          <a:xfrm xmlns:a="http://schemas.openxmlformats.org/drawingml/2006/main">
            <a:off x="15592425" y="8582025"/>
            <a:ext cx="63817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اختبار</a:t>
            </a:r>
          </a:p>
        </p:txBody>
      </p:sp>
      <p:sp>
        <p:nvSpPr>
          <p:cNvPr id="40" name="">
            <a:extLst xmlns:a="http://schemas.openxmlformats.org/drawingml/2006/main">
              <a:ext uri="{FF2B5EF4-FFF2-40B4-BE49-F238E27FC236}">
                <a16:creationId xmlns:a16="http://schemas.microsoft.com/office/drawing/2014/main" id="{158EDBCE-08B4-44E5-8D6A-72C5EC868C42}"/>
              </a:ext>
            </a:extLst>
          </p:cNvPr>
          <p:cNvSpPr>
            <a:spLocks xmlns:a="http://schemas.openxmlformats.org/drawingml/2006/main" noGrp="1"/>
          </p:cNvSpPr>
          <p:nvPr/>
        </p:nvSpPr>
        <p:spPr>
          <a:xfrm xmlns:a="http://schemas.openxmlformats.org/drawingml/2006/main">
            <a:off x="14668500" y="8582025"/>
            <a:ext cx="83820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تطويري</a:t>
            </a:r>
          </a:p>
        </p:txBody>
      </p:sp>
      <p:sp>
        <p:nvSpPr>
          <p:cNvPr id="41" name="">
            <a:extLst xmlns:a="http://schemas.openxmlformats.org/drawingml/2006/main">
              <a:ext uri="{FF2B5EF4-FFF2-40B4-BE49-F238E27FC236}">
                <a16:creationId xmlns:a16="http://schemas.microsoft.com/office/drawing/2014/main" id="{8C44908F-928B-42DF-8420-7B375A600E24}"/>
              </a:ext>
            </a:extLst>
          </p:cNvPr>
          <p:cNvSpPr>
            <a:spLocks xmlns:a="http://schemas.openxmlformats.org/drawingml/2006/main" noGrp="1"/>
          </p:cNvSpPr>
          <p:nvPr/>
        </p:nvSpPr>
        <p:spPr>
          <a:xfrm xmlns:a="http://schemas.openxmlformats.org/drawingml/2006/main">
            <a:off x="13896975" y="8582025"/>
            <a:ext cx="68580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وليست</a:t>
            </a:r>
          </a:p>
        </p:txBody>
      </p:sp>
      <p:sp>
        <p:nvSpPr>
          <p:cNvPr id="42" name="">
            <a:extLst xmlns:a="http://schemas.openxmlformats.org/drawingml/2006/main">
              <a:ext uri="{FF2B5EF4-FFF2-40B4-BE49-F238E27FC236}">
                <a16:creationId xmlns:a16="http://schemas.microsoft.com/office/drawing/2014/main" id="{CE825AC2-83CA-4493-B824-E569AE945566}"/>
              </a:ext>
            </a:extLst>
          </p:cNvPr>
          <p:cNvSpPr>
            <a:spLocks xmlns:a="http://schemas.openxmlformats.org/drawingml/2006/main" noGrp="1"/>
          </p:cNvSpPr>
          <p:nvPr/>
        </p:nvSpPr>
        <p:spPr>
          <a:xfrm xmlns:a="http://schemas.openxmlformats.org/drawingml/2006/main">
            <a:off x="13458825" y="8582025"/>
            <a:ext cx="3524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دقة</a:t>
            </a:r>
          </a:p>
        </p:txBody>
      </p:sp>
      <p:sp>
        <p:nvSpPr>
          <p:cNvPr id="43" name="">
            <a:extLst xmlns:a="http://schemas.openxmlformats.org/drawingml/2006/main">
              <a:ext uri="{FF2B5EF4-FFF2-40B4-BE49-F238E27FC236}">
                <a16:creationId xmlns:a16="http://schemas.microsoft.com/office/drawing/2014/main" id="{C8E0C1D7-F270-43C8-812A-A18DF0D77FDB}"/>
              </a:ext>
            </a:extLst>
          </p:cNvPr>
          <p:cNvSpPr>
            <a:spLocks xmlns:a="http://schemas.openxmlformats.org/drawingml/2006/main" noGrp="1"/>
          </p:cNvSpPr>
          <p:nvPr/>
        </p:nvSpPr>
        <p:spPr>
          <a:xfrm xmlns:a="http://schemas.openxmlformats.org/drawingml/2006/main">
            <a:off x="12858750" y="8582025"/>
            <a:ext cx="51435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عامة</a:t>
            </a:r>
          </a:p>
        </p:txBody>
      </p:sp>
      <p:sp>
        <p:nvSpPr>
          <p:cNvPr id="44" name="">
            <a:extLst xmlns:a="http://schemas.openxmlformats.org/drawingml/2006/main">
              <a:ext uri="{FF2B5EF4-FFF2-40B4-BE49-F238E27FC236}">
                <a16:creationId xmlns:a16="http://schemas.microsoft.com/office/drawing/2014/main" id="{B1E5C871-F848-4C25-8D81-DC3A7F11138E}"/>
              </a:ext>
            </a:extLst>
          </p:cNvPr>
          <p:cNvSpPr>
            <a:spLocks xmlns:a="http://schemas.openxmlformats.org/drawingml/2006/main" noGrp="1"/>
          </p:cNvSpPr>
          <p:nvPr/>
        </p:nvSpPr>
        <p:spPr>
          <a:xfrm xmlns:a="http://schemas.openxmlformats.org/drawingml/2006/main">
            <a:off x="12525375" y="8582025"/>
            <a:ext cx="24765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أو</a:t>
            </a:r>
          </a:p>
        </p:txBody>
      </p:sp>
      <p:sp>
        <p:nvSpPr>
          <p:cNvPr id="45" name="">
            <a:extLst xmlns:a="http://schemas.openxmlformats.org/drawingml/2006/main">
              <a:ext uri="{FF2B5EF4-FFF2-40B4-BE49-F238E27FC236}">
                <a16:creationId xmlns:a16="http://schemas.microsoft.com/office/drawing/2014/main" id="{EDC36B31-4DD3-485D-9A8F-6A18A23899A7}"/>
              </a:ext>
            </a:extLst>
          </p:cNvPr>
          <p:cNvSpPr>
            <a:spLocks xmlns:a="http://schemas.openxmlformats.org/drawingml/2006/main" noGrp="1"/>
          </p:cNvSpPr>
          <p:nvPr/>
        </p:nvSpPr>
        <p:spPr>
          <a:xfrm xmlns:a="http://schemas.openxmlformats.org/drawingml/2006/main">
            <a:off x="11744325" y="8582025"/>
            <a:ext cx="6953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اعتماداً</a:t>
            </a:r>
          </a:p>
        </p:txBody>
      </p:sp>
      <p:sp>
        <p:nvSpPr>
          <p:cNvPr id="46" name="">
            <a:extLst xmlns:a="http://schemas.openxmlformats.org/drawingml/2006/main">
              <a:ext uri="{FF2B5EF4-FFF2-40B4-BE49-F238E27FC236}">
                <a16:creationId xmlns:a16="http://schemas.microsoft.com/office/drawing/2014/main" id="{605A8A0B-A1E2-4DC3-905A-D8E16F2F3874}"/>
              </a:ext>
            </a:extLst>
          </p:cNvPr>
          <p:cNvSpPr>
            <a:spLocks xmlns:a="http://schemas.openxmlformats.org/drawingml/2006/main" noGrp="1"/>
          </p:cNvSpPr>
          <p:nvPr/>
        </p:nvSpPr>
        <p:spPr>
          <a:xfrm xmlns:a="http://schemas.openxmlformats.org/drawingml/2006/main">
            <a:off x="11001375" y="8582025"/>
            <a:ext cx="6572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شرعياً</a:t>
            </a:r>
          </a:p>
        </p:txBody>
      </p:sp>
      <p:sp>
        <p:nvSpPr>
          <p:cNvPr id="47" name="">
            <a:extLst xmlns:a="http://schemas.openxmlformats.org/drawingml/2006/main">
              <a:ext uri="{FF2B5EF4-FFF2-40B4-BE49-F238E27FC236}">
                <a16:creationId xmlns:a16="http://schemas.microsoft.com/office/drawing/2014/main" id="{E4925F5D-5EDD-49CA-B89C-D7EE5394D1A2}"/>
              </a:ext>
            </a:extLst>
          </p:cNvPr>
          <p:cNvSpPr>
            <a:spLocks xmlns:a="http://schemas.openxmlformats.org/drawingml/2006/main" noGrp="1"/>
          </p:cNvSpPr>
          <p:nvPr/>
        </p:nvSpPr>
        <p:spPr>
          <a:xfrm xmlns:a="http://schemas.openxmlformats.org/drawingml/2006/main">
            <a:off x="10258425" y="8582025"/>
            <a:ext cx="6572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مستقلاً</a:t>
            </a:r>
          </a:p>
        </p:txBody>
      </p:sp>
    </p:spTree>
    <p:extLst>
      <p:ext uri="{BB962C8B-B14F-4D97-AF65-F5344CB8AC3E}">
        <p14:creationId xmlns:p14="http://schemas.microsoft.com/office/powerpoint/2010/main" val="1978949748"/>
      </p:ext>
    </p:extLst>
  </p:cSld>
</p:sld>
</file>

<file path=ppt/slides/slide7.xml><?xml version="1.0" encoding="utf-8"?>
<p:sld xmlns:p="http://schemas.openxmlformats.org/presentationml/2006/main">
  <p:cSld>
    <p:bg>
      <p:bgPr>
        <a:solidFill xmlns:a="http://schemas.openxmlformats.org/drawingml/2006/main">
          <a:srgbClr val="F2F4FF"/>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327E8E01-61FA-414D-BE5A-59D7BD2F5EBA}"/>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86277"/>
                </a:solidFill>
                <a:latin typeface="Arial"/>
                <a:ea typeface="Arial"/>
                <a:cs typeface="Arial"/>
              </a:defRPr>
            </a:pPr>
            <a:r>
              <a:rPr sz="1725" b="0">
                <a:solidFill>
                  <a:srgbClr val="586277"/>
                </a:solidFill>
                <a:latin typeface="Arial"/>
                <a:ea typeface="Arial"/>
                <a:cs typeface="Arial"/>
              </a:rPr>
              <a:t>IsnadLens / 07</a:t>
            </a:r>
          </a:p>
        </p:txBody>
      </p:sp>
      <p:sp>
        <p:nvSpPr>
          <p:cNvPr id="2" name="">
            <a:extLst xmlns:a="http://schemas.openxmlformats.org/drawingml/2006/main">
              <a:ext uri="{FF2B5EF4-FFF2-40B4-BE49-F238E27FC236}">
                <a16:creationId xmlns:a16="http://schemas.microsoft.com/office/drawing/2014/main" id="{E6E7E6C1-6482-4EB4-BC24-78AAF9814BE5}"/>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BD2035F7-0D48-4982-8AF8-19175030A865}"/>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EE0DFD1A-C674-41ED-95EF-D71B47A37D20}"/>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53C71D5F-0174-4AE6-A6B7-EDF28C2A1EF6}"/>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D94E39D5-E559-493B-8A43-672DBA843A02}"/>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C0A17890-EEC0-47F5-83B8-9E7D30E601D5}"/>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5AD1356C-3214-482A-900A-8D468B941E8F}"/>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5DF674C8-FC83-4FD1-81BF-C08187D2A324}"/>
              </a:ext>
            </a:extLst>
          </p:cNvPr>
          <p:cNvSpPr>
            <a:spLocks xmlns:a="http://schemas.openxmlformats.org/drawingml/2006/main" noGrp="1"/>
          </p:cNvSpPr>
          <p:nvPr/>
        </p:nvSpPr>
        <p:spPr>
          <a:xfrm xmlns:a="http://schemas.openxmlformats.org/drawingml/2006/main">
            <a:off x="16163925" y="809625"/>
            <a:ext cx="11715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425</a:t>
            </a:r>
          </a:p>
        </p:txBody>
      </p:sp>
      <p:sp>
        <p:nvSpPr>
          <p:cNvPr id="10" name="">
            <a:extLst xmlns:a="http://schemas.openxmlformats.org/drawingml/2006/main">
              <a:ext uri="{FF2B5EF4-FFF2-40B4-BE49-F238E27FC236}">
                <a16:creationId xmlns:a16="http://schemas.microsoft.com/office/drawing/2014/main" id="{7E8C5967-4E10-4EE7-BCFB-63CDF54BCB96}"/>
              </a:ext>
            </a:extLst>
          </p:cNvPr>
          <p:cNvSpPr>
            <a:spLocks xmlns:a="http://schemas.openxmlformats.org/drawingml/2006/main" noGrp="1"/>
          </p:cNvSpPr>
          <p:nvPr/>
        </p:nvSpPr>
        <p:spPr>
          <a:xfrm xmlns:a="http://schemas.openxmlformats.org/drawingml/2006/main">
            <a:off x="14740414" y="809625"/>
            <a:ext cx="123825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سؤالاً</a:t>
            </a:r>
          </a:p>
        </p:txBody>
      </p:sp>
      <p:sp>
        <p:nvSpPr>
          <p:cNvPr id="11" name="">
            <a:extLst xmlns:a="http://schemas.openxmlformats.org/drawingml/2006/main">
              <a:ext uri="{FF2B5EF4-FFF2-40B4-BE49-F238E27FC236}">
                <a16:creationId xmlns:a16="http://schemas.microsoft.com/office/drawing/2014/main" id="{97F2714A-6D33-4C27-9481-76B0FB517BB9}"/>
              </a:ext>
            </a:extLst>
          </p:cNvPr>
          <p:cNvSpPr>
            <a:spLocks xmlns:a="http://schemas.openxmlformats.org/drawingml/2006/main" noGrp="1"/>
          </p:cNvSpPr>
          <p:nvPr/>
        </p:nvSpPr>
        <p:spPr>
          <a:xfrm xmlns:a="http://schemas.openxmlformats.org/drawingml/2006/main">
            <a:off x="13802677" y="809625"/>
            <a:ext cx="7524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حياً</a:t>
            </a:r>
          </a:p>
        </p:txBody>
      </p:sp>
      <p:sp>
        <p:nvSpPr>
          <p:cNvPr id="12" name="">
            <a:extLst xmlns:a="http://schemas.openxmlformats.org/drawingml/2006/main">
              <a:ext uri="{FF2B5EF4-FFF2-40B4-BE49-F238E27FC236}">
                <a16:creationId xmlns:a16="http://schemas.microsoft.com/office/drawing/2014/main" id="{666928A9-D1B2-4C5C-B5D5-C0210C006017}"/>
              </a:ext>
            </a:extLst>
          </p:cNvPr>
          <p:cNvSpPr>
            <a:spLocks xmlns:a="http://schemas.openxmlformats.org/drawingml/2006/main" noGrp="1"/>
          </p:cNvSpPr>
          <p:nvPr/>
        </p:nvSpPr>
        <p:spPr>
          <a:xfrm xmlns:a="http://schemas.openxmlformats.org/drawingml/2006/main">
            <a:off x="12512516" y="809625"/>
            <a:ext cx="11049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وراء</a:t>
            </a:r>
          </a:p>
        </p:txBody>
      </p:sp>
      <p:sp>
        <p:nvSpPr>
          <p:cNvPr id="13" name="">
            <a:extLst xmlns:a="http://schemas.openxmlformats.org/drawingml/2006/main">
              <a:ext uri="{FF2B5EF4-FFF2-40B4-BE49-F238E27FC236}">
                <a16:creationId xmlns:a16="http://schemas.microsoft.com/office/drawing/2014/main" id="{6407CA00-7DD3-4CBC-B6E7-602DC15BDC6A}"/>
              </a:ext>
            </a:extLst>
          </p:cNvPr>
          <p:cNvSpPr>
            <a:spLocks xmlns:a="http://schemas.openxmlformats.org/drawingml/2006/main" noGrp="1"/>
          </p:cNvSpPr>
          <p:nvPr/>
        </p:nvSpPr>
        <p:spPr>
          <a:xfrm xmlns:a="http://schemas.openxmlformats.org/drawingml/2006/main">
            <a:off x="11193780" y="809625"/>
            <a:ext cx="11334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رحلة</a:t>
            </a:r>
          </a:p>
        </p:txBody>
      </p:sp>
      <p:sp>
        <p:nvSpPr>
          <p:cNvPr id="14" name="">
            <a:extLst xmlns:a="http://schemas.openxmlformats.org/drawingml/2006/main">
              <a:ext uri="{FF2B5EF4-FFF2-40B4-BE49-F238E27FC236}">
                <a16:creationId xmlns:a16="http://schemas.microsoft.com/office/drawing/2014/main" id="{85B9B14B-B75A-4FDC-9102-54AD95A9DEA5}"/>
              </a:ext>
            </a:extLst>
          </p:cNvPr>
          <p:cNvSpPr>
            <a:spLocks xmlns:a="http://schemas.openxmlformats.org/drawingml/2006/main" noGrp="1"/>
          </p:cNvSpPr>
          <p:nvPr/>
        </p:nvSpPr>
        <p:spPr>
          <a:xfrm xmlns:a="http://schemas.openxmlformats.org/drawingml/2006/main">
            <a:off x="9341644" y="809625"/>
            <a:ext cx="16668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التطوير</a:t>
            </a:r>
          </a:p>
        </p:txBody>
      </p:sp>
      <p:sp>
        <p:nvSpPr>
          <p:cNvPr id="15" name="">
            <a:extLst xmlns:a="http://schemas.openxmlformats.org/drawingml/2006/main">
              <a:ext uri="{FF2B5EF4-FFF2-40B4-BE49-F238E27FC236}">
                <a16:creationId xmlns:a16="http://schemas.microsoft.com/office/drawing/2014/main" id="{C5779760-2753-4656-A3B1-1D001A24B5F3}"/>
              </a:ext>
            </a:extLst>
          </p:cNvPr>
          <p:cNvSpPr>
            <a:spLocks xmlns:a="http://schemas.openxmlformats.org/drawingml/2006/main" noGrp="1"/>
          </p:cNvSpPr>
          <p:nvPr/>
        </p:nvSpPr>
        <p:spPr>
          <a:xfrm xmlns:a="http://schemas.openxmlformats.org/drawingml/2006/main">
            <a:off x="952500" y="2619375"/>
            <a:ext cx="72390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5375" b="1">
                <a:solidFill>
                  <a:srgbClr val="6150EA"/>
                </a:solidFill>
                <a:latin typeface="Arial"/>
                <a:ea typeface="Arial"/>
                <a:cs typeface="Arial"/>
              </a:defRPr>
            </a:pPr>
            <a:r>
              <a:rPr sz="15375" b="1">
                <a:solidFill>
                  <a:srgbClr val="6150EA"/>
                </a:solidFill>
                <a:latin typeface="Arial"/>
                <a:ea typeface="Arial"/>
                <a:cs typeface="Arial"/>
              </a:rPr>
              <a:t>425</a:t>
            </a:r>
          </a:p>
        </p:txBody>
      </p:sp>
      <p:sp>
        <p:nvSpPr>
          <p:cNvPr id="16" name="">
            <a:extLst xmlns:a="http://schemas.openxmlformats.org/drawingml/2006/main">
              <a:ext uri="{FF2B5EF4-FFF2-40B4-BE49-F238E27FC236}">
                <a16:creationId xmlns:a16="http://schemas.microsoft.com/office/drawing/2014/main" id="{97816C8E-2ED5-4045-8222-804C59A91959}"/>
              </a:ext>
            </a:extLst>
          </p:cNvPr>
          <p:cNvSpPr>
            <a:spLocks xmlns:a="http://schemas.openxmlformats.org/drawingml/2006/main" noGrp="1"/>
          </p:cNvSpPr>
          <p:nvPr/>
        </p:nvSpPr>
        <p:spPr>
          <a:xfrm xmlns:a="http://schemas.openxmlformats.org/drawingml/2006/main">
            <a:off x="15916275" y="3095625"/>
            <a:ext cx="942975" cy="10186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175" b="1">
                <a:solidFill>
                  <a:srgbClr val="12183F"/>
                </a:solidFill>
                <a:latin typeface="Arial"/>
                <a:ea typeface="Arial"/>
                <a:cs typeface="Arial"/>
              </a:defRPr>
            </a:pPr>
            <a:r>
              <a:rPr sz="5175" b="1">
                <a:solidFill>
                  <a:srgbClr val="12183F"/>
                </a:solidFill>
                <a:latin typeface="Arial"/>
                <a:ea typeface="Arial"/>
                <a:cs typeface="Arial"/>
              </a:rPr>
              <a:t>نص</a:t>
            </a:r>
          </a:p>
        </p:txBody>
      </p:sp>
      <p:sp>
        <p:nvSpPr>
          <p:cNvPr id="17" name="">
            <a:extLst xmlns:a="http://schemas.openxmlformats.org/drawingml/2006/main">
              <a:ext uri="{FF2B5EF4-FFF2-40B4-BE49-F238E27FC236}">
                <a16:creationId xmlns:a16="http://schemas.microsoft.com/office/drawing/2014/main" id="{4422476B-EAFA-4E86-A9A8-66B9A7774183}"/>
              </a:ext>
            </a:extLst>
          </p:cNvPr>
          <p:cNvSpPr>
            <a:spLocks xmlns:a="http://schemas.openxmlformats.org/drawingml/2006/main" noGrp="1"/>
          </p:cNvSpPr>
          <p:nvPr/>
        </p:nvSpPr>
        <p:spPr>
          <a:xfrm xmlns:a="http://schemas.openxmlformats.org/drawingml/2006/main">
            <a:off x="14533531" y="3095625"/>
            <a:ext cx="1200150" cy="10186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175" b="1">
                <a:solidFill>
                  <a:srgbClr val="12183F"/>
                </a:solidFill>
                <a:latin typeface="Arial"/>
                <a:ea typeface="Arial"/>
                <a:cs typeface="Arial"/>
              </a:defRPr>
            </a:pPr>
            <a:r>
              <a:rPr sz="5175" b="1">
                <a:solidFill>
                  <a:srgbClr val="12183F"/>
                </a:solidFill>
                <a:latin typeface="Arial"/>
                <a:ea typeface="Arial"/>
                <a:cs typeface="Arial"/>
              </a:rPr>
              <a:t>سؤال</a:t>
            </a:r>
          </a:p>
        </p:txBody>
      </p:sp>
      <p:sp>
        <p:nvSpPr>
          <p:cNvPr id="18" name="">
            <a:extLst xmlns:a="http://schemas.openxmlformats.org/drawingml/2006/main">
              <a:ext uri="{FF2B5EF4-FFF2-40B4-BE49-F238E27FC236}">
                <a16:creationId xmlns:a16="http://schemas.microsoft.com/office/drawing/2014/main" id="{2D31A7A0-33B9-4718-8CAC-D863C5B616E2}"/>
              </a:ext>
            </a:extLst>
          </p:cNvPr>
          <p:cNvSpPr>
            <a:spLocks xmlns:a="http://schemas.openxmlformats.org/drawingml/2006/main" noGrp="1"/>
          </p:cNvSpPr>
          <p:nvPr/>
        </p:nvSpPr>
        <p:spPr>
          <a:xfrm xmlns:a="http://schemas.openxmlformats.org/drawingml/2006/main">
            <a:off x="12845986" y="3095625"/>
            <a:ext cx="1504950" cy="101869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175" b="1">
                <a:solidFill>
                  <a:srgbClr val="12183F"/>
                </a:solidFill>
                <a:latin typeface="Arial"/>
                <a:ea typeface="Arial"/>
                <a:cs typeface="Arial"/>
              </a:defRPr>
            </a:pPr>
            <a:r>
              <a:rPr sz="5175" b="1">
                <a:solidFill>
                  <a:srgbClr val="12183F"/>
                </a:solidFill>
                <a:latin typeface="Arial"/>
                <a:ea typeface="Arial"/>
                <a:cs typeface="Arial"/>
              </a:rPr>
              <a:t>مختلف</a:t>
            </a:r>
          </a:p>
        </p:txBody>
      </p:sp>
      <p:sp>
        <p:nvSpPr>
          <p:cNvPr id="19" name="">
            <a:extLst xmlns:a="http://schemas.openxmlformats.org/drawingml/2006/main">
              <a:ext uri="{FF2B5EF4-FFF2-40B4-BE49-F238E27FC236}">
                <a16:creationId xmlns:a16="http://schemas.microsoft.com/office/drawing/2014/main" id="{453539BF-49C0-492F-B987-9CE222DF4263}"/>
              </a:ext>
            </a:extLst>
          </p:cNvPr>
          <p:cNvSpPr>
            <a:spLocks xmlns:a="http://schemas.openxmlformats.org/drawingml/2006/main" noGrp="1"/>
          </p:cNvSpPr>
          <p:nvPr/>
        </p:nvSpPr>
        <p:spPr>
          <a:xfrm xmlns:a="http://schemas.openxmlformats.org/drawingml/2006/main">
            <a:off x="16411575" y="4333875"/>
            <a:ext cx="447675" cy="6938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525" b="0">
                <a:solidFill>
                  <a:srgbClr val="12183F"/>
                </a:solidFill>
                <a:latin typeface="Arial"/>
                <a:ea typeface="Arial"/>
                <a:cs typeface="Arial"/>
              </a:defRPr>
            </a:pPr>
            <a:r>
              <a:rPr sz="3525" b="0">
                <a:solidFill>
                  <a:srgbClr val="12183F"/>
                </a:solidFill>
                <a:latin typeface="Arial"/>
                <a:ea typeface="Arial"/>
                <a:cs typeface="Arial"/>
              </a:rPr>
              <a:t>في</a:t>
            </a:r>
          </a:p>
        </p:txBody>
      </p:sp>
      <p:sp>
        <p:nvSpPr>
          <p:cNvPr id="20" name="">
            <a:extLst xmlns:a="http://schemas.openxmlformats.org/drawingml/2006/main">
              <a:ext uri="{FF2B5EF4-FFF2-40B4-BE49-F238E27FC236}">
                <a16:creationId xmlns:a16="http://schemas.microsoft.com/office/drawing/2014/main" id="{99846D8A-C51D-4B20-8C9E-3F84B27A8B66}"/>
              </a:ext>
            </a:extLst>
          </p:cNvPr>
          <p:cNvSpPr>
            <a:spLocks xmlns:a="http://schemas.openxmlformats.org/drawingml/2006/main" noGrp="1"/>
          </p:cNvSpPr>
          <p:nvPr/>
        </p:nvSpPr>
        <p:spPr>
          <a:xfrm xmlns:a="http://schemas.openxmlformats.org/drawingml/2006/main">
            <a:off x="15725203" y="4333875"/>
            <a:ext cx="561975" cy="6938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525" b="0">
                <a:solidFill>
                  <a:srgbClr val="12183F"/>
                </a:solidFill>
                <a:latin typeface="Arial"/>
                <a:ea typeface="Arial"/>
                <a:cs typeface="Arial"/>
              </a:defRPr>
            </a:pPr>
            <a:r>
              <a:rPr sz="3525" b="0">
                <a:solidFill>
                  <a:srgbClr val="12183F"/>
                </a:solidFill>
                <a:latin typeface="Arial"/>
                <a:ea typeface="Arial"/>
                <a:cs typeface="Arial"/>
              </a:rPr>
              <a:t>12</a:t>
            </a:r>
          </a:p>
        </p:txBody>
      </p:sp>
      <p:sp>
        <p:nvSpPr>
          <p:cNvPr id="21" name="">
            <a:extLst xmlns:a="http://schemas.openxmlformats.org/drawingml/2006/main">
              <a:ext uri="{FF2B5EF4-FFF2-40B4-BE49-F238E27FC236}">
                <a16:creationId xmlns:a16="http://schemas.microsoft.com/office/drawing/2014/main" id="{E82A7E24-0C04-4F20-82A4-DBBC6119C2F5}"/>
              </a:ext>
            </a:extLst>
          </p:cNvPr>
          <p:cNvSpPr>
            <a:spLocks xmlns:a="http://schemas.openxmlformats.org/drawingml/2006/main" noGrp="1"/>
          </p:cNvSpPr>
          <p:nvPr/>
        </p:nvSpPr>
        <p:spPr>
          <a:xfrm xmlns:a="http://schemas.openxmlformats.org/drawingml/2006/main">
            <a:off x="14353032" y="4333875"/>
            <a:ext cx="1247775" cy="6938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525" b="0">
                <a:solidFill>
                  <a:srgbClr val="12183F"/>
                </a:solidFill>
                <a:latin typeface="Arial"/>
                <a:ea typeface="Arial"/>
                <a:cs typeface="Arial"/>
              </a:defRPr>
            </a:pPr>
            <a:r>
              <a:rPr sz="3525" b="0">
                <a:solidFill>
                  <a:srgbClr val="12183F"/>
                </a:solidFill>
                <a:latin typeface="Arial"/>
                <a:ea typeface="Arial"/>
                <a:cs typeface="Arial"/>
              </a:rPr>
              <a:t>مجموعة</a:t>
            </a:r>
          </a:p>
        </p:txBody>
      </p:sp>
      <p:sp>
        <p:nvSpPr>
          <p:cNvPr id="22" name="">
            <a:extLst xmlns:a="http://schemas.openxmlformats.org/drawingml/2006/main">
              <a:ext uri="{FF2B5EF4-FFF2-40B4-BE49-F238E27FC236}">
                <a16:creationId xmlns:a16="http://schemas.microsoft.com/office/drawing/2014/main" id="{FAA50ECD-5AC5-4CF1-B710-C306204DC869}"/>
              </a:ext>
            </a:extLst>
          </p:cNvPr>
          <p:cNvSpPr>
            <a:spLocks xmlns:a="http://schemas.openxmlformats.org/drawingml/2006/main" noGrp="1"/>
          </p:cNvSpPr>
          <p:nvPr/>
        </p:nvSpPr>
        <p:spPr>
          <a:xfrm xmlns:a="http://schemas.openxmlformats.org/drawingml/2006/main">
            <a:off x="13218985" y="4333875"/>
            <a:ext cx="1009650" cy="6938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525" b="0">
                <a:solidFill>
                  <a:srgbClr val="12183F"/>
                </a:solidFill>
                <a:latin typeface="Arial"/>
                <a:ea typeface="Arial"/>
                <a:cs typeface="Arial"/>
              </a:defRPr>
            </a:pPr>
            <a:r>
              <a:rPr sz="3525" b="0">
                <a:solidFill>
                  <a:srgbClr val="12183F"/>
                </a:solidFill>
                <a:latin typeface="Arial"/>
                <a:ea typeface="Arial"/>
                <a:cs typeface="Arial"/>
              </a:rPr>
              <a:t>رئيسية</a:t>
            </a:r>
          </a:p>
        </p:txBody>
      </p:sp>
      <p:sp>
        <p:nvSpPr>
          <p:cNvPr id="23" name="">
            <a:extLst xmlns:a="http://schemas.openxmlformats.org/drawingml/2006/main">
              <a:ext uri="{FF2B5EF4-FFF2-40B4-BE49-F238E27FC236}">
                <a16:creationId xmlns:a16="http://schemas.microsoft.com/office/drawing/2014/main" id="{4A65F1AB-EDD9-4B89-8C63-FE09BBC6601A}"/>
              </a:ext>
            </a:extLst>
          </p:cNvPr>
          <p:cNvSpPr>
            <a:spLocks xmlns:a="http://schemas.openxmlformats.org/drawingml/2006/main" noGrp="1"/>
          </p:cNvSpPr>
          <p:nvPr/>
        </p:nvSpPr>
        <p:spPr>
          <a:xfrm xmlns:a="http://schemas.openxmlformats.org/drawingml/2006/main">
            <a:off x="12132564" y="4333875"/>
            <a:ext cx="962025" cy="6938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525" b="0">
                <a:solidFill>
                  <a:srgbClr val="12183F"/>
                </a:solidFill>
                <a:latin typeface="Arial"/>
                <a:ea typeface="Arial"/>
                <a:cs typeface="Arial"/>
              </a:defRPr>
            </a:pPr>
            <a:r>
              <a:rPr sz="3525" b="0">
                <a:solidFill>
                  <a:srgbClr val="12183F"/>
                </a:solidFill>
                <a:latin typeface="Arial"/>
                <a:ea typeface="Arial"/>
                <a:cs typeface="Arial"/>
              </a:rPr>
              <a:t>مكتملة</a:t>
            </a:r>
          </a:p>
        </p:txBody>
      </p:sp>
      <p:sp>
        <p:nvSpPr>
          <p:cNvPr id="24" name="">
            <a:extLst xmlns:a="http://schemas.openxmlformats.org/drawingml/2006/main">
              <a:ext uri="{FF2B5EF4-FFF2-40B4-BE49-F238E27FC236}">
                <a16:creationId xmlns:a16="http://schemas.microsoft.com/office/drawing/2014/main" id="{E3B8342D-8F27-4CBF-9182-8850EAA15A92}"/>
              </a:ext>
            </a:extLst>
          </p:cNvPr>
          <p:cNvSpPr>
            <a:spLocks xmlns:a="http://schemas.openxmlformats.org/drawingml/2006/main" noGrp="1"/>
          </p:cNvSpPr>
          <p:nvPr/>
        </p:nvSpPr>
        <p:spPr>
          <a:xfrm xmlns:a="http://schemas.openxmlformats.org/drawingml/2006/main">
            <a:off x="16002000" y="6334125"/>
            <a:ext cx="8572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075642"/>
                </a:solidFill>
                <a:latin typeface="Arial"/>
                <a:ea typeface="Arial"/>
                <a:cs typeface="Arial"/>
              </a:defRPr>
            </a:pPr>
            <a:r>
              <a:rPr sz="3225" b="1">
                <a:solidFill>
                  <a:srgbClr val="075642"/>
                </a:solidFill>
                <a:latin typeface="Arial"/>
                <a:ea typeface="Arial"/>
                <a:cs typeface="Arial"/>
              </a:rPr>
              <a:t>إضافة</a:t>
            </a:r>
          </a:p>
        </p:txBody>
      </p:sp>
      <p:sp>
        <p:nvSpPr>
          <p:cNvPr id="25" name="">
            <a:extLst xmlns:a="http://schemas.openxmlformats.org/drawingml/2006/main">
              <a:ext uri="{FF2B5EF4-FFF2-40B4-BE49-F238E27FC236}">
                <a16:creationId xmlns:a16="http://schemas.microsoft.com/office/drawing/2014/main" id="{D1805187-D5DA-44E3-86C0-3129D56D0DFC}"/>
              </a:ext>
            </a:extLst>
          </p:cNvPr>
          <p:cNvSpPr>
            <a:spLocks xmlns:a="http://schemas.openxmlformats.org/drawingml/2006/main" noGrp="1"/>
          </p:cNvSpPr>
          <p:nvPr/>
        </p:nvSpPr>
        <p:spPr>
          <a:xfrm xmlns:a="http://schemas.openxmlformats.org/drawingml/2006/main">
            <a:off x="15411926" y="6334125"/>
            <a:ext cx="4762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075642"/>
                </a:solidFill>
                <a:latin typeface="Arial"/>
                <a:ea typeface="Arial"/>
                <a:cs typeface="Arial"/>
              </a:defRPr>
            </a:pPr>
            <a:r>
              <a:rPr sz="3225" b="1">
                <a:solidFill>
                  <a:srgbClr val="075642"/>
                </a:solidFill>
                <a:latin typeface="Arial"/>
                <a:ea typeface="Arial"/>
                <a:cs typeface="Arial"/>
              </a:rPr>
              <a:t>إلى</a:t>
            </a:r>
          </a:p>
        </p:txBody>
      </p:sp>
      <p:sp>
        <p:nvSpPr>
          <p:cNvPr id="26" name="">
            <a:extLst xmlns:a="http://schemas.openxmlformats.org/drawingml/2006/main">
              <a:ext uri="{FF2B5EF4-FFF2-40B4-BE49-F238E27FC236}">
                <a16:creationId xmlns:a16="http://schemas.microsoft.com/office/drawing/2014/main" id="{407BDD6A-5084-4AD4-8988-1EFAD80A98E1}"/>
              </a:ext>
            </a:extLst>
          </p:cNvPr>
          <p:cNvSpPr>
            <a:spLocks xmlns:a="http://schemas.openxmlformats.org/drawingml/2006/main" noGrp="1"/>
          </p:cNvSpPr>
          <p:nvPr/>
        </p:nvSpPr>
        <p:spPr>
          <a:xfrm xmlns:a="http://schemas.openxmlformats.org/drawingml/2006/main">
            <a:off x="14212253" y="6334125"/>
            <a:ext cx="10858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075642"/>
                </a:solidFill>
                <a:latin typeface="Arial"/>
                <a:ea typeface="Arial"/>
                <a:cs typeface="Arial"/>
              </a:defRPr>
            </a:pPr>
            <a:r>
              <a:rPr sz="3225" b="1">
                <a:solidFill>
                  <a:srgbClr val="075642"/>
                </a:solidFill>
                <a:latin typeface="Arial"/>
                <a:ea typeface="Arial"/>
                <a:cs typeface="Arial"/>
              </a:rPr>
              <a:t>2,924</a:t>
            </a:r>
          </a:p>
        </p:txBody>
      </p:sp>
      <p:sp>
        <p:nvSpPr>
          <p:cNvPr id="27" name="">
            <a:extLst xmlns:a="http://schemas.openxmlformats.org/drawingml/2006/main">
              <a:ext uri="{FF2B5EF4-FFF2-40B4-BE49-F238E27FC236}">
                <a16:creationId xmlns:a16="http://schemas.microsoft.com/office/drawing/2014/main" id="{2580B79E-C2CA-4299-B8DC-86DDD20DEE49}"/>
              </a:ext>
            </a:extLst>
          </p:cNvPr>
          <p:cNvSpPr>
            <a:spLocks xmlns:a="http://schemas.openxmlformats.org/drawingml/2006/main" noGrp="1"/>
          </p:cNvSpPr>
          <p:nvPr/>
        </p:nvSpPr>
        <p:spPr>
          <a:xfrm xmlns:a="http://schemas.openxmlformats.org/drawingml/2006/main">
            <a:off x="13288804" y="6334125"/>
            <a:ext cx="80962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075642"/>
                </a:solidFill>
                <a:latin typeface="Arial"/>
                <a:ea typeface="Arial"/>
                <a:cs typeface="Arial"/>
              </a:defRPr>
            </a:pPr>
            <a:r>
              <a:rPr sz="3225" b="1">
                <a:solidFill>
                  <a:srgbClr val="075642"/>
                </a:solidFill>
                <a:latin typeface="Arial"/>
                <a:ea typeface="Arial"/>
                <a:cs typeface="Arial"/>
              </a:rPr>
              <a:t>فحصاً</a:t>
            </a:r>
          </a:p>
        </p:txBody>
      </p:sp>
      <p:sp>
        <p:nvSpPr>
          <p:cNvPr id="28" name="">
            <a:extLst xmlns:a="http://schemas.openxmlformats.org/drawingml/2006/main">
              <a:ext uri="{FF2B5EF4-FFF2-40B4-BE49-F238E27FC236}">
                <a16:creationId xmlns:a16="http://schemas.microsoft.com/office/drawing/2014/main" id="{112750CD-ED65-4AF7-91B7-236F3E116547}"/>
              </a:ext>
            </a:extLst>
          </p:cNvPr>
          <p:cNvSpPr>
            <a:spLocks xmlns:a="http://schemas.openxmlformats.org/drawingml/2006/main" noGrp="1"/>
          </p:cNvSpPr>
          <p:nvPr/>
        </p:nvSpPr>
        <p:spPr>
          <a:xfrm xmlns:a="http://schemas.openxmlformats.org/drawingml/2006/main">
            <a:off x="12232005" y="6334125"/>
            <a:ext cx="94297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075642"/>
                </a:solidFill>
                <a:latin typeface="Arial"/>
                <a:ea typeface="Arial"/>
                <a:cs typeface="Arial"/>
              </a:defRPr>
            </a:pPr>
            <a:r>
              <a:rPr sz="3225" b="1">
                <a:solidFill>
                  <a:srgbClr val="075642"/>
                </a:solidFill>
                <a:latin typeface="Arial"/>
                <a:ea typeface="Arial"/>
                <a:cs typeface="Arial"/>
              </a:rPr>
              <a:t>برمجياً</a:t>
            </a:r>
          </a:p>
        </p:txBody>
      </p:sp>
      <p:sp>
        <p:nvSpPr>
          <p:cNvPr id="29" name="">
            <a:extLst xmlns:a="http://schemas.openxmlformats.org/drawingml/2006/main">
              <a:ext uri="{FF2B5EF4-FFF2-40B4-BE49-F238E27FC236}">
                <a16:creationId xmlns:a16="http://schemas.microsoft.com/office/drawing/2014/main" id="{BDDC8597-AA25-401F-A139-E67E9C68D4AC}"/>
              </a:ext>
            </a:extLst>
          </p:cNvPr>
          <p:cNvSpPr>
            <a:spLocks xmlns:a="http://schemas.openxmlformats.org/drawingml/2006/main" noGrp="1"/>
          </p:cNvSpPr>
          <p:nvPr/>
        </p:nvSpPr>
        <p:spPr>
          <a:xfrm xmlns:a="http://schemas.openxmlformats.org/drawingml/2006/main">
            <a:off x="11508581" y="6334125"/>
            <a:ext cx="60960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075642"/>
                </a:solidFill>
                <a:latin typeface="Arial"/>
                <a:ea typeface="Arial"/>
                <a:cs typeface="Arial"/>
              </a:defRPr>
            </a:pPr>
            <a:r>
              <a:rPr sz="3225" b="1">
                <a:solidFill>
                  <a:srgbClr val="075642"/>
                </a:solidFill>
                <a:latin typeface="Arial"/>
                <a:ea typeface="Arial"/>
                <a:cs typeface="Arial"/>
              </a:rPr>
              <a:t>دون</a:t>
            </a:r>
          </a:p>
        </p:txBody>
      </p:sp>
      <p:sp>
        <p:nvSpPr>
          <p:cNvPr id="30" name="">
            <a:extLst xmlns:a="http://schemas.openxmlformats.org/drawingml/2006/main">
              <a:ext uri="{FF2B5EF4-FFF2-40B4-BE49-F238E27FC236}">
                <a16:creationId xmlns:a16="http://schemas.microsoft.com/office/drawing/2014/main" id="{BB36937F-DC40-43A3-9AA3-880955C5ECBB}"/>
              </a:ext>
            </a:extLst>
          </p:cNvPr>
          <p:cNvSpPr>
            <a:spLocks xmlns:a="http://schemas.openxmlformats.org/drawingml/2006/main" noGrp="1"/>
          </p:cNvSpPr>
          <p:nvPr/>
        </p:nvSpPr>
        <p:spPr>
          <a:xfrm xmlns:a="http://schemas.openxmlformats.org/drawingml/2006/main">
            <a:off x="10537508" y="6334125"/>
            <a:ext cx="8572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075642"/>
                </a:solidFill>
                <a:latin typeface="Arial"/>
                <a:ea typeface="Arial"/>
                <a:cs typeface="Arial"/>
              </a:defRPr>
            </a:pPr>
            <a:r>
              <a:rPr sz="3225" b="1">
                <a:solidFill>
                  <a:srgbClr val="075642"/>
                </a:solidFill>
                <a:latin typeface="Arial"/>
                <a:ea typeface="Arial"/>
                <a:cs typeface="Arial"/>
              </a:rPr>
              <a:t>اتصال</a:t>
            </a:r>
          </a:p>
        </p:txBody>
      </p:sp>
      <p:sp>
        <p:nvSpPr>
          <p:cNvPr id="31" name="">
            <a:extLst xmlns:a="http://schemas.openxmlformats.org/drawingml/2006/main">
              <a:ext uri="{FF2B5EF4-FFF2-40B4-BE49-F238E27FC236}">
                <a16:creationId xmlns:a16="http://schemas.microsoft.com/office/drawing/2014/main" id="{42729036-6A23-4579-A345-73261081CAD2}"/>
              </a:ext>
            </a:extLst>
          </p:cNvPr>
          <p:cNvSpPr>
            <a:spLocks xmlns:a="http://schemas.openxmlformats.org/drawingml/2006/main" noGrp="1"/>
          </p:cNvSpPr>
          <p:nvPr/>
        </p:nvSpPr>
        <p:spPr>
          <a:xfrm xmlns:a="http://schemas.openxmlformats.org/drawingml/2006/main">
            <a:off x="9366409" y="6334125"/>
            <a:ext cx="105727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075642"/>
                </a:solidFill>
                <a:latin typeface="Arial"/>
                <a:ea typeface="Arial"/>
                <a:cs typeface="Arial"/>
              </a:defRPr>
            </a:pPr>
            <a:r>
              <a:rPr sz="3225" b="1">
                <a:solidFill>
                  <a:srgbClr val="075642"/>
                </a:solidFill>
                <a:latin typeface="Arial"/>
                <a:ea typeface="Arial"/>
                <a:cs typeface="Arial"/>
              </a:rPr>
              <a:t>بخدمات</a:t>
            </a:r>
          </a:p>
        </p:txBody>
      </p:sp>
      <p:sp>
        <p:nvSpPr>
          <p:cNvPr id="32" name="">
            <a:extLst xmlns:a="http://schemas.openxmlformats.org/drawingml/2006/main">
              <a:ext uri="{FF2B5EF4-FFF2-40B4-BE49-F238E27FC236}">
                <a16:creationId xmlns:a16="http://schemas.microsoft.com/office/drawing/2014/main" id="{AF9D2BCC-BE32-4C1A-81B7-304C337F17BA}"/>
              </a:ext>
            </a:extLst>
          </p:cNvPr>
          <p:cNvSpPr>
            <a:spLocks xmlns:a="http://schemas.openxmlformats.org/drawingml/2006/main" noGrp="1"/>
          </p:cNvSpPr>
          <p:nvPr/>
        </p:nvSpPr>
        <p:spPr>
          <a:xfrm xmlns:a="http://schemas.openxmlformats.org/drawingml/2006/main">
            <a:off x="8252460" y="6334125"/>
            <a:ext cx="100012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075642"/>
                </a:solidFill>
                <a:latin typeface="Arial"/>
                <a:ea typeface="Arial"/>
                <a:cs typeface="Arial"/>
              </a:defRPr>
            </a:pPr>
            <a:r>
              <a:rPr sz="3225" b="1">
                <a:solidFill>
                  <a:srgbClr val="075642"/>
                </a:solidFill>
                <a:latin typeface="Arial"/>
                <a:ea typeface="Arial"/>
                <a:cs typeface="Arial"/>
              </a:rPr>
              <a:t>النماذج</a:t>
            </a:r>
          </a:p>
        </p:txBody>
      </p:sp>
      <p:sp>
        <p:nvSpPr>
          <p:cNvPr id="33" name="">
            <a:extLst xmlns:a="http://schemas.openxmlformats.org/drawingml/2006/main">
              <a:ext uri="{FF2B5EF4-FFF2-40B4-BE49-F238E27FC236}">
                <a16:creationId xmlns:a16="http://schemas.microsoft.com/office/drawing/2014/main" id="{BEFFD903-D55D-4B3A-98F8-2B51BD55FFBF}"/>
              </a:ext>
            </a:extLst>
          </p:cNvPr>
          <p:cNvSpPr>
            <a:spLocks xmlns:a="http://schemas.openxmlformats.org/drawingml/2006/main" noGrp="1"/>
          </p:cNvSpPr>
          <p:nvPr/>
        </p:nvSpPr>
        <p:spPr>
          <a:xfrm xmlns:a="http://schemas.openxmlformats.org/drawingml/2006/main">
            <a:off x="15535275" y="7315200"/>
            <a:ext cx="132397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12183F"/>
                </a:solidFill>
                <a:latin typeface="Arial"/>
                <a:ea typeface="Arial"/>
                <a:cs typeface="Arial"/>
              </a:defRPr>
            </a:pPr>
            <a:r>
              <a:rPr sz="3225" b="0">
                <a:solidFill>
                  <a:srgbClr val="12183F"/>
                </a:solidFill>
                <a:latin typeface="Arial"/>
                <a:ea typeface="Arial"/>
                <a:cs typeface="Arial"/>
              </a:rPr>
              <a:t>ومجموعة</a:t>
            </a:r>
          </a:p>
        </p:txBody>
      </p:sp>
      <p:sp>
        <p:nvSpPr>
          <p:cNvPr id="34" name="">
            <a:extLst xmlns:a="http://schemas.openxmlformats.org/drawingml/2006/main">
              <a:ext uri="{FF2B5EF4-FFF2-40B4-BE49-F238E27FC236}">
                <a16:creationId xmlns:a16="http://schemas.microsoft.com/office/drawing/2014/main" id="{40FA43B9-F43A-4A35-A28E-E028734D6AB5}"/>
              </a:ext>
            </a:extLst>
          </p:cNvPr>
          <p:cNvSpPr>
            <a:spLocks xmlns:a="http://schemas.openxmlformats.org/drawingml/2006/main" noGrp="1"/>
          </p:cNvSpPr>
          <p:nvPr/>
        </p:nvSpPr>
        <p:spPr>
          <a:xfrm xmlns:a="http://schemas.openxmlformats.org/drawingml/2006/main">
            <a:off x="14535626" y="7315200"/>
            <a:ext cx="88582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12183F"/>
                </a:solidFill>
                <a:latin typeface="Arial"/>
                <a:ea typeface="Arial"/>
                <a:cs typeface="Arial"/>
              </a:defRPr>
            </a:pPr>
            <a:r>
              <a:rPr sz="3225" b="0">
                <a:solidFill>
                  <a:srgbClr val="12183F"/>
                </a:solidFill>
                <a:latin typeface="Arial"/>
                <a:ea typeface="Arial"/>
                <a:cs typeface="Arial"/>
              </a:rPr>
              <a:t>انحدار</a:t>
            </a:r>
          </a:p>
        </p:txBody>
      </p:sp>
      <p:sp>
        <p:nvSpPr>
          <p:cNvPr id="35" name="">
            <a:extLst xmlns:a="http://schemas.openxmlformats.org/drawingml/2006/main">
              <a:ext uri="{FF2B5EF4-FFF2-40B4-BE49-F238E27FC236}">
                <a16:creationId xmlns:a16="http://schemas.microsoft.com/office/drawing/2014/main" id="{8FCB2938-E918-4F25-B5A3-681E038EE14C}"/>
              </a:ext>
            </a:extLst>
          </p:cNvPr>
          <p:cNvSpPr>
            <a:spLocks xmlns:a="http://schemas.openxmlformats.org/drawingml/2006/main" noGrp="1"/>
          </p:cNvSpPr>
          <p:nvPr/>
        </p:nvSpPr>
        <p:spPr>
          <a:xfrm xmlns:a="http://schemas.openxmlformats.org/drawingml/2006/main">
            <a:off x="13659803" y="7315200"/>
            <a:ext cx="76200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12183F"/>
                </a:solidFill>
                <a:latin typeface="Arial"/>
                <a:ea typeface="Arial"/>
                <a:cs typeface="Arial"/>
              </a:defRPr>
            </a:pPr>
            <a:r>
              <a:rPr sz="3225" b="0">
                <a:solidFill>
                  <a:srgbClr val="12183F"/>
                </a:solidFill>
                <a:latin typeface="Arial"/>
                <a:ea typeface="Arial"/>
                <a:cs typeface="Arial"/>
              </a:rPr>
              <a:t>لاحقة</a:t>
            </a:r>
          </a:p>
        </p:txBody>
      </p:sp>
      <p:sp>
        <p:nvSpPr>
          <p:cNvPr id="36" name="">
            <a:extLst xmlns:a="http://schemas.openxmlformats.org/drawingml/2006/main">
              <a:ext uri="{FF2B5EF4-FFF2-40B4-BE49-F238E27FC236}">
                <a16:creationId xmlns:a16="http://schemas.microsoft.com/office/drawing/2014/main" id="{EDCDADBC-7001-409A-B046-BB8F14CD3E6E}"/>
              </a:ext>
            </a:extLst>
          </p:cNvPr>
          <p:cNvSpPr>
            <a:spLocks xmlns:a="http://schemas.openxmlformats.org/drawingml/2006/main" noGrp="1"/>
          </p:cNvSpPr>
          <p:nvPr/>
        </p:nvSpPr>
        <p:spPr>
          <a:xfrm xmlns:a="http://schemas.openxmlformats.org/drawingml/2006/main">
            <a:off x="13107829" y="7315200"/>
            <a:ext cx="4381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12183F"/>
                </a:solidFill>
                <a:latin typeface="Arial"/>
                <a:ea typeface="Arial"/>
                <a:cs typeface="Arial"/>
              </a:defRPr>
            </a:pPr>
            <a:r>
              <a:rPr sz="3225" b="0">
                <a:solidFill>
                  <a:srgbClr val="12183F"/>
                </a:solidFill>
                <a:latin typeface="Arial"/>
                <a:ea typeface="Arial"/>
                <a:cs typeface="Arial"/>
              </a:rPr>
              <a:t>من</a:t>
            </a:r>
          </a:p>
        </p:txBody>
      </p:sp>
      <p:sp>
        <p:nvSpPr>
          <p:cNvPr id="37" name="">
            <a:extLst xmlns:a="http://schemas.openxmlformats.org/drawingml/2006/main">
              <a:ext uri="{FF2B5EF4-FFF2-40B4-BE49-F238E27FC236}">
                <a16:creationId xmlns:a16="http://schemas.microsoft.com/office/drawing/2014/main" id="{0C618684-C047-4242-A944-6757AD401878}"/>
              </a:ext>
            </a:extLst>
          </p:cNvPr>
          <p:cNvSpPr>
            <a:spLocks xmlns:a="http://schemas.openxmlformats.org/drawingml/2006/main" noGrp="1"/>
          </p:cNvSpPr>
          <p:nvPr/>
        </p:nvSpPr>
        <p:spPr>
          <a:xfrm xmlns:a="http://schemas.openxmlformats.org/drawingml/2006/main">
            <a:off x="12251055" y="7315200"/>
            <a:ext cx="7429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12183F"/>
                </a:solidFill>
                <a:latin typeface="Arial"/>
                <a:ea typeface="Arial"/>
                <a:cs typeface="Arial"/>
              </a:defRPr>
            </a:pPr>
            <a:r>
              <a:rPr sz="3225" b="0">
                <a:solidFill>
                  <a:srgbClr val="12183F"/>
                </a:solidFill>
                <a:latin typeface="Arial"/>
                <a:ea typeface="Arial"/>
                <a:cs typeface="Arial"/>
              </a:rPr>
              <a:t>542</a:t>
            </a:r>
          </a:p>
        </p:txBody>
      </p:sp>
      <p:sp>
        <p:nvSpPr>
          <p:cNvPr id="38" name="">
            <a:extLst xmlns:a="http://schemas.openxmlformats.org/drawingml/2006/main">
              <a:ext uri="{FF2B5EF4-FFF2-40B4-BE49-F238E27FC236}">
                <a16:creationId xmlns:a16="http://schemas.microsoft.com/office/drawing/2014/main" id="{23C2BE11-E0A2-419A-BDFE-C3F4A8481099}"/>
              </a:ext>
            </a:extLst>
          </p:cNvPr>
          <p:cNvSpPr>
            <a:spLocks xmlns:a="http://schemas.openxmlformats.org/drawingml/2006/main" noGrp="1"/>
          </p:cNvSpPr>
          <p:nvPr/>
        </p:nvSpPr>
        <p:spPr>
          <a:xfrm xmlns:a="http://schemas.openxmlformats.org/drawingml/2006/main">
            <a:off x="11194256" y="7315200"/>
            <a:ext cx="94297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12183F"/>
                </a:solidFill>
                <a:latin typeface="Arial"/>
                <a:ea typeface="Arial"/>
                <a:cs typeface="Arial"/>
              </a:defRPr>
            </a:pPr>
            <a:r>
              <a:rPr sz="3225" b="0">
                <a:solidFill>
                  <a:srgbClr val="12183F"/>
                </a:solidFill>
                <a:latin typeface="Arial"/>
                <a:ea typeface="Arial"/>
                <a:cs typeface="Arial"/>
              </a:rPr>
              <a:t>اختباراً</a:t>
            </a:r>
          </a:p>
        </p:txBody>
      </p:sp>
      <p:sp>
        <p:nvSpPr>
          <p:cNvPr id="39" name="">
            <a:extLst xmlns:a="http://schemas.openxmlformats.org/drawingml/2006/main">
              <a:ext uri="{FF2B5EF4-FFF2-40B4-BE49-F238E27FC236}">
                <a16:creationId xmlns:a16="http://schemas.microsoft.com/office/drawing/2014/main" id="{199762A6-BC6B-42EE-B255-7C7D7651C02A}"/>
              </a:ext>
            </a:extLst>
          </p:cNvPr>
          <p:cNvSpPr>
            <a:spLocks xmlns:a="http://schemas.openxmlformats.org/drawingml/2006/main" noGrp="1"/>
          </p:cNvSpPr>
          <p:nvPr/>
        </p:nvSpPr>
        <p:spPr>
          <a:xfrm xmlns:a="http://schemas.openxmlformats.org/drawingml/2006/main">
            <a:off x="10670858" y="7315200"/>
            <a:ext cx="40957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12183F"/>
                </a:solidFill>
                <a:latin typeface="Arial"/>
                <a:ea typeface="Arial"/>
                <a:cs typeface="Arial"/>
              </a:defRPr>
            </a:pPr>
            <a:r>
              <a:rPr sz="3225" b="0">
                <a:solidFill>
                  <a:srgbClr val="12183F"/>
                </a:solidFill>
                <a:latin typeface="Arial"/>
                <a:ea typeface="Arial"/>
                <a:cs typeface="Arial"/>
              </a:rPr>
              <a:t>في</a:t>
            </a:r>
          </a:p>
        </p:txBody>
      </p:sp>
      <p:sp>
        <p:nvSpPr>
          <p:cNvPr id="40" name="">
            <a:extLst xmlns:a="http://schemas.openxmlformats.org/drawingml/2006/main">
              <a:ext uri="{FF2B5EF4-FFF2-40B4-BE49-F238E27FC236}">
                <a16:creationId xmlns:a16="http://schemas.microsoft.com/office/drawing/2014/main" id="{7E302D3E-5CA6-4386-832A-570CF761022C}"/>
              </a:ext>
            </a:extLst>
          </p:cNvPr>
          <p:cNvSpPr>
            <a:spLocks xmlns:a="http://schemas.openxmlformats.org/drawingml/2006/main" noGrp="1"/>
          </p:cNvSpPr>
          <p:nvPr/>
        </p:nvSpPr>
        <p:spPr>
          <a:xfrm xmlns:a="http://schemas.openxmlformats.org/drawingml/2006/main">
            <a:off x="10042684" y="7315200"/>
            <a:ext cx="5143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12183F"/>
                </a:solidFill>
                <a:latin typeface="Arial"/>
                <a:ea typeface="Arial"/>
                <a:cs typeface="Arial"/>
              </a:defRPr>
            </a:pPr>
            <a:r>
              <a:rPr sz="3225" b="0">
                <a:solidFill>
                  <a:srgbClr val="12183F"/>
                </a:solidFill>
                <a:latin typeface="Arial"/>
                <a:ea typeface="Arial"/>
                <a:cs typeface="Arial"/>
              </a:rPr>
              <a:t>51</a:t>
            </a:r>
          </a:p>
        </p:txBody>
      </p:sp>
      <p:sp>
        <p:nvSpPr>
          <p:cNvPr id="41" name="">
            <a:extLst xmlns:a="http://schemas.openxmlformats.org/drawingml/2006/main">
              <a:ext uri="{FF2B5EF4-FFF2-40B4-BE49-F238E27FC236}">
                <a16:creationId xmlns:a16="http://schemas.microsoft.com/office/drawing/2014/main" id="{951435A3-7C14-4736-A5A9-F0B80483473C}"/>
              </a:ext>
            </a:extLst>
          </p:cNvPr>
          <p:cNvSpPr>
            <a:spLocks xmlns:a="http://schemas.openxmlformats.org/drawingml/2006/main" noGrp="1"/>
          </p:cNvSpPr>
          <p:nvPr/>
        </p:nvSpPr>
        <p:spPr>
          <a:xfrm xmlns:a="http://schemas.openxmlformats.org/drawingml/2006/main">
            <a:off x="9414510" y="7315200"/>
            <a:ext cx="5143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12183F"/>
                </a:solidFill>
                <a:latin typeface="Arial"/>
                <a:ea typeface="Arial"/>
                <a:cs typeface="Arial"/>
              </a:defRPr>
            </a:pPr>
            <a:r>
              <a:rPr sz="3225" b="0">
                <a:solidFill>
                  <a:srgbClr val="12183F"/>
                </a:solidFill>
                <a:latin typeface="Arial"/>
                <a:ea typeface="Arial"/>
                <a:cs typeface="Arial"/>
              </a:rPr>
              <a:t>ملفاً</a:t>
            </a:r>
          </a:p>
        </p:txBody>
      </p:sp>
      <p:sp>
        <p:nvSpPr>
          <p:cNvPr id="42" name="">
            <a:extLst xmlns:a="http://schemas.openxmlformats.org/drawingml/2006/main">
              <a:ext uri="{FF2B5EF4-FFF2-40B4-BE49-F238E27FC236}">
                <a16:creationId xmlns:a16="http://schemas.microsoft.com/office/drawing/2014/main" id="{380898C8-C309-4CEC-A6A0-44B9A12F6871}"/>
              </a:ext>
            </a:extLst>
          </p:cNvPr>
          <p:cNvSpPr>
            <a:spLocks xmlns:a="http://schemas.openxmlformats.org/drawingml/2006/main" noGrp="1"/>
          </p:cNvSpPr>
          <p:nvPr/>
        </p:nvSpPr>
        <p:spPr>
          <a:xfrm xmlns:a="http://schemas.openxmlformats.org/drawingml/2006/main">
            <a:off x="16040100" y="8582025"/>
            <a:ext cx="8191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الفحوص</a:t>
            </a:r>
          </a:p>
        </p:txBody>
      </p:sp>
      <p:sp>
        <p:nvSpPr>
          <p:cNvPr id="43" name="">
            <a:extLst xmlns:a="http://schemas.openxmlformats.org/drawingml/2006/main">
              <a:ext uri="{FF2B5EF4-FFF2-40B4-BE49-F238E27FC236}">
                <a16:creationId xmlns:a16="http://schemas.microsoft.com/office/drawing/2014/main" id="{87D187F5-BF49-46F6-862A-C0DF9D3398FF}"/>
              </a:ext>
            </a:extLst>
          </p:cNvPr>
          <p:cNvSpPr>
            <a:spLocks xmlns:a="http://schemas.openxmlformats.org/drawingml/2006/main" noGrp="1"/>
          </p:cNvSpPr>
          <p:nvPr/>
        </p:nvSpPr>
        <p:spPr>
          <a:xfrm xmlns:a="http://schemas.openxmlformats.org/drawingml/2006/main">
            <a:off x="15144750" y="8582025"/>
            <a:ext cx="8096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البرمجية</a:t>
            </a:r>
          </a:p>
        </p:txBody>
      </p:sp>
      <p:sp>
        <p:nvSpPr>
          <p:cNvPr id="44" name="">
            <a:extLst xmlns:a="http://schemas.openxmlformats.org/drawingml/2006/main">
              <a:ext uri="{FF2B5EF4-FFF2-40B4-BE49-F238E27FC236}">
                <a16:creationId xmlns:a16="http://schemas.microsoft.com/office/drawing/2014/main" id="{4AAD7091-FEA7-45DC-AECC-D0D0F6D2789A}"/>
              </a:ext>
            </a:extLst>
          </p:cNvPr>
          <p:cNvSpPr>
            <a:spLocks xmlns:a="http://schemas.openxmlformats.org/drawingml/2006/main" noGrp="1"/>
          </p:cNvSpPr>
          <p:nvPr/>
        </p:nvSpPr>
        <p:spPr>
          <a:xfrm xmlns:a="http://schemas.openxmlformats.org/drawingml/2006/main">
            <a:off x="14525625" y="8582025"/>
            <a:ext cx="5334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ليست</a:t>
            </a:r>
          </a:p>
        </p:txBody>
      </p:sp>
      <p:sp>
        <p:nvSpPr>
          <p:cNvPr id="45" name="">
            <a:extLst xmlns:a="http://schemas.openxmlformats.org/drawingml/2006/main">
              <a:ext uri="{FF2B5EF4-FFF2-40B4-BE49-F238E27FC236}">
                <a16:creationId xmlns:a16="http://schemas.microsoft.com/office/drawing/2014/main" id="{9F172ACC-080D-468B-9254-0B9055076917}"/>
              </a:ext>
            </a:extLst>
          </p:cNvPr>
          <p:cNvSpPr>
            <a:spLocks xmlns:a="http://schemas.openxmlformats.org/drawingml/2006/main" noGrp="1"/>
          </p:cNvSpPr>
          <p:nvPr/>
        </p:nvSpPr>
        <p:spPr>
          <a:xfrm xmlns:a="http://schemas.openxmlformats.org/drawingml/2006/main">
            <a:off x="13944600" y="8582025"/>
            <a:ext cx="4953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أسئلة</a:t>
            </a:r>
          </a:p>
        </p:txBody>
      </p:sp>
      <p:sp>
        <p:nvSpPr>
          <p:cNvPr id="46" name="">
            <a:extLst xmlns:a="http://schemas.openxmlformats.org/drawingml/2006/main">
              <a:ext uri="{FF2B5EF4-FFF2-40B4-BE49-F238E27FC236}">
                <a16:creationId xmlns:a16="http://schemas.microsoft.com/office/drawing/2014/main" id="{5540E26D-D592-46AB-9B7C-A814F1AA0C8E}"/>
              </a:ext>
            </a:extLst>
          </p:cNvPr>
          <p:cNvSpPr>
            <a:spLocks xmlns:a="http://schemas.openxmlformats.org/drawingml/2006/main" noGrp="1"/>
          </p:cNvSpPr>
          <p:nvPr/>
        </p:nvSpPr>
        <p:spPr>
          <a:xfrm xmlns:a="http://schemas.openxmlformats.org/drawingml/2006/main">
            <a:off x="13477875" y="8582025"/>
            <a:ext cx="3810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حية</a:t>
            </a:r>
          </a:p>
        </p:txBody>
      </p:sp>
      <p:sp>
        <p:nvSpPr>
          <p:cNvPr id="47" name="">
            <a:extLst xmlns:a="http://schemas.openxmlformats.org/drawingml/2006/main">
              <a:ext uri="{FF2B5EF4-FFF2-40B4-BE49-F238E27FC236}">
                <a16:creationId xmlns:a16="http://schemas.microsoft.com/office/drawing/2014/main" id="{375947AE-09AB-4BB5-8F6E-FDF9EF9F65E9}"/>
              </a:ext>
            </a:extLst>
          </p:cNvPr>
          <p:cNvSpPr>
            <a:spLocks xmlns:a="http://schemas.openxmlformats.org/drawingml/2006/main" noGrp="1"/>
          </p:cNvSpPr>
          <p:nvPr/>
        </p:nvSpPr>
        <p:spPr>
          <a:xfrm xmlns:a="http://schemas.openxmlformats.org/drawingml/2006/main">
            <a:off x="12734925" y="8582025"/>
            <a:ext cx="6572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إضافية</a:t>
            </a:r>
          </a:p>
        </p:txBody>
      </p:sp>
      <p:sp>
        <p:nvSpPr>
          <p:cNvPr id="48" name="">
            <a:extLst xmlns:a="http://schemas.openxmlformats.org/drawingml/2006/main">
              <a:ext uri="{FF2B5EF4-FFF2-40B4-BE49-F238E27FC236}">
                <a16:creationId xmlns:a16="http://schemas.microsoft.com/office/drawing/2014/main" id="{498C6310-7E03-40C1-9D66-55CE0E626B64}"/>
              </a:ext>
            </a:extLst>
          </p:cNvPr>
          <p:cNvSpPr>
            <a:spLocks xmlns:a="http://schemas.openxmlformats.org/drawingml/2006/main" noGrp="1"/>
          </p:cNvSpPr>
          <p:nvPr/>
        </p:nvSpPr>
        <p:spPr>
          <a:xfrm xmlns:a="http://schemas.openxmlformats.org/drawingml/2006/main">
            <a:off x="11820525" y="8582025"/>
            <a:ext cx="8286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الإعادات</a:t>
            </a:r>
          </a:p>
        </p:txBody>
      </p:sp>
      <p:sp>
        <p:nvSpPr>
          <p:cNvPr id="49" name="">
            <a:extLst xmlns:a="http://schemas.openxmlformats.org/drawingml/2006/main">
              <a:ext uri="{FF2B5EF4-FFF2-40B4-BE49-F238E27FC236}">
                <a16:creationId xmlns:a16="http://schemas.microsoft.com/office/drawing/2014/main" id="{335FA853-C6B5-452E-B49A-8224E850CDEE}"/>
              </a:ext>
            </a:extLst>
          </p:cNvPr>
          <p:cNvSpPr>
            <a:spLocks xmlns:a="http://schemas.openxmlformats.org/drawingml/2006/main" noGrp="1"/>
          </p:cNvSpPr>
          <p:nvPr/>
        </p:nvSpPr>
        <p:spPr>
          <a:xfrm xmlns:a="http://schemas.openxmlformats.org/drawingml/2006/main">
            <a:off x="10972800" y="8582025"/>
            <a:ext cx="7620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الموجهة</a:t>
            </a:r>
          </a:p>
        </p:txBody>
      </p:sp>
      <p:sp>
        <p:nvSpPr>
          <p:cNvPr id="50" name="">
            <a:extLst xmlns:a="http://schemas.openxmlformats.org/drawingml/2006/main">
              <a:ext uri="{FF2B5EF4-FFF2-40B4-BE49-F238E27FC236}">
                <a16:creationId xmlns:a16="http://schemas.microsoft.com/office/drawing/2014/main" id="{874AA287-4EE2-4D0E-9BBB-0A0129037862}"/>
              </a:ext>
            </a:extLst>
          </p:cNvPr>
          <p:cNvSpPr>
            <a:spLocks xmlns:a="http://schemas.openxmlformats.org/drawingml/2006/main" noGrp="1"/>
          </p:cNvSpPr>
          <p:nvPr/>
        </p:nvSpPr>
        <p:spPr>
          <a:xfrm xmlns:a="http://schemas.openxmlformats.org/drawingml/2006/main">
            <a:off x="10325100" y="8582025"/>
            <a:ext cx="5619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خارج</a:t>
            </a:r>
          </a:p>
        </p:txBody>
      </p:sp>
      <p:sp>
        <p:nvSpPr>
          <p:cNvPr id="51" name="">
            <a:extLst xmlns:a="http://schemas.openxmlformats.org/drawingml/2006/main">
              <a:ext uri="{FF2B5EF4-FFF2-40B4-BE49-F238E27FC236}">
                <a16:creationId xmlns:a16="http://schemas.microsoft.com/office/drawing/2014/main" id="{7EB9D926-91E9-4AD8-91D9-D6808C52D681}"/>
              </a:ext>
            </a:extLst>
          </p:cNvPr>
          <p:cNvSpPr>
            <a:spLocks xmlns:a="http://schemas.openxmlformats.org/drawingml/2006/main" noGrp="1"/>
          </p:cNvSpPr>
          <p:nvPr/>
        </p:nvSpPr>
        <p:spPr>
          <a:xfrm xmlns:a="http://schemas.openxmlformats.org/drawingml/2006/main">
            <a:off x="9582150" y="8582025"/>
            <a:ext cx="6572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إجمالي</a:t>
            </a:r>
          </a:p>
        </p:txBody>
      </p:sp>
      <p:sp>
        <p:nvSpPr>
          <p:cNvPr id="52" name="">
            <a:extLst xmlns:a="http://schemas.openxmlformats.org/drawingml/2006/main">
              <a:ext uri="{FF2B5EF4-FFF2-40B4-BE49-F238E27FC236}">
                <a16:creationId xmlns:a16="http://schemas.microsoft.com/office/drawing/2014/main" id="{6908D019-8693-45A8-88AD-64BDAB1192E7}"/>
              </a:ext>
            </a:extLst>
          </p:cNvPr>
          <p:cNvSpPr>
            <a:spLocks xmlns:a="http://schemas.openxmlformats.org/drawingml/2006/main" noGrp="1"/>
          </p:cNvSpPr>
          <p:nvPr/>
        </p:nvSpPr>
        <p:spPr>
          <a:xfrm xmlns:a="http://schemas.openxmlformats.org/drawingml/2006/main">
            <a:off x="8896350" y="8582025"/>
            <a:ext cx="6000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425.</a:t>
            </a:r>
          </a:p>
        </p:txBody>
      </p:sp>
    </p:spTree>
    <p:extLst>
      <p:ext uri="{BB962C8B-B14F-4D97-AF65-F5344CB8AC3E}">
        <p14:creationId xmlns:p14="http://schemas.microsoft.com/office/powerpoint/2010/main" val="741905010"/>
      </p:ext>
    </p:extLst>
  </p:cSld>
</p:sld>
</file>

<file path=ppt/slides/slide8.xml><?xml version="1.0" encoding="utf-8"?>
<p:sld xmlns:p="http://schemas.openxmlformats.org/presentationml/2006/main">
  <p:cSld>
    <p:bg>
      <p:bgPr>
        <a:solidFill xmlns:a="http://schemas.openxmlformats.org/drawingml/2006/main">
          <a:srgbClr val="F2F4FF"/>
        </a:solidFill>
      </p:bgPr>
    </p:bg>
    <p:spTree>
      <p:nvGrpSpPr>
        <p:cNvPr id="1" name=""/>
        <p:cNvGrpSpPr/>
        <p:nvPr/>
      </p:nvGrpSpPr>
      <p:grpSpPr>
        <a:xfrm xmlns:a="http://schemas.openxmlformats.org/drawingml/2006/main"/>
      </p:grpSpPr>
      <p:sp>
        <p:nvSpPr>
          <p:cNvPr id="48" name="">
            <a:extLst xmlns:a="http://schemas.openxmlformats.org/drawingml/2006/main">
              <a:ext uri="{FF2B5EF4-FFF2-40B4-BE49-F238E27FC236}">
                <a16:creationId xmlns:a16="http://schemas.microsoft.com/office/drawing/2014/main" id="{CF2AA540-9251-43E8-94DA-D680A0B48D9B}"/>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86277"/>
                </a:solidFill>
                <a:latin typeface="Arial"/>
                <a:ea typeface="Arial"/>
                <a:cs typeface="Arial"/>
              </a:defRPr>
            </a:pPr>
            <a:r>
              <a:rPr sz="1725" b="0">
                <a:solidFill>
                  <a:srgbClr val="586277"/>
                </a:solidFill>
                <a:latin typeface="Arial"/>
                <a:ea typeface="Arial"/>
                <a:cs typeface="Arial"/>
              </a:rPr>
              <a:t>IsnadLens / 08</a:t>
            </a:r>
          </a:p>
        </p:txBody>
      </p:sp>
      <p:sp>
        <p:nvSpPr>
          <p:cNvPr id="2" name="">
            <a:extLst xmlns:a="http://schemas.openxmlformats.org/drawingml/2006/main">
              <a:ext uri="{FF2B5EF4-FFF2-40B4-BE49-F238E27FC236}">
                <a16:creationId xmlns:a16="http://schemas.microsoft.com/office/drawing/2014/main" id="{B74D7EE7-D38D-451A-993F-F4612B16EA67}"/>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A03E0FF8-3708-4C0F-AAB3-D8862029BCE5}"/>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3C6B30A2-3A46-4BD0-8941-3DB5E28495CD}"/>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395B5307-583A-48EF-AD5A-11485C56FA35}"/>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AB2899C9-237E-4420-8165-B88F3F5100CB}"/>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ECE1B4A3-BCFB-43A4-9CAC-552789A69E07}"/>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3ECD1372-A220-401C-A871-063EC094CE69}"/>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A4940944-5682-43C6-BD5E-B955F902C52B}"/>
              </a:ext>
            </a:extLst>
          </p:cNvPr>
          <p:cNvSpPr>
            <a:spLocks xmlns:a="http://schemas.openxmlformats.org/drawingml/2006/main" noGrp="1"/>
          </p:cNvSpPr>
          <p:nvPr/>
        </p:nvSpPr>
        <p:spPr>
          <a:xfrm xmlns:a="http://schemas.openxmlformats.org/drawingml/2006/main">
            <a:off x="15725775" y="809625"/>
            <a:ext cx="16097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تحسنت</a:t>
            </a:r>
          </a:p>
        </p:txBody>
      </p:sp>
      <p:sp>
        <p:nvSpPr>
          <p:cNvPr id="10" name="">
            <a:extLst xmlns:a="http://schemas.openxmlformats.org/drawingml/2006/main">
              <a:ext uri="{FF2B5EF4-FFF2-40B4-BE49-F238E27FC236}">
                <a16:creationId xmlns:a16="http://schemas.microsoft.com/office/drawing/2014/main" id="{4B5A120E-2237-4D74-9B4A-B11A7C56632B}"/>
              </a:ext>
            </a:extLst>
          </p:cNvPr>
          <p:cNvSpPr>
            <a:spLocks xmlns:a="http://schemas.openxmlformats.org/drawingml/2006/main" noGrp="1"/>
          </p:cNvSpPr>
          <p:nvPr/>
        </p:nvSpPr>
        <p:spPr>
          <a:xfrm xmlns:a="http://schemas.openxmlformats.org/drawingml/2006/main">
            <a:off x="14102239" y="809625"/>
            <a:ext cx="14382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النتائج</a:t>
            </a:r>
          </a:p>
        </p:txBody>
      </p:sp>
      <p:sp>
        <p:nvSpPr>
          <p:cNvPr id="11" name="">
            <a:extLst xmlns:a="http://schemas.openxmlformats.org/drawingml/2006/main">
              <a:ext uri="{FF2B5EF4-FFF2-40B4-BE49-F238E27FC236}">
                <a16:creationId xmlns:a16="http://schemas.microsoft.com/office/drawing/2014/main" id="{FF5AA896-CDC1-4390-999E-A1E486A9F081}"/>
              </a:ext>
            </a:extLst>
          </p:cNvPr>
          <p:cNvSpPr>
            <a:spLocks xmlns:a="http://schemas.openxmlformats.org/drawingml/2006/main" noGrp="1"/>
          </p:cNvSpPr>
          <p:nvPr/>
        </p:nvSpPr>
        <p:spPr>
          <a:xfrm xmlns:a="http://schemas.openxmlformats.org/drawingml/2006/main">
            <a:off x="13097827" y="809625"/>
            <a:ext cx="81915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لكن</a:t>
            </a:r>
          </a:p>
        </p:txBody>
      </p:sp>
      <p:sp>
        <p:nvSpPr>
          <p:cNvPr id="12" name="">
            <a:extLst xmlns:a="http://schemas.openxmlformats.org/drawingml/2006/main">
              <a:ext uri="{FF2B5EF4-FFF2-40B4-BE49-F238E27FC236}">
                <a16:creationId xmlns:a16="http://schemas.microsoft.com/office/drawing/2014/main" id="{DA5F169C-08E6-477E-89C4-F279E635497B}"/>
              </a:ext>
            </a:extLst>
          </p:cNvPr>
          <p:cNvSpPr>
            <a:spLocks xmlns:a="http://schemas.openxmlformats.org/drawingml/2006/main" noGrp="1"/>
          </p:cNvSpPr>
          <p:nvPr/>
        </p:nvSpPr>
        <p:spPr>
          <a:xfrm xmlns:a="http://schemas.openxmlformats.org/drawingml/2006/main">
            <a:off x="11321891" y="809625"/>
            <a:ext cx="15906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الطريق</a:t>
            </a:r>
          </a:p>
        </p:txBody>
      </p:sp>
      <p:sp>
        <p:nvSpPr>
          <p:cNvPr id="13" name="">
            <a:extLst xmlns:a="http://schemas.openxmlformats.org/drawingml/2006/main">
              <a:ext uri="{FF2B5EF4-FFF2-40B4-BE49-F238E27FC236}">
                <a16:creationId xmlns:a16="http://schemas.microsoft.com/office/drawing/2014/main" id="{30E878E2-0C60-4E70-858F-BBCB2257BD05}"/>
              </a:ext>
            </a:extLst>
          </p:cNvPr>
          <p:cNvSpPr>
            <a:spLocks xmlns:a="http://schemas.openxmlformats.org/drawingml/2006/main" noGrp="1"/>
          </p:cNvSpPr>
          <p:nvPr/>
        </p:nvSpPr>
        <p:spPr>
          <a:xfrm xmlns:a="http://schemas.openxmlformats.org/drawingml/2006/main">
            <a:off x="10679430" y="809625"/>
            <a:ext cx="4572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لم</a:t>
            </a:r>
          </a:p>
        </p:txBody>
      </p:sp>
      <p:sp>
        <p:nvSpPr>
          <p:cNvPr id="14" name="">
            <a:extLst xmlns:a="http://schemas.openxmlformats.org/drawingml/2006/main">
              <a:ext uri="{FF2B5EF4-FFF2-40B4-BE49-F238E27FC236}">
                <a16:creationId xmlns:a16="http://schemas.microsoft.com/office/drawing/2014/main" id="{9BD15D83-C844-4479-A2CA-957DE9E71740}"/>
              </a:ext>
            </a:extLst>
          </p:cNvPr>
          <p:cNvSpPr>
            <a:spLocks xmlns:a="http://schemas.openxmlformats.org/drawingml/2006/main" noGrp="1"/>
          </p:cNvSpPr>
          <p:nvPr/>
        </p:nvSpPr>
        <p:spPr>
          <a:xfrm xmlns:a="http://schemas.openxmlformats.org/drawingml/2006/main">
            <a:off x="9646444" y="809625"/>
            <a:ext cx="8477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يكن</a:t>
            </a:r>
          </a:p>
        </p:txBody>
      </p:sp>
      <p:sp>
        <p:nvSpPr>
          <p:cNvPr id="15" name="">
            <a:extLst xmlns:a="http://schemas.openxmlformats.org/drawingml/2006/main">
              <a:ext uri="{FF2B5EF4-FFF2-40B4-BE49-F238E27FC236}">
                <a16:creationId xmlns:a16="http://schemas.microsoft.com/office/drawing/2014/main" id="{410F112F-A062-43C2-9CFE-1AF84A855991}"/>
              </a:ext>
            </a:extLst>
          </p:cNvPr>
          <p:cNvSpPr>
            <a:spLocks xmlns:a="http://schemas.openxmlformats.org/drawingml/2006/main" noGrp="1"/>
          </p:cNvSpPr>
          <p:nvPr/>
        </p:nvSpPr>
        <p:spPr>
          <a:xfrm xmlns:a="http://schemas.openxmlformats.org/drawingml/2006/main">
            <a:off x="7708582" y="809625"/>
            <a:ext cx="17526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مستقيماً</a:t>
            </a:r>
          </a:p>
        </p:txBody>
      </p:sp>
      <p:graphicFrame>
        <p:nvGraphicFramePr>
          <p:cNvPr id="63" name="Chart"/>
          <p:cNvGraphicFramePr/>
          <p:nvPr/>
        </p:nvGraphicFramePr>
        <p:xfrm>
          <a:off xmlns:a="http://schemas.openxmlformats.org/drawingml/2006/main" x="1381125" y="2381250"/>
          <a:ext xmlns:a="http://schemas.openxmlformats.org/drawingml/2006/main" cx="15335250" cy="4476750"/>
        </p:xfrm>
        <a:graphic xmlns:a="http://schemas.openxmlformats.org/drawingml/2006/main">
          <a:graphicData uri="http://schemas.openxmlformats.org/drawingml/2006/chart">
            <c:chart xmlns:r="http://schemas.openxmlformats.org/officeDocument/2006/relationships" xmlns:c="http://schemas.openxmlformats.org/drawingml/2006/chart" r:id="R49a665259a874057"/>
          </a:graphicData>
        </a:graphic>
      </p:graphicFrame>
      <p:sp>
        <p:nvSpPr>
          <p:cNvPr id="17" name="">
            <a:extLst xmlns:a="http://schemas.openxmlformats.org/drawingml/2006/main">
              <a:ext uri="{FF2B5EF4-FFF2-40B4-BE49-F238E27FC236}">
                <a16:creationId xmlns:a16="http://schemas.microsoft.com/office/drawing/2014/main" id="{D6D6B6F7-4E73-43DB-A46A-A7A812A19F17}"/>
              </a:ext>
            </a:extLst>
          </p:cNvPr>
          <p:cNvSpPr>
            <a:spLocks xmlns:a="http://schemas.openxmlformats.org/drawingml/2006/main" noGrp="1"/>
          </p:cNvSpPr>
          <p:nvPr/>
        </p:nvSpPr>
        <p:spPr>
          <a:xfrm xmlns:a="http://schemas.openxmlformats.org/drawingml/2006/main">
            <a:off x="16478250" y="7096125"/>
            <a:ext cx="38100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رقم</a:t>
            </a:r>
          </a:p>
        </p:txBody>
      </p:sp>
      <p:sp>
        <p:nvSpPr>
          <p:cNvPr id="18" name="">
            <a:extLst xmlns:a="http://schemas.openxmlformats.org/drawingml/2006/main">
              <a:ext uri="{FF2B5EF4-FFF2-40B4-BE49-F238E27FC236}">
                <a16:creationId xmlns:a16="http://schemas.microsoft.com/office/drawing/2014/main" id="{01D1DDCA-A546-41A6-AB8F-65680EBABF3E}"/>
              </a:ext>
            </a:extLst>
          </p:cNvPr>
          <p:cNvSpPr>
            <a:spLocks xmlns:a="http://schemas.openxmlformats.org/drawingml/2006/main" noGrp="1"/>
          </p:cNvSpPr>
          <p:nvPr/>
        </p:nvSpPr>
        <p:spPr>
          <a:xfrm xmlns:a="http://schemas.openxmlformats.org/drawingml/2006/main">
            <a:off x="15754350" y="7096125"/>
            <a:ext cx="63817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الجولة</a:t>
            </a:r>
          </a:p>
        </p:txBody>
      </p:sp>
      <p:sp>
        <p:nvSpPr>
          <p:cNvPr id="19" name="">
            <a:extLst xmlns:a="http://schemas.openxmlformats.org/drawingml/2006/main">
              <a:ext uri="{FF2B5EF4-FFF2-40B4-BE49-F238E27FC236}">
                <a16:creationId xmlns:a16="http://schemas.microsoft.com/office/drawing/2014/main" id="{5738BD37-E8A5-44CF-9613-8AC7611D0002}"/>
              </a:ext>
            </a:extLst>
          </p:cNvPr>
          <p:cNvSpPr>
            <a:spLocks xmlns:a="http://schemas.openxmlformats.org/drawingml/2006/main" noGrp="1"/>
          </p:cNvSpPr>
          <p:nvPr/>
        </p:nvSpPr>
        <p:spPr>
          <a:xfrm xmlns:a="http://schemas.openxmlformats.org/drawingml/2006/main">
            <a:off x="14582775" y="7096125"/>
            <a:ext cx="108585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الاستجابات</a:t>
            </a:r>
          </a:p>
        </p:txBody>
      </p:sp>
      <p:sp>
        <p:nvSpPr>
          <p:cNvPr id="20" name="">
            <a:extLst xmlns:a="http://schemas.openxmlformats.org/drawingml/2006/main">
              <a:ext uri="{FF2B5EF4-FFF2-40B4-BE49-F238E27FC236}">
                <a16:creationId xmlns:a16="http://schemas.microsoft.com/office/drawing/2014/main" id="{17B8DA77-BAE4-4E23-8634-7893427DEAC7}"/>
              </a:ext>
            </a:extLst>
          </p:cNvPr>
          <p:cNvSpPr>
            <a:spLocks xmlns:a="http://schemas.openxmlformats.org/drawingml/2006/main" noGrp="1"/>
          </p:cNvSpPr>
          <p:nvPr/>
        </p:nvSpPr>
        <p:spPr>
          <a:xfrm xmlns:a="http://schemas.openxmlformats.org/drawingml/2006/main">
            <a:off x="13582650" y="7096125"/>
            <a:ext cx="91440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المستوفية</a:t>
            </a:r>
          </a:p>
        </p:txBody>
      </p:sp>
      <p:sp>
        <p:nvSpPr>
          <p:cNvPr id="21" name="">
            <a:extLst xmlns:a="http://schemas.openxmlformats.org/drawingml/2006/main">
              <a:ext uri="{FF2B5EF4-FFF2-40B4-BE49-F238E27FC236}">
                <a16:creationId xmlns:a16="http://schemas.microsoft.com/office/drawing/2014/main" id="{D37D1654-1BA0-44C0-A14E-BC504FB749DA}"/>
              </a:ext>
            </a:extLst>
          </p:cNvPr>
          <p:cNvSpPr>
            <a:spLocks xmlns:a="http://schemas.openxmlformats.org/drawingml/2006/main" noGrp="1"/>
          </p:cNvSpPr>
          <p:nvPr/>
        </p:nvSpPr>
        <p:spPr>
          <a:xfrm xmlns:a="http://schemas.openxmlformats.org/drawingml/2006/main">
            <a:off x="12639675" y="7096125"/>
            <a:ext cx="85725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للتوقعات</a:t>
            </a:r>
          </a:p>
        </p:txBody>
      </p:sp>
      <p:sp>
        <p:nvSpPr>
          <p:cNvPr id="22" name="">
            <a:extLst xmlns:a="http://schemas.openxmlformats.org/drawingml/2006/main">
              <a:ext uri="{FF2B5EF4-FFF2-40B4-BE49-F238E27FC236}">
                <a16:creationId xmlns:a16="http://schemas.microsoft.com/office/drawing/2014/main" id="{1F1800D1-1069-4547-9191-F8DE87974A6A}"/>
              </a:ext>
            </a:extLst>
          </p:cNvPr>
          <p:cNvSpPr>
            <a:spLocks xmlns:a="http://schemas.openxmlformats.org/drawingml/2006/main" noGrp="1"/>
          </p:cNvSpPr>
          <p:nvPr/>
        </p:nvSpPr>
        <p:spPr>
          <a:xfrm xmlns:a="http://schemas.openxmlformats.org/drawingml/2006/main">
            <a:off x="12220575" y="7096125"/>
            <a:ext cx="33337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من</a:t>
            </a:r>
          </a:p>
        </p:txBody>
      </p:sp>
      <p:sp>
        <p:nvSpPr>
          <p:cNvPr id="23" name="">
            <a:extLst xmlns:a="http://schemas.openxmlformats.org/drawingml/2006/main">
              <a:ext uri="{FF2B5EF4-FFF2-40B4-BE49-F238E27FC236}">
                <a16:creationId xmlns:a16="http://schemas.microsoft.com/office/drawing/2014/main" id="{F15FA564-0E99-4944-9E0E-0C736F673149}"/>
              </a:ext>
            </a:extLst>
          </p:cNvPr>
          <p:cNvSpPr>
            <a:spLocks xmlns:a="http://schemas.openxmlformats.org/drawingml/2006/main" noGrp="1"/>
          </p:cNvSpPr>
          <p:nvPr/>
        </p:nvSpPr>
        <p:spPr>
          <a:xfrm xmlns:a="http://schemas.openxmlformats.org/drawingml/2006/main">
            <a:off x="11610975" y="7096125"/>
            <a:ext cx="52387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أصل</a:t>
            </a:r>
          </a:p>
        </p:txBody>
      </p:sp>
      <p:sp>
        <p:nvSpPr>
          <p:cNvPr id="24" name="">
            <a:extLst xmlns:a="http://schemas.openxmlformats.org/drawingml/2006/main">
              <a:ext uri="{FF2B5EF4-FFF2-40B4-BE49-F238E27FC236}">
                <a16:creationId xmlns:a16="http://schemas.microsoft.com/office/drawing/2014/main" id="{801DE0FC-03A0-4E34-9FCC-EB8A8EF90040}"/>
              </a:ext>
            </a:extLst>
          </p:cNvPr>
          <p:cNvSpPr>
            <a:spLocks xmlns:a="http://schemas.openxmlformats.org/drawingml/2006/main" noGrp="1"/>
          </p:cNvSpPr>
          <p:nvPr/>
        </p:nvSpPr>
        <p:spPr>
          <a:xfrm xmlns:a="http://schemas.openxmlformats.org/drawingml/2006/main">
            <a:off x="11134725" y="7096125"/>
            <a:ext cx="3905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586277"/>
                </a:solidFill>
                <a:latin typeface="Arial"/>
                <a:ea typeface="Arial"/>
                <a:cs typeface="Arial"/>
              </a:defRPr>
            </a:pPr>
            <a:r>
              <a:rPr sz="2325" b="0">
                <a:solidFill>
                  <a:srgbClr val="586277"/>
                </a:solidFill>
                <a:latin typeface="Arial"/>
                <a:ea typeface="Arial"/>
                <a:cs typeface="Arial"/>
              </a:rPr>
              <a:t>30</a:t>
            </a:r>
          </a:p>
        </p:txBody>
      </p:sp>
      <p:sp>
        <p:nvSpPr>
          <p:cNvPr id="25" name="">
            <a:extLst xmlns:a="http://schemas.openxmlformats.org/drawingml/2006/main">
              <a:ext uri="{FF2B5EF4-FFF2-40B4-BE49-F238E27FC236}">
                <a16:creationId xmlns:a16="http://schemas.microsoft.com/office/drawing/2014/main" id="{4F397CA7-777F-440A-B647-5EFAF324D871}"/>
              </a:ext>
            </a:extLst>
          </p:cNvPr>
          <p:cNvSpPr>
            <a:spLocks xmlns:a="http://schemas.openxmlformats.org/drawingml/2006/main" noGrp="1"/>
          </p:cNvSpPr>
          <p:nvPr/>
        </p:nvSpPr>
        <p:spPr>
          <a:xfrm xmlns:a="http://schemas.openxmlformats.org/drawingml/2006/main">
            <a:off x="16144875" y="7905750"/>
            <a:ext cx="71437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الجولة</a:t>
            </a:r>
          </a:p>
        </p:txBody>
      </p:sp>
      <p:sp>
        <p:nvSpPr>
          <p:cNvPr id="26" name="">
            <a:extLst xmlns:a="http://schemas.openxmlformats.org/drawingml/2006/main">
              <a:ext uri="{FF2B5EF4-FFF2-40B4-BE49-F238E27FC236}">
                <a16:creationId xmlns:a16="http://schemas.microsoft.com/office/drawing/2014/main" id="{41E75F5C-0CFD-47D1-830C-CD085475FF2F}"/>
              </a:ext>
            </a:extLst>
          </p:cNvPr>
          <p:cNvSpPr>
            <a:spLocks xmlns:a="http://schemas.openxmlformats.org/drawingml/2006/main" noGrp="1"/>
          </p:cNvSpPr>
          <p:nvPr/>
        </p:nvSpPr>
        <p:spPr>
          <a:xfrm xmlns:a="http://schemas.openxmlformats.org/drawingml/2006/main">
            <a:off x="15280767" y="7905750"/>
            <a:ext cx="77152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الرابعة</a:t>
            </a:r>
          </a:p>
        </p:txBody>
      </p:sp>
      <p:sp>
        <p:nvSpPr>
          <p:cNvPr id="27" name="">
            <a:extLst xmlns:a="http://schemas.openxmlformats.org/drawingml/2006/main">
              <a:ext uri="{FF2B5EF4-FFF2-40B4-BE49-F238E27FC236}">
                <a16:creationId xmlns:a16="http://schemas.microsoft.com/office/drawing/2014/main" id="{59F0887E-2728-4909-8C47-BC1B1115D1BD}"/>
              </a:ext>
            </a:extLst>
          </p:cNvPr>
          <p:cNvSpPr>
            <a:spLocks xmlns:a="http://schemas.openxmlformats.org/drawingml/2006/main" noGrp="1"/>
          </p:cNvSpPr>
          <p:nvPr/>
        </p:nvSpPr>
        <p:spPr>
          <a:xfrm xmlns:a="http://schemas.openxmlformats.org/drawingml/2006/main">
            <a:off x="14540484" y="7905750"/>
            <a:ext cx="64770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حققت</a:t>
            </a:r>
          </a:p>
        </p:txBody>
      </p:sp>
      <p:sp>
        <p:nvSpPr>
          <p:cNvPr id="28" name="">
            <a:extLst xmlns:a="http://schemas.openxmlformats.org/drawingml/2006/main">
              <a:ext uri="{FF2B5EF4-FFF2-40B4-BE49-F238E27FC236}">
                <a16:creationId xmlns:a16="http://schemas.microsoft.com/office/drawing/2014/main" id="{439B1CD9-2234-41FE-93B0-3C31F089C0F0}"/>
              </a:ext>
            </a:extLst>
          </p:cNvPr>
          <p:cNvSpPr>
            <a:spLocks xmlns:a="http://schemas.openxmlformats.org/drawingml/2006/main" noGrp="1"/>
          </p:cNvSpPr>
          <p:nvPr/>
        </p:nvSpPr>
        <p:spPr>
          <a:xfrm xmlns:a="http://schemas.openxmlformats.org/drawingml/2006/main">
            <a:off x="14019276" y="7905750"/>
            <a:ext cx="42862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29</a:t>
            </a:r>
          </a:p>
        </p:txBody>
      </p:sp>
      <p:sp>
        <p:nvSpPr>
          <p:cNvPr id="29" name="">
            <a:extLst xmlns:a="http://schemas.openxmlformats.org/drawingml/2006/main">
              <a:ext uri="{FF2B5EF4-FFF2-40B4-BE49-F238E27FC236}">
                <a16:creationId xmlns:a16="http://schemas.microsoft.com/office/drawing/2014/main" id="{0BAA1ABD-48D5-43DC-A176-69612DD8F2CD}"/>
              </a:ext>
            </a:extLst>
          </p:cNvPr>
          <p:cNvSpPr>
            <a:spLocks xmlns:a="http://schemas.openxmlformats.org/drawingml/2006/main" noGrp="1"/>
          </p:cNvSpPr>
          <p:nvPr/>
        </p:nvSpPr>
        <p:spPr>
          <a:xfrm xmlns:a="http://schemas.openxmlformats.org/drawingml/2006/main">
            <a:off x="13374243" y="7905750"/>
            <a:ext cx="55245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لكنها</a:t>
            </a:r>
          </a:p>
        </p:txBody>
      </p:sp>
      <p:sp>
        <p:nvSpPr>
          <p:cNvPr id="30" name="">
            <a:extLst xmlns:a="http://schemas.openxmlformats.org/drawingml/2006/main">
              <a:ext uri="{FF2B5EF4-FFF2-40B4-BE49-F238E27FC236}">
                <a16:creationId xmlns:a16="http://schemas.microsoft.com/office/drawing/2014/main" id="{7D95D442-5075-434E-984B-AA2F52DD5243}"/>
              </a:ext>
            </a:extLst>
          </p:cNvPr>
          <p:cNvSpPr>
            <a:spLocks xmlns:a="http://schemas.openxmlformats.org/drawingml/2006/main" noGrp="1"/>
          </p:cNvSpPr>
          <p:nvPr/>
        </p:nvSpPr>
        <p:spPr>
          <a:xfrm xmlns:a="http://schemas.openxmlformats.org/drawingml/2006/main">
            <a:off x="12557760" y="7905750"/>
            <a:ext cx="72390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أخفقت</a:t>
            </a:r>
          </a:p>
        </p:txBody>
      </p:sp>
      <p:sp>
        <p:nvSpPr>
          <p:cNvPr id="31" name="">
            <a:extLst xmlns:a="http://schemas.openxmlformats.org/drawingml/2006/main">
              <a:ext uri="{FF2B5EF4-FFF2-40B4-BE49-F238E27FC236}">
                <a16:creationId xmlns:a16="http://schemas.microsoft.com/office/drawing/2014/main" id="{52520CCA-4C39-42A9-8BDA-3D7C2725D2B4}"/>
              </a:ext>
            </a:extLst>
          </p:cNvPr>
          <p:cNvSpPr>
            <a:spLocks xmlns:a="http://schemas.openxmlformats.org/drawingml/2006/main" noGrp="1"/>
          </p:cNvSpPr>
          <p:nvPr/>
        </p:nvSpPr>
        <p:spPr>
          <a:xfrm xmlns:a="http://schemas.openxmlformats.org/drawingml/2006/main">
            <a:off x="12122277" y="7905750"/>
            <a:ext cx="34290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في</a:t>
            </a:r>
          </a:p>
        </p:txBody>
      </p:sp>
      <p:sp>
        <p:nvSpPr>
          <p:cNvPr id="32" name="">
            <a:extLst xmlns:a="http://schemas.openxmlformats.org/drawingml/2006/main">
              <a:ext uri="{FF2B5EF4-FFF2-40B4-BE49-F238E27FC236}">
                <a16:creationId xmlns:a16="http://schemas.microsoft.com/office/drawing/2014/main" id="{032DADF4-5A0D-4C99-89AD-10511B718F16}"/>
              </a:ext>
            </a:extLst>
          </p:cNvPr>
          <p:cNvSpPr>
            <a:spLocks xmlns:a="http://schemas.openxmlformats.org/drawingml/2006/main" noGrp="1"/>
          </p:cNvSpPr>
          <p:nvPr/>
        </p:nvSpPr>
        <p:spPr>
          <a:xfrm xmlns:a="http://schemas.openxmlformats.org/drawingml/2006/main">
            <a:off x="11429619" y="7905750"/>
            <a:ext cx="60007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شرط</a:t>
            </a:r>
          </a:p>
        </p:txBody>
      </p:sp>
      <p:sp>
        <p:nvSpPr>
          <p:cNvPr id="33" name="">
            <a:extLst xmlns:a="http://schemas.openxmlformats.org/drawingml/2006/main">
              <a:ext uri="{FF2B5EF4-FFF2-40B4-BE49-F238E27FC236}">
                <a16:creationId xmlns:a16="http://schemas.microsoft.com/office/drawing/2014/main" id="{31B403E8-C4A6-4BE5-959F-A749B98127CA}"/>
              </a:ext>
            </a:extLst>
          </p:cNvPr>
          <p:cNvSpPr>
            <a:spLocks xmlns:a="http://schemas.openxmlformats.org/drawingml/2006/main" noGrp="1"/>
          </p:cNvSpPr>
          <p:nvPr/>
        </p:nvSpPr>
        <p:spPr>
          <a:xfrm xmlns:a="http://schemas.openxmlformats.org/drawingml/2006/main">
            <a:off x="10679811" y="7905750"/>
            <a:ext cx="65722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اتساق</a:t>
            </a:r>
          </a:p>
        </p:txBody>
      </p:sp>
      <p:sp>
        <p:nvSpPr>
          <p:cNvPr id="34" name="">
            <a:extLst xmlns:a="http://schemas.openxmlformats.org/drawingml/2006/main">
              <a:ext uri="{FF2B5EF4-FFF2-40B4-BE49-F238E27FC236}">
                <a16:creationId xmlns:a16="http://schemas.microsoft.com/office/drawing/2014/main" id="{A074B662-FA37-4E35-AC51-C07081F9BE07}"/>
              </a:ext>
            </a:extLst>
          </p:cNvPr>
          <p:cNvSpPr>
            <a:spLocks xmlns:a="http://schemas.openxmlformats.org/drawingml/2006/main" noGrp="1"/>
          </p:cNvSpPr>
          <p:nvPr/>
        </p:nvSpPr>
        <p:spPr>
          <a:xfrm xmlns:a="http://schemas.openxmlformats.org/drawingml/2006/main">
            <a:off x="9872853" y="7905750"/>
            <a:ext cx="71437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الشارة</a:t>
            </a:r>
          </a:p>
        </p:txBody>
      </p:sp>
      <p:sp>
        <p:nvSpPr>
          <p:cNvPr id="35" name="">
            <a:extLst xmlns:a="http://schemas.openxmlformats.org/drawingml/2006/main">
              <a:ext uri="{FF2B5EF4-FFF2-40B4-BE49-F238E27FC236}">
                <a16:creationId xmlns:a16="http://schemas.microsoft.com/office/drawing/2014/main" id="{2EC8933E-1667-4E92-84D9-C1EE5CBC9D05}"/>
              </a:ext>
            </a:extLst>
          </p:cNvPr>
          <p:cNvSpPr>
            <a:spLocks xmlns:a="http://schemas.openxmlformats.org/drawingml/2006/main" noGrp="1"/>
          </p:cNvSpPr>
          <p:nvPr/>
        </p:nvSpPr>
        <p:spPr>
          <a:xfrm xmlns:a="http://schemas.openxmlformats.org/drawingml/2006/main">
            <a:off x="9437370" y="7905750"/>
            <a:ext cx="34290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مع</a:t>
            </a:r>
          </a:p>
        </p:txBody>
      </p:sp>
      <p:sp>
        <p:nvSpPr>
          <p:cNvPr id="36" name="">
            <a:extLst xmlns:a="http://schemas.openxmlformats.org/drawingml/2006/main">
              <a:ext uri="{FF2B5EF4-FFF2-40B4-BE49-F238E27FC236}">
                <a16:creationId xmlns:a16="http://schemas.microsoft.com/office/drawing/2014/main" id="{00B2CD4A-D3EE-4827-BDCE-E132FC8D8262}"/>
              </a:ext>
            </a:extLst>
          </p:cNvPr>
          <p:cNvSpPr>
            <a:spLocks xmlns:a="http://schemas.openxmlformats.org/drawingml/2006/main" noGrp="1"/>
          </p:cNvSpPr>
          <p:nvPr/>
        </p:nvSpPr>
        <p:spPr>
          <a:xfrm xmlns:a="http://schemas.openxmlformats.org/drawingml/2006/main">
            <a:off x="8620887" y="7905750"/>
            <a:ext cx="72390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12183F"/>
                </a:solidFill>
                <a:latin typeface="Arial"/>
                <a:ea typeface="Arial"/>
                <a:cs typeface="Arial"/>
              </a:defRPr>
            </a:pPr>
            <a:r>
              <a:rPr sz="2625" b="0">
                <a:solidFill>
                  <a:srgbClr val="12183F"/>
                </a:solidFill>
                <a:latin typeface="Arial"/>
                <a:ea typeface="Arial"/>
                <a:cs typeface="Arial"/>
              </a:rPr>
              <a:t>الشرح</a:t>
            </a:r>
          </a:p>
        </p:txBody>
      </p:sp>
      <p:sp>
        <p:nvSpPr>
          <p:cNvPr id="37" name="">
            <a:extLst xmlns:a="http://schemas.openxmlformats.org/drawingml/2006/main">
              <a:ext uri="{FF2B5EF4-FFF2-40B4-BE49-F238E27FC236}">
                <a16:creationId xmlns:a16="http://schemas.microsoft.com/office/drawing/2014/main" id="{05319614-BE3F-4AD7-9222-F0FDD15EADA3}"/>
              </a:ext>
            </a:extLst>
          </p:cNvPr>
          <p:cNvSpPr>
            <a:spLocks xmlns:a="http://schemas.openxmlformats.org/drawingml/2006/main" noGrp="1"/>
          </p:cNvSpPr>
          <p:nvPr/>
        </p:nvSpPr>
        <p:spPr>
          <a:xfrm xmlns:a="http://schemas.openxmlformats.org/drawingml/2006/main">
            <a:off x="16363950" y="8629650"/>
            <a:ext cx="4953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أسئلة</a:t>
            </a:r>
          </a:p>
        </p:txBody>
      </p:sp>
      <p:sp>
        <p:nvSpPr>
          <p:cNvPr id="38" name="">
            <a:extLst xmlns:a="http://schemas.openxmlformats.org/drawingml/2006/main">
              <a:ext uri="{FF2B5EF4-FFF2-40B4-BE49-F238E27FC236}">
                <a16:creationId xmlns:a16="http://schemas.microsoft.com/office/drawing/2014/main" id="{FF25EDD0-955C-4A74-B589-7B76A2EA5319}"/>
              </a:ext>
            </a:extLst>
          </p:cNvPr>
          <p:cNvSpPr>
            <a:spLocks xmlns:a="http://schemas.openxmlformats.org/drawingml/2006/main" noGrp="1"/>
          </p:cNvSpPr>
          <p:nvPr/>
        </p:nvSpPr>
        <p:spPr>
          <a:xfrm xmlns:a="http://schemas.openxmlformats.org/drawingml/2006/main">
            <a:off x="15268575" y="8629650"/>
            <a:ext cx="10096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وإصدارات</a:t>
            </a:r>
          </a:p>
        </p:txBody>
      </p:sp>
      <p:sp>
        <p:nvSpPr>
          <p:cNvPr id="39" name="">
            <a:extLst xmlns:a="http://schemas.openxmlformats.org/drawingml/2006/main">
              <a:ext uri="{FF2B5EF4-FFF2-40B4-BE49-F238E27FC236}">
                <a16:creationId xmlns:a16="http://schemas.microsoft.com/office/drawing/2014/main" id="{6212BE81-9FEF-4F8C-BAE7-26C24ED84F00}"/>
              </a:ext>
            </a:extLst>
          </p:cNvPr>
          <p:cNvSpPr>
            <a:spLocks xmlns:a="http://schemas.openxmlformats.org/drawingml/2006/main" noGrp="1"/>
          </p:cNvSpPr>
          <p:nvPr/>
        </p:nvSpPr>
        <p:spPr>
          <a:xfrm xmlns:a="http://schemas.openxmlformats.org/drawingml/2006/main">
            <a:off x="14563725" y="8629650"/>
            <a:ext cx="6191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مختلفة</a:t>
            </a:r>
          </a:p>
        </p:txBody>
      </p:sp>
      <p:sp>
        <p:nvSpPr>
          <p:cNvPr id="40" name="">
            <a:extLst xmlns:a="http://schemas.openxmlformats.org/drawingml/2006/main">
              <a:ext uri="{FF2B5EF4-FFF2-40B4-BE49-F238E27FC236}">
                <a16:creationId xmlns:a16="http://schemas.microsoft.com/office/drawing/2014/main" id="{123D8943-DC9C-4663-B5E4-F18002D3475D}"/>
              </a:ext>
            </a:extLst>
          </p:cNvPr>
          <p:cNvSpPr>
            <a:spLocks xmlns:a="http://schemas.openxmlformats.org/drawingml/2006/main" noGrp="1"/>
          </p:cNvSpPr>
          <p:nvPr/>
        </p:nvSpPr>
        <p:spPr>
          <a:xfrm xmlns:a="http://schemas.openxmlformats.org/drawingml/2006/main">
            <a:off x="14116050" y="8629650"/>
            <a:ext cx="3619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هذه</a:t>
            </a:r>
          </a:p>
        </p:txBody>
      </p:sp>
      <p:sp>
        <p:nvSpPr>
          <p:cNvPr id="41" name="">
            <a:extLst xmlns:a="http://schemas.openxmlformats.org/drawingml/2006/main">
              <a:ext uri="{FF2B5EF4-FFF2-40B4-BE49-F238E27FC236}">
                <a16:creationId xmlns:a16="http://schemas.microsoft.com/office/drawing/2014/main" id="{79EEF99C-FA40-438F-A77C-C5EE91CB5A97}"/>
              </a:ext>
            </a:extLst>
          </p:cNvPr>
          <p:cNvSpPr>
            <a:spLocks xmlns:a="http://schemas.openxmlformats.org/drawingml/2006/main" noGrp="1"/>
          </p:cNvSpPr>
          <p:nvPr/>
        </p:nvSpPr>
        <p:spPr>
          <a:xfrm xmlns:a="http://schemas.openxmlformats.org/drawingml/2006/main">
            <a:off x="13525500" y="8629650"/>
            <a:ext cx="5048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رحلة</a:t>
            </a:r>
          </a:p>
        </p:txBody>
      </p:sp>
      <p:sp>
        <p:nvSpPr>
          <p:cNvPr id="42" name="">
            <a:extLst xmlns:a="http://schemas.openxmlformats.org/drawingml/2006/main">
              <a:ext uri="{FF2B5EF4-FFF2-40B4-BE49-F238E27FC236}">
                <a16:creationId xmlns:a16="http://schemas.microsoft.com/office/drawing/2014/main" id="{EFBE7844-017B-48A5-B70C-2AB993369B51}"/>
              </a:ext>
            </a:extLst>
          </p:cNvPr>
          <p:cNvSpPr>
            <a:spLocks xmlns:a="http://schemas.openxmlformats.org/drawingml/2006/main" noGrp="1"/>
          </p:cNvSpPr>
          <p:nvPr/>
        </p:nvSpPr>
        <p:spPr>
          <a:xfrm xmlns:a="http://schemas.openxmlformats.org/drawingml/2006/main">
            <a:off x="12830175" y="8629650"/>
            <a:ext cx="6096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تطوير</a:t>
            </a:r>
          </a:p>
        </p:txBody>
      </p:sp>
      <p:sp>
        <p:nvSpPr>
          <p:cNvPr id="43" name="">
            <a:extLst xmlns:a="http://schemas.openxmlformats.org/drawingml/2006/main">
              <a:ext uri="{FF2B5EF4-FFF2-40B4-BE49-F238E27FC236}">
                <a16:creationId xmlns:a16="http://schemas.microsoft.com/office/drawing/2014/main" id="{3A2475BB-FDD0-4385-8FB9-C790D735DDA9}"/>
              </a:ext>
            </a:extLst>
          </p:cNvPr>
          <p:cNvSpPr>
            <a:spLocks xmlns:a="http://schemas.openxmlformats.org/drawingml/2006/main" noGrp="1"/>
          </p:cNvSpPr>
          <p:nvPr/>
        </p:nvSpPr>
        <p:spPr>
          <a:xfrm xmlns:a="http://schemas.openxmlformats.org/drawingml/2006/main">
            <a:off x="12096750" y="8629650"/>
            <a:ext cx="6477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وليست</a:t>
            </a:r>
          </a:p>
        </p:txBody>
      </p:sp>
      <p:sp>
        <p:nvSpPr>
          <p:cNvPr id="44" name="">
            <a:extLst xmlns:a="http://schemas.openxmlformats.org/drawingml/2006/main">
              <a:ext uri="{FF2B5EF4-FFF2-40B4-BE49-F238E27FC236}">
                <a16:creationId xmlns:a16="http://schemas.microsoft.com/office/drawing/2014/main" id="{BE253CB9-0E6A-4E90-AE8F-4C6024D6954B}"/>
              </a:ext>
            </a:extLst>
          </p:cNvPr>
          <p:cNvSpPr>
            <a:spLocks xmlns:a="http://schemas.openxmlformats.org/drawingml/2006/main" noGrp="1"/>
          </p:cNvSpPr>
          <p:nvPr/>
        </p:nvSpPr>
        <p:spPr>
          <a:xfrm xmlns:a="http://schemas.openxmlformats.org/drawingml/2006/main">
            <a:off x="11401425" y="8629650"/>
            <a:ext cx="6096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مقارنة</a:t>
            </a:r>
          </a:p>
        </p:txBody>
      </p:sp>
      <p:sp>
        <p:nvSpPr>
          <p:cNvPr id="45" name="">
            <a:extLst xmlns:a="http://schemas.openxmlformats.org/drawingml/2006/main">
              <a:ext uri="{FF2B5EF4-FFF2-40B4-BE49-F238E27FC236}">
                <a16:creationId xmlns:a16="http://schemas.microsoft.com/office/drawing/2014/main" id="{2846E0E9-8A23-491F-A1CE-07E2EBCFB5ED}"/>
              </a:ext>
            </a:extLst>
          </p:cNvPr>
          <p:cNvSpPr>
            <a:spLocks xmlns:a="http://schemas.openxmlformats.org/drawingml/2006/main" noGrp="1"/>
          </p:cNvSpPr>
          <p:nvPr/>
        </p:nvSpPr>
        <p:spPr>
          <a:xfrm xmlns:a="http://schemas.openxmlformats.org/drawingml/2006/main">
            <a:off x="10458450" y="8629650"/>
            <a:ext cx="8572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مضبوطة</a:t>
            </a:r>
          </a:p>
        </p:txBody>
      </p:sp>
      <p:sp>
        <p:nvSpPr>
          <p:cNvPr id="46" name="">
            <a:extLst xmlns:a="http://schemas.openxmlformats.org/drawingml/2006/main">
              <a:ext uri="{FF2B5EF4-FFF2-40B4-BE49-F238E27FC236}">
                <a16:creationId xmlns:a16="http://schemas.microsoft.com/office/drawing/2014/main" id="{22C8687B-0782-4C8B-9767-5AD6732F743D}"/>
              </a:ext>
            </a:extLst>
          </p:cNvPr>
          <p:cNvSpPr>
            <a:spLocks xmlns:a="http://schemas.openxmlformats.org/drawingml/2006/main" noGrp="1"/>
          </p:cNvSpPr>
          <p:nvPr/>
        </p:nvSpPr>
        <p:spPr>
          <a:xfrm xmlns:a="http://schemas.openxmlformats.org/drawingml/2006/main">
            <a:off x="9601200" y="8629650"/>
            <a:ext cx="7715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لإصلاح</a:t>
            </a:r>
          </a:p>
        </p:txBody>
      </p:sp>
      <p:sp>
        <p:nvSpPr>
          <p:cNvPr id="47" name="">
            <a:extLst xmlns:a="http://schemas.openxmlformats.org/drawingml/2006/main">
              <a:ext uri="{FF2B5EF4-FFF2-40B4-BE49-F238E27FC236}">
                <a16:creationId xmlns:a16="http://schemas.microsoft.com/office/drawing/2014/main" id="{F07FBB3D-5377-426B-BCD8-F8BD9170A6BD}"/>
              </a:ext>
            </a:extLst>
          </p:cNvPr>
          <p:cNvSpPr>
            <a:spLocks xmlns:a="http://schemas.openxmlformats.org/drawingml/2006/main" noGrp="1"/>
          </p:cNvSpPr>
          <p:nvPr/>
        </p:nvSpPr>
        <p:spPr>
          <a:xfrm xmlns:a="http://schemas.openxmlformats.org/drawingml/2006/main">
            <a:off x="8972550" y="8629650"/>
            <a:ext cx="5429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586277"/>
                </a:solidFill>
                <a:latin typeface="Arial"/>
                <a:ea typeface="Arial"/>
                <a:cs typeface="Arial"/>
              </a:defRPr>
            </a:pPr>
            <a:r>
              <a:rPr sz="2175" b="0">
                <a:solidFill>
                  <a:srgbClr val="586277"/>
                </a:solidFill>
                <a:latin typeface="Arial"/>
                <a:ea typeface="Arial"/>
                <a:cs typeface="Arial"/>
              </a:rPr>
              <a:t>منفرد</a:t>
            </a:r>
          </a:p>
        </p:txBody>
      </p:sp>
    </p:spTree>
    <p:extLst>
      <p:ext uri="{BB962C8B-B14F-4D97-AF65-F5344CB8AC3E}">
        <p14:creationId xmlns:p14="http://schemas.microsoft.com/office/powerpoint/2010/main" val="700766175"/>
      </p:ext>
    </p:extLst>
  </p:cSld>
</p:sld>
</file>

<file path=ppt/slides/slide9.xml><?xml version="1.0" encoding="utf-8"?>
<p:sld xmlns:p="http://schemas.openxmlformats.org/presentationml/2006/main">
  <p:cSld>
    <p:bg>
      <p:bgPr>
        <a:solidFill xmlns:a="http://schemas.openxmlformats.org/drawingml/2006/main">
          <a:srgbClr val="F2F4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78C9BED1-18C1-4C84-82A6-A7D7DBEA7FF8}"/>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86277"/>
                </a:solidFill>
                <a:latin typeface="Arial"/>
                <a:ea typeface="Arial"/>
                <a:cs typeface="Arial"/>
              </a:defRPr>
            </a:pPr>
            <a:r>
              <a:rPr sz="1725" b="0">
                <a:solidFill>
                  <a:srgbClr val="586277"/>
                </a:solidFill>
                <a:latin typeface="Arial"/>
                <a:ea typeface="Arial"/>
                <a:cs typeface="Arial"/>
              </a:rPr>
              <a:t>IsnadLens / 09</a:t>
            </a:r>
          </a:p>
        </p:txBody>
      </p:sp>
      <p:sp>
        <p:nvSpPr>
          <p:cNvPr id="2" name="">
            <a:extLst xmlns:a="http://schemas.openxmlformats.org/drawingml/2006/main">
              <a:ext uri="{FF2B5EF4-FFF2-40B4-BE49-F238E27FC236}">
                <a16:creationId xmlns:a16="http://schemas.microsoft.com/office/drawing/2014/main" id="{2EB664B9-2468-44E2-B385-492C0665CE66}"/>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BF690A4A-BE3A-4EC1-92A9-B18A4CFCEF88}"/>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CB93C9DB-B156-4F4E-BE60-90CAC8E94A87}"/>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BC856030-8AD4-48CA-9203-67D0CE2799D7}"/>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5AD67C83-A8B3-42D7-B275-028CD9312233}"/>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65CDB4CE-E138-4CD9-87A4-ECABD90B22C5}"/>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2A5AEE62-E5F8-4620-BE6D-806B30C03D45}"/>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09066C50-1154-4D40-A367-622444C7CE76}"/>
              </a:ext>
            </a:extLst>
          </p:cNvPr>
          <p:cNvSpPr>
            <a:spLocks xmlns:a="http://schemas.openxmlformats.org/drawingml/2006/main" noGrp="1"/>
          </p:cNvSpPr>
          <p:nvPr/>
        </p:nvSpPr>
        <p:spPr>
          <a:xfrm xmlns:a="http://schemas.openxmlformats.org/drawingml/2006/main">
            <a:off x="16840200" y="809625"/>
            <a:ext cx="4953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ما</a:t>
            </a:r>
          </a:p>
        </p:txBody>
      </p:sp>
      <p:sp>
        <p:nvSpPr>
          <p:cNvPr id="10" name="">
            <a:extLst xmlns:a="http://schemas.openxmlformats.org/drawingml/2006/main">
              <a:ext uri="{FF2B5EF4-FFF2-40B4-BE49-F238E27FC236}">
                <a16:creationId xmlns:a16="http://schemas.microsoft.com/office/drawing/2014/main" id="{9FB283B2-384E-4133-8C53-D4083E785C01}"/>
              </a:ext>
            </a:extLst>
          </p:cNvPr>
          <p:cNvSpPr>
            <a:spLocks xmlns:a="http://schemas.openxmlformats.org/drawingml/2006/main" noGrp="1"/>
          </p:cNvSpPr>
          <p:nvPr/>
        </p:nvSpPr>
        <p:spPr>
          <a:xfrm xmlns:a="http://schemas.openxmlformats.org/drawingml/2006/main">
            <a:off x="15635764" y="809625"/>
            <a:ext cx="10191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الذي</a:t>
            </a:r>
          </a:p>
        </p:txBody>
      </p:sp>
      <p:sp>
        <p:nvSpPr>
          <p:cNvPr id="11" name="">
            <a:extLst xmlns:a="http://schemas.openxmlformats.org/drawingml/2006/main">
              <a:ext uri="{FF2B5EF4-FFF2-40B4-BE49-F238E27FC236}">
                <a16:creationId xmlns:a16="http://schemas.microsoft.com/office/drawing/2014/main" id="{10DC56B2-9F59-4268-8E6D-0391745DA28B}"/>
              </a:ext>
            </a:extLst>
          </p:cNvPr>
          <p:cNvSpPr>
            <a:spLocks xmlns:a="http://schemas.openxmlformats.org/drawingml/2006/main" noGrp="1"/>
          </p:cNvSpPr>
          <p:nvPr/>
        </p:nvSpPr>
        <p:spPr>
          <a:xfrm xmlns:a="http://schemas.openxmlformats.org/drawingml/2006/main">
            <a:off x="14602777" y="809625"/>
            <a:ext cx="8477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بقي</a:t>
            </a:r>
          </a:p>
        </p:txBody>
      </p:sp>
      <p:sp>
        <p:nvSpPr>
          <p:cNvPr id="12" name="">
            <a:extLst xmlns:a="http://schemas.openxmlformats.org/drawingml/2006/main">
              <a:ext uri="{FF2B5EF4-FFF2-40B4-BE49-F238E27FC236}">
                <a16:creationId xmlns:a16="http://schemas.microsoft.com/office/drawing/2014/main" id="{D99E2D6B-D831-4A22-B70D-B752B59AE769}"/>
              </a:ext>
            </a:extLst>
          </p:cNvPr>
          <p:cNvSpPr>
            <a:spLocks xmlns:a="http://schemas.openxmlformats.org/drawingml/2006/main" noGrp="1"/>
          </p:cNvSpPr>
          <p:nvPr/>
        </p:nvSpPr>
        <p:spPr>
          <a:xfrm xmlns:a="http://schemas.openxmlformats.org/drawingml/2006/main">
            <a:off x="13465016" y="809625"/>
            <a:ext cx="9525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دون</a:t>
            </a:r>
          </a:p>
        </p:txBody>
      </p:sp>
      <p:sp>
        <p:nvSpPr>
          <p:cNvPr id="13" name="">
            <a:extLst xmlns:a="http://schemas.openxmlformats.org/drawingml/2006/main">
              <a:ext uri="{FF2B5EF4-FFF2-40B4-BE49-F238E27FC236}">
                <a16:creationId xmlns:a16="http://schemas.microsoft.com/office/drawing/2014/main" id="{479B3639-C177-4D89-AA98-7029D87E88DB}"/>
              </a:ext>
            </a:extLst>
          </p:cNvPr>
          <p:cNvSpPr>
            <a:spLocks xmlns:a="http://schemas.openxmlformats.org/drawingml/2006/main" noGrp="1"/>
          </p:cNvSpPr>
          <p:nvPr/>
        </p:nvSpPr>
        <p:spPr>
          <a:xfrm xmlns:a="http://schemas.openxmlformats.org/drawingml/2006/main">
            <a:off x="11917680" y="809625"/>
            <a:ext cx="13620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التوقع</a:t>
            </a:r>
          </a:p>
        </p:txBody>
      </p:sp>
      <p:sp>
        <p:nvSpPr>
          <p:cNvPr id="14" name="">
            <a:extLst xmlns:a="http://schemas.openxmlformats.org/drawingml/2006/main">
              <a:ext uri="{FF2B5EF4-FFF2-40B4-BE49-F238E27FC236}">
                <a16:creationId xmlns:a16="http://schemas.microsoft.com/office/drawing/2014/main" id="{E0192CFF-C8CC-4E99-95C3-9257B1687B4A}"/>
              </a:ext>
            </a:extLst>
          </p:cNvPr>
          <p:cNvSpPr>
            <a:spLocks xmlns:a="http://schemas.openxmlformats.org/drawingml/2006/main" noGrp="1"/>
          </p:cNvSpPr>
          <p:nvPr/>
        </p:nvSpPr>
        <p:spPr>
          <a:xfrm xmlns:a="http://schemas.openxmlformats.org/drawingml/2006/main">
            <a:off x="16078200" y="2619375"/>
            <a:ext cx="1162050"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جواب</a:t>
            </a:r>
          </a:p>
        </p:txBody>
      </p:sp>
      <p:sp>
        <p:nvSpPr>
          <p:cNvPr id="15" name="">
            <a:extLst xmlns:a="http://schemas.openxmlformats.org/drawingml/2006/main">
              <a:ext uri="{FF2B5EF4-FFF2-40B4-BE49-F238E27FC236}">
                <a16:creationId xmlns:a16="http://schemas.microsoft.com/office/drawing/2014/main" id="{B1252087-B942-471D-861A-79E1F13A38F2}"/>
              </a:ext>
            </a:extLst>
          </p:cNvPr>
          <p:cNvSpPr>
            <a:spLocks xmlns:a="http://schemas.openxmlformats.org/drawingml/2006/main" noGrp="1"/>
          </p:cNvSpPr>
          <p:nvPr/>
        </p:nvSpPr>
        <p:spPr>
          <a:xfrm xmlns:a="http://schemas.openxmlformats.org/drawingml/2006/main">
            <a:off x="15035213" y="2619375"/>
            <a:ext cx="876300"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مقيد</a:t>
            </a:r>
          </a:p>
        </p:txBody>
      </p:sp>
      <p:sp>
        <p:nvSpPr>
          <p:cNvPr id="16" name="">
            <a:extLst xmlns:a="http://schemas.openxmlformats.org/drawingml/2006/main">
              <a:ext uri="{FF2B5EF4-FFF2-40B4-BE49-F238E27FC236}">
                <a16:creationId xmlns:a16="http://schemas.microsoft.com/office/drawing/2014/main" id="{330250D2-EEB0-4C5F-B66B-04A04D670325}"/>
              </a:ext>
            </a:extLst>
          </p:cNvPr>
          <p:cNvSpPr>
            <a:spLocks xmlns:a="http://schemas.openxmlformats.org/drawingml/2006/main" noGrp="1"/>
          </p:cNvSpPr>
          <p:nvPr/>
        </p:nvSpPr>
        <p:spPr>
          <a:xfrm xmlns:a="http://schemas.openxmlformats.org/drawingml/2006/main">
            <a:off x="14154150" y="2619375"/>
            <a:ext cx="714375"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عن</a:t>
            </a:r>
          </a:p>
        </p:txBody>
      </p:sp>
      <p:sp>
        <p:nvSpPr>
          <p:cNvPr id="17" name="">
            <a:extLst xmlns:a="http://schemas.openxmlformats.org/drawingml/2006/main">
              <a:ext uri="{FF2B5EF4-FFF2-40B4-BE49-F238E27FC236}">
                <a16:creationId xmlns:a16="http://schemas.microsoft.com/office/drawing/2014/main" id="{10344A2B-C8B5-4319-8BC7-C84CF862D5D6}"/>
              </a:ext>
            </a:extLst>
          </p:cNvPr>
          <p:cNvSpPr>
            <a:spLocks xmlns:a="http://schemas.openxmlformats.org/drawingml/2006/main" noGrp="1"/>
          </p:cNvSpPr>
          <p:nvPr/>
        </p:nvSpPr>
        <p:spPr>
          <a:xfrm xmlns:a="http://schemas.openxmlformats.org/drawingml/2006/main">
            <a:off x="12796838" y="2619375"/>
            <a:ext cx="1190625"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افتتاح</a:t>
            </a:r>
          </a:p>
        </p:txBody>
      </p:sp>
      <p:sp>
        <p:nvSpPr>
          <p:cNvPr id="18" name="">
            <a:extLst xmlns:a="http://schemas.openxmlformats.org/drawingml/2006/main">
              <a:ext uri="{FF2B5EF4-FFF2-40B4-BE49-F238E27FC236}">
                <a16:creationId xmlns:a16="http://schemas.microsoft.com/office/drawing/2014/main" id="{42D15484-5063-45D3-AFE1-BE2F6E32C3BE}"/>
              </a:ext>
            </a:extLst>
          </p:cNvPr>
          <p:cNvSpPr>
            <a:spLocks xmlns:a="http://schemas.openxmlformats.org/drawingml/2006/main" noGrp="1"/>
          </p:cNvSpPr>
          <p:nvPr/>
        </p:nvSpPr>
        <p:spPr>
          <a:xfrm xmlns:a="http://schemas.openxmlformats.org/drawingml/2006/main">
            <a:off x="11410950" y="2619375"/>
            <a:ext cx="1219200"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رسالة</a:t>
            </a:r>
          </a:p>
        </p:txBody>
      </p:sp>
      <p:sp>
        <p:nvSpPr>
          <p:cNvPr id="19" name="">
            <a:extLst xmlns:a="http://schemas.openxmlformats.org/drawingml/2006/main">
              <a:ext uri="{FF2B5EF4-FFF2-40B4-BE49-F238E27FC236}">
                <a16:creationId xmlns:a16="http://schemas.microsoft.com/office/drawing/2014/main" id="{5E0F1C3F-C23D-4D9C-876C-F9EB0E95CC01}"/>
              </a:ext>
            </a:extLst>
          </p:cNvPr>
          <p:cNvSpPr>
            <a:spLocks xmlns:a="http://schemas.openxmlformats.org/drawingml/2006/main" noGrp="1"/>
          </p:cNvSpPr>
          <p:nvPr/>
        </p:nvSpPr>
        <p:spPr>
          <a:xfrm xmlns:a="http://schemas.openxmlformats.org/drawingml/2006/main">
            <a:off x="9796463" y="2619375"/>
            <a:ext cx="1447800"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سليمان</a:t>
            </a:r>
          </a:p>
        </p:txBody>
      </p:sp>
      <p:sp>
        <p:nvSpPr>
          <p:cNvPr id="20" name="">
            <a:extLst xmlns:a="http://schemas.openxmlformats.org/drawingml/2006/main">
              <a:ext uri="{FF2B5EF4-FFF2-40B4-BE49-F238E27FC236}">
                <a16:creationId xmlns:a16="http://schemas.microsoft.com/office/drawing/2014/main" id="{97A7DED3-DBBB-4A30-A6C8-961807519CD3}"/>
              </a:ext>
            </a:extLst>
          </p:cNvPr>
          <p:cNvSpPr>
            <a:spLocks xmlns:a="http://schemas.openxmlformats.org/drawingml/2006/main" noGrp="1"/>
          </p:cNvSpPr>
          <p:nvPr/>
        </p:nvSpPr>
        <p:spPr>
          <a:xfrm xmlns:a="http://schemas.openxmlformats.org/drawingml/2006/main">
            <a:off x="8686800" y="2619375"/>
            <a:ext cx="942975"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عليه</a:t>
            </a:r>
          </a:p>
        </p:txBody>
      </p:sp>
      <p:sp>
        <p:nvSpPr>
          <p:cNvPr id="21" name="">
            <a:extLst xmlns:a="http://schemas.openxmlformats.org/drawingml/2006/main">
              <a:ext uri="{FF2B5EF4-FFF2-40B4-BE49-F238E27FC236}">
                <a16:creationId xmlns:a16="http://schemas.microsoft.com/office/drawing/2014/main" id="{6CC1F1F2-37A2-4525-9CE4-B4AEC64882BA}"/>
              </a:ext>
            </a:extLst>
          </p:cNvPr>
          <p:cNvSpPr>
            <a:spLocks xmlns:a="http://schemas.openxmlformats.org/drawingml/2006/main" noGrp="1"/>
          </p:cNvSpPr>
          <p:nvPr/>
        </p:nvSpPr>
        <p:spPr>
          <a:xfrm xmlns:a="http://schemas.openxmlformats.org/drawingml/2006/main">
            <a:off x="7281863" y="2619375"/>
            <a:ext cx="1238250" cy="93011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725" b="1">
                <a:solidFill>
                  <a:srgbClr val="075642"/>
                </a:solidFill>
                <a:latin typeface="Arial"/>
                <a:ea typeface="Arial"/>
                <a:cs typeface="Arial"/>
              </a:defRPr>
            </a:pPr>
            <a:r>
              <a:rPr sz="4725" b="1">
                <a:solidFill>
                  <a:srgbClr val="075642"/>
                </a:solidFill>
                <a:latin typeface="Arial"/>
                <a:ea typeface="Arial"/>
                <a:cs typeface="Arial"/>
              </a:rPr>
              <a:t>السلام</a:t>
            </a:r>
          </a:p>
        </p:txBody>
      </p:sp>
      <p:sp>
        <p:nvSpPr>
          <p:cNvPr id="22" name="">
            <a:extLst xmlns:a="http://schemas.openxmlformats.org/drawingml/2006/main">
              <a:ext uri="{FF2B5EF4-FFF2-40B4-BE49-F238E27FC236}">
                <a16:creationId xmlns:a16="http://schemas.microsoft.com/office/drawing/2014/main" id="{333E134B-CC02-4722-A188-2697B175136F}"/>
              </a:ext>
            </a:extLst>
          </p:cNvPr>
          <p:cNvSpPr>
            <a:spLocks xmlns:a="http://schemas.openxmlformats.org/drawingml/2006/main" noGrp="1"/>
          </p:cNvSpPr>
          <p:nvPr/>
        </p:nvSpPr>
        <p:spPr>
          <a:xfrm xmlns:a="http://schemas.openxmlformats.org/drawingml/2006/main">
            <a:off x="16059150" y="4476750"/>
            <a:ext cx="118110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استرجع</a:t>
            </a:r>
          </a:p>
        </p:txBody>
      </p:sp>
      <p:sp>
        <p:nvSpPr>
          <p:cNvPr id="23" name="">
            <a:extLst xmlns:a="http://schemas.openxmlformats.org/drawingml/2006/main">
              <a:ext uri="{FF2B5EF4-FFF2-40B4-BE49-F238E27FC236}">
                <a16:creationId xmlns:a16="http://schemas.microsoft.com/office/drawing/2014/main" id="{CB23628D-17E4-43C9-A350-43F6CA0030D2}"/>
              </a:ext>
            </a:extLst>
          </p:cNvPr>
          <p:cNvSpPr>
            <a:spLocks xmlns:a="http://schemas.openxmlformats.org/drawingml/2006/main" noGrp="1"/>
          </p:cNvSpPr>
          <p:nvPr/>
        </p:nvSpPr>
        <p:spPr>
          <a:xfrm xmlns:a="http://schemas.openxmlformats.org/drawingml/2006/main">
            <a:off x="15065311" y="4476750"/>
            <a:ext cx="86677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النص</a:t>
            </a:r>
          </a:p>
        </p:txBody>
      </p:sp>
      <p:sp>
        <p:nvSpPr>
          <p:cNvPr id="24" name="">
            <a:extLst xmlns:a="http://schemas.openxmlformats.org/drawingml/2006/main">
              <a:ext uri="{FF2B5EF4-FFF2-40B4-BE49-F238E27FC236}">
                <a16:creationId xmlns:a16="http://schemas.microsoft.com/office/drawing/2014/main" id="{F10B5B5D-4EFD-473C-9548-DFA8C9E1E55C}"/>
              </a:ext>
            </a:extLst>
          </p:cNvPr>
          <p:cNvSpPr>
            <a:spLocks xmlns:a="http://schemas.openxmlformats.org/drawingml/2006/main" noGrp="1"/>
          </p:cNvSpPr>
          <p:nvPr/>
        </p:nvSpPr>
        <p:spPr>
          <a:xfrm xmlns:a="http://schemas.openxmlformats.org/drawingml/2006/main">
            <a:off x="13709523" y="4476750"/>
            <a:ext cx="122872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الصحيح</a:t>
            </a:r>
          </a:p>
        </p:txBody>
      </p:sp>
      <p:sp>
        <p:nvSpPr>
          <p:cNvPr id="25" name="">
            <a:extLst xmlns:a="http://schemas.openxmlformats.org/drawingml/2006/main">
              <a:ext uri="{FF2B5EF4-FFF2-40B4-BE49-F238E27FC236}">
                <a16:creationId xmlns:a16="http://schemas.microsoft.com/office/drawing/2014/main" id="{66DFA3C8-052D-4F66-985D-6AF9AE11CD4A}"/>
              </a:ext>
            </a:extLst>
          </p:cNvPr>
          <p:cNvSpPr>
            <a:spLocks xmlns:a="http://schemas.openxmlformats.org/drawingml/2006/main" noGrp="1"/>
          </p:cNvSpPr>
          <p:nvPr/>
        </p:nvSpPr>
        <p:spPr>
          <a:xfrm xmlns:a="http://schemas.openxmlformats.org/drawingml/2006/main">
            <a:off x="12963334" y="4476750"/>
            <a:ext cx="61912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لكنه</a:t>
            </a:r>
          </a:p>
        </p:txBody>
      </p:sp>
      <p:sp>
        <p:nvSpPr>
          <p:cNvPr id="26" name="">
            <a:extLst xmlns:a="http://schemas.openxmlformats.org/drawingml/2006/main">
              <a:ext uri="{FF2B5EF4-FFF2-40B4-BE49-F238E27FC236}">
                <a16:creationId xmlns:a16="http://schemas.microsoft.com/office/drawing/2014/main" id="{73B45626-FDAF-48F7-A6E2-B95D29D7651A}"/>
              </a:ext>
            </a:extLst>
          </p:cNvPr>
          <p:cNvSpPr>
            <a:spLocks xmlns:a="http://schemas.openxmlformats.org/drawingml/2006/main" noGrp="1"/>
          </p:cNvSpPr>
          <p:nvPr/>
        </p:nvSpPr>
        <p:spPr>
          <a:xfrm xmlns:a="http://schemas.openxmlformats.org/drawingml/2006/main">
            <a:off x="12521946" y="4476750"/>
            <a:ext cx="31432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لم</a:t>
            </a:r>
          </a:p>
        </p:txBody>
      </p:sp>
      <p:sp>
        <p:nvSpPr>
          <p:cNvPr id="27" name="">
            <a:extLst xmlns:a="http://schemas.openxmlformats.org/drawingml/2006/main">
              <a:ext uri="{FF2B5EF4-FFF2-40B4-BE49-F238E27FC236}">
                <a16:creationId xmlns:a16="http://schemas.microsoft.com/office/drawing/2014/main" id="{BA7E8643-01F0-48AC-97F7-0D4285F1F402}"/>
              </a:ext>
            </a:extLst>
          </p:cNvPr>
          <p:cNvSpPr>
            <a:spLocks xmlns:a="http://schemas.openxmlformats.org/drawingml/2006/main" noGrp="1"/>
          </p:cNvSpPr>
          <p:nvPr/>
        </p:nvSpPr>
        <p:spPr>
          <a:xfrm xmlns:a="http://schemas.openxmlformats.org/drawingml/2006/main">
            <a:off x="11604307" y="4476750"/>
            <a:ext cx="79057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يجزم</a:t>
            </a:r>
          </a:p>
        </p:txBody>
      </p:sp>
      <p:sp>
        <p:nvSpPr>
          <p:cNvPr id="28" name="">
            <a:extLst xmlns:a="http://schemas.openxmlformats.org/drawingml/2006/main">
              <a:ext uri="{FF2B5EF4-FFF2-40B4-BE49-F238E27FC236}">
                <a16:creationId xmlns:a16="http://schemas.microsoft.com/office/drawing/2014/main" id="{ABE4EFA3-F3D2-4C0A-A2B8-DFC4D3ACA0A0}"/>
              </a:ext>
            </a:extLst>
          </p:cNvPr>
          <p:cNvSpPr>
            <a:spLocks xmlns:a="http://schemas.openxmlformats.org/drawingml/2006/main" noGrp="1"/>
          </p:cNvSpPr>
          <p:nvPr/>
        </p:nvSpPr>
        <p:spPr>
          <a:xfrm xmlns:a="http://schemas.openxmlformats.org/drawingml/2006/main">
            <a:off x="10419969" y="4476750"/>
            <a:ext cx="105727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بترتيب</a:t>
            </a:r>
          </a:p>
        </p:txBody>
      </p:sp>
      <p:sp>
        <p:nvSpPr>
          <p:cNvPr id="29" name="">
            <a:extLst xmlns:a="http://schemas.openxmlformats.org/drawingml/2006/main">
              <a:ext uri="{FF2B5EF4-FFF2-40B4-BE49-F238E27FC236}">
                <a16:creationId xmlns:a16="http://schemas.microsoft.com/office/drawing/2014/main" id="{8CD0ED00-6485-4356-A7F6-57D26E66AE5F}"/>
              </a:ext>
            </a:extLst>
          </p:cNvPr>
          <p:cNvSpPr>
            <a:spLocks xmlns:a="http://schemas.openxmlformats.org/drawingml/2006/main" noGrp="1"/>
          </p:cNvSpPr>
          <p:nvPr/>
        </p:nvSpPr>
        <p:spPr>
          <a:xfrm xmlns:a="http://schemas.openxmlformats.org/drawingml/2006/main">
            <a:off x="9340405" y="4476750"/>
            <a:ext cx="95250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كلمات</a:t>
            </a:r>
          </a:p>
        </p:txBody>
      </p:sp>
      <p:sp>
        <p:nvSpPr>
          <p:cNvPr id="30" name="">
            <a:extLst xmlns:a="http://schemas.openxmlformats.org/drawingml/2006/main">
              <a:ext uri="{FF2B5EF4-FFF2-40B4-BE49-F238E27FC236}">
                <a16:creationId xmlns:a16="http://schemas.microsoft.com/office/drawing/2014/main" id="{64E8DDAE-3551-4C60-B250-0D330F3741E0}"/>
              </a:ext>
            </a:extLst>
          </p:cNvPr>
          <p:cNvSpPr>
            <a:spLocks xmlns:a="http://schemas.openxmlformats.org/drawingml/2006/main" noGrp="1"/>
          </p:cNvSpPr>
          <p:nvPr/>
        </p:nvSpPr>
        <p:spPr>
          <a:xfrm xmlns:a="http://schemas.openxmlformats.org/drawingml/2006/main">
            <a:off x="8508492" y="4476750"/>
            <a:ext cx="70485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بداية</a:t>
            </a:r>
          </a:p>
        </p:txBody>
      </p:sp>
      <p:sp>
        <p:nvSpPr>
          <p:cNvPr id="31" name="">
            <a:extLst xmlns:a="http://schemas.openxmlformats.org/drawingml/2006/main">
              <a:ext uri="{FF2B5EF4-FFF2-40B4-BE49-F238E27FC236}">
                <a16:creationId xmlns:a16="http://schemas.microsoft.com/office/drawing/2014/main" id="{8DD83409-80FF-4B69-B7DB-2833837A1760}"/>
              </a:ext>
            </a:extLst>
          </p:cNvPr>
          <p:cNvSpPr>
            <a:spLocks xmlns:a="http://schemas.openxmlformats.org/drawingml/2006/main" noGrp="1"/>
          </p:cNvSpPr>
          <p:nvPr/>
        </p:nvSpPr>
        <p:spPr>
          <a:xfrm xmlns:a="http://schemas.openxmlformats.org/drawingml/2006/main">
            <a:off x="7295578" y="4476750"/>
            <a:ext cx="108585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الرسالة</a:t>
            </a:r>
          </a:p>
        </p:txBody>
      </p:sp>
      <p:sp>
        <p:nvSpPr>
          <p:cNvPr id="32" name="">
            <a:extLst xmlns:a="http://schemas.openxmlformats.org/drawingml/2006/main">
              <a:ext uri="{FF2B5EF4-FFF2-40B4-BE49-F238E27FC236}">
                <a16:creationId xmlns:a16="http://schemas.microsoft.com/office/drawing/2014/main" id="{2D2AE062-BC9A-4F9F-AF89-D99FD17A80C5}"/>
              </a:ext>
            </a:extLst>
          </p:cNvPr>
          <p:cNvSpPr>
            <a:spLocks xmlns:a="http://schemas.openxmlformats.org/drawingml/2006/main" noGrp="1"/>
          </p:cNvSpPr>
          <p:nvPr/>
        </p:nvSpPr>
        <p:spPr>
          <a:xfrm xmlns:a="http://schemas.openxmlformats.org/drawingml/2006/main">
            <a:off x="16411575" y="6191250"/>
            <a:ext cx="82867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أبقيت</a:t>
            </a:r>
          </a:p>
        </p:txBody>
      </p:sp>
      <p:sp>
        <p:nvSpPr>
          <p:cNvPr id="33" name="">
            <a:extLst xmlns:a="http://schemas.openxmlformats.org/drawingml/2006/main">
              <a:ext uri="{FF2B5EF4-FFF2-40B4-BE49-F238E27FC236}">
                <a16:creationId xmlns:a16="http://schemas.microsoft.com/office/drawing/2014/main" id="{B18F2203-12FD-40B2-8008-89607E9DCD2D}"/>
              </a:ext>
            </a:extLst>
          </p:cNvPr>
          <p:cNvSpPr>
            <a:spLocks xmlns:a="http://schemas.openxmlformats.org/drawingml/2006/main" noGrp="1"/>
          </p:cNvSpPr>
          <p:nvPr/>
        </p:nvSpPr>
        <p:spPr>
          <a:xfrm xmlns:a="http://schemas.openxmlformats.org/drawingml/2006/main">
            <a:off x="15417736" y="6191250"/>
            <a:ext cx="86677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الحالة</a:t>
            </a:r>
          </a:p>
        </p:txBody>
      </p:sp>
      <p:sp>
        <p:nvSpPr>
          <p:cNvPr id="34" name="">
            <a:extLst xmlns:a="http://schemas.openxmlformats.org/drawingml/2006/main">
              <a:ext uri="{FF2B5EF4-FFF2-40B4-BE49-F238E27FC236}">
                <a16:creationId xmlns:a16="http://schemas.microsoft.com/office/drawing/2014/main" id="{C5F4EDB6-D6C5-4ED7-8797-BEBA553097D8}"/>
              </a:ext>
            </a:extLst>
          </p:cNvPr>
          <p:cNvSpPr>
            <a:spLocks xmlns:a="http://schemas.openxmlformats.org/drawingml/2006/main" noGrp="1"/>
          </p:cNvSpPr>
          <p:nvPr/>
        </p:nvSpPr>
        <p:spPr>
          <a:xfrm xmlns:a="http://schemas.openxmlformats.org/drawingml/2006/main">
            <a:off x="14833473" y="6191250"/>
            <a:ext cx="45720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في</a:t>
            </a:r>
          </a:p>
        </p:txBody>
      </p:sp>
      <p:sp>
        <p:nvSpPr>
          <p:cNvPr id="35" name="">
            <a:extLst xmlns:a="http://schemas.openxmlformats.org/drawingml/2006/main">
              <a:ext uri="{FF2B5EF4-FFF2-40B4-BE49-F238E27FC236}">
                <a16:creationId xmlns:a16="http://schemas.microsoft.com/office/drawing/2014/main" id="{FD1697FF-2DE9-492E-B9E7-EB08EBC7A2CC}"/>
              </a:ext>
            </a:extLst>
          </p:cNvPr>
          <p:cNvSpPr>
            <a:spLocks xmlns:a="http://schemas.openxmlformats.org/drawingml/2006/main" noGrp="1"/>
          </p:cNvSpPr>
          <p:nvPr/>
        </p:nvSpPr>
        <p:spPr>
          <a:xfrm xmlns:a="http://schemas.openxmlformats.org/drawingml/2006/main">
            <a:off x="13706284" y="6191250"/>
            <a:ext cx="100012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النتيجة</a:t>
            </a:r>
          </a:p>
        </p:txBody>
      </p:sp>
      <p:sp>
        <p:nvSpPr>
          <p:cNvPr id="36" name="">
            <a:extLst xmlns:a="http://schemas.openxmlformats.org/drawingml/2006/main">
              <a:ext uri="{FF2B5EF4-FFF2-40B4-BE49-F238E27FC236}">
                <a16:creationId xmlns:a16="http://schemas.microsoft.com/office/drawing/2014/main" id="{EF2034B1-17C6-4947-8FFA-A54D7AE0E6DA}"/>
              </a:ext>
            </a:extLst>
          </p:cNvPr>
          <p:cNvSpPr>
            <a:spLocks xmlns:a="http://schemas.openxmlformats.org/drawingml/2006/main" noGrp="1"/>
          </p:cNvSpPr>
          <p:nvPr/>
        </p:nvSpPr>
        <p:spPr>
          <a:xfrm xmlns:a="http://schemas.openxmlformats.org/drawingml/2006/main">
            <a:off x="13055346" y="6191250"/>
            <a:ext cx="52387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كما</a:t>
            </a:r>
          </a:p>
        </p:txBody>
      </p:sp>
      <p:sp>
        <p:nvSpPr>
          <p:cNvPr id="37" name="">
            <a:extLst xmlns:a="http://schemas.openxmlformats.org/drawingml/2006/main">
              <a:ext uri="{FF2B5EF4-FFF2-40B4-BE49-F238E27FC236}">
                <a16:creationId xmlns:a16="http://schemas.microsoft.com/office/drawing/2014/main" id="{37350640-EEC6-44F9-A3F7-497F9836A982}"/>
              </a:ext>
            </a:extLst>
          </p:cNvPr>
          <p:cNvSpPr>
            <a:spLocks xmlns:a="http://schemas.openxmlformats.org/drawingml/2006/main" noGrp="1"/>
          </p:cNvSpPr>
          <p:nvPr/>
        </p:nvSpPr>
        <p:spPr>
          <a:xfrm xmlns:a="http://schemas.openxmlformats.org/drawingml/2006/main">
            <a:off x="11871007" y="6191250"/>
            <a:ext cx="105727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ظهرت</a:t>
            </a:r>
          </a:p>
        </p:txBody>
      </p:sp>
      <p:sp>
        <p:nvSpPr>
          <p:cNvPr id="38" name="">
            <a:extLst xmlns:a="http://schemas.openxmlformats.org/drawingml/2006/main">
              <a:ext uri="{FF2B5EF4-FFF2-40B4-BE49-F238E27FC236}">
                <a16:creationId xmlns:a16="http://schemas.microsoft.com/office/drawing/2014/main" id="{AD287B31-1669-4666-8FDD-D27064D108CE}"/>
              </a:ext>
            </a:extLst>
          </p:cNvPr>
          <p:cNvSpPr>
            <a:spLocks xmlns:a="http://schemas.openxmlformats.org/drawingml/2006/main" noGrp="1"/>
          </p:cNvSpPr>
          <p:nvPr/>
        </p:nvSpPr>
        <p:spPr>
          <a:xfrm xmlns:a="http://schemas.openxmlformats.org/drawingml/2006/main">
            <a:off x="11239119" y="6191250"/>
            <a:ext cx="50482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ولم</a:t>
            </a:r>
          </a:p>
        </p:txBody>
      </p:sp>
      <p:sp>
        <p:nvSpPr>
          <p:cNvPr id="39" name="">
            <a:extLst xmlns:a="http://schemas.openxmlformats.org/drawingml/2006/main">
              <a:ext uri="{FF2B5EF4-FFF2-40B4-BE49-F238E27FC236}">
                <a16:creationId xmlns:a16="http://schemas.microsoft.com/office/drawing/2014/main" id="{BAFE8058-5449-4EAB-B4C4-4C7E41D3205E}"/>
              </a:ext>
            </a:extLst>
          </p:cNvPr>
          <p:cNvSpPr>
            <a:spLocks xmlns:a="http://schemas.openxmlformats.org/drawingml/2006/main" noGrp="1"/>
          </p:cNvSpPr>
          <p:nvPr/>
        </p:nvSpPr>
        <p:spPr>
          <a:xfrm xmlns:a="http://schemas.openxmlformats.org/drawingml/2006/main">
            <a:off x="10378630" y="6191250"/>
            <a:ext cx="733425"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أغيّر</a:t>
            </a:r>
          </a:p>
        </p:txBody>
      </p:sp>
      <p:sp>
        <p:nvSpPr>
          <p:cNvPr id="40" name="">
            <a:extLst xmlns:a="http://schemas.openxmlformats.org/drawingml/2006/main">
              <a:ext uri="{FF2B5EF4-FFF2-40B4-BE49-F238E27FC236}">
                <a16:creationId xmlns:a16="http://schemas.microsoft.com/office/drawing/2014/main" id="{8097B17D-C78C-4228-BDE0-2D700CA4D033}"/>
              </a:ext>
            </a:extLst>
          </p:cNvPr>
          <p:cNvSpPr>
            <a:spLocks xmlns:a="http://schemas.openxmlformats.org/drawingml/2006/main" noGrp="1"/>
          </p:cNvSpPr>
          <p:nvPr/>
        </p:nvSpPr>
        <p:spPr>
          <a:xfrm xmlns:a="http://schemas.openxmlformats.org/drawingml/2006/main">
            <a:off x="9413367" y="6191250"/>
            <a:ext cx="83820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مفتاح</a:t>
            </a:r>
          </a:p>
        </p:txBody>
      </p:sp>
      <p:sp>
        <p:nvSpPr>
          <p:cNvPr id="41" name="">
            <a:extLst xmlns:a="http://schemas.openxmlformats.org/drawingml/2006/main">
              <a:ext uri="{FF2B5EF4-FFF2-40B4-BE49-F238E27FC236}">
                <a16:creationId xmlns:a16="http://schemas.microsoft.com/office/drawing/2014/main" id="{9D37CA07-91E2-4B55-8426-028530ADC44E}"/>
              </a:ext>
            </a:extLst>
          </p:cNvPr>
          <p:cNvSpPr>
            <a:spLocks xmlns:a="http://schemas.openxmlformats.org/drawingml/2006/main" noGrp="1"/>
          </p:cNvSpPr>
          <p:nvPr/>
        </p:nvSpPr>
        <p:spPr>
          <a:xfrm xmlns:a="http://schemas.openxmlformats.org/drawingml/2006/main">
            <a:off x="8086153" y="6191250"/>
            <a:ext cx="1200150" cy="70866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600" b="0">
                <a:solidFill>
                  <a:srgbClr val="12183F"/>
                </a:solidFill>
                <a:latin typeface="Arial"/>
                <a:ea typeface="Arial"/>
                <a:cs typeface="Arial"/>
              </a:defRPr>
            </a:pPr>
            <a:r>
              <a:rPr sz="3600" b="0">
                <a:solidFill>
                  <a:srgbClr val="12183F"/>
                </a:solidFill>
                <a:latin typeface="Arial"/>
                <a:ea typeface="Arial"/>
                <a:cs typeface="Arial"/>
              </a:rPr>
              <a:t>الاختبار</a:t>
            </a:r>
          </a:p>
        </p:txBody>
      </p:sp>
      <p:sp>
        <p:nvSpPr>
          <p:cNvPr id="42" name="">
            <a:extLst xmlns:a="http://schemas.openxmlformats.org/drawingml/2006/main">
              <a:ext uri="{FF2B5EF4-FFF2-40B4-BE49-F238E27FC236}">
                <a16:creationId xmlns:a16="http://schemas.microsoft.com/office/drawing/2014/main" id="{04D2573A-2DD6-41DD-9AA4-7AED2ACCFE78}"/>
              </a:ext>
            </a:extLst>
          </p:cNvPr>
          <p:cNvSpPr>
            <a:spLocks xmlns:a="http://schemas.openxmlformats.org/drawingml/2006/main" noGrp="1"/>
          </p:cNvSpPr>
          <p:nvPr/>
        </p:nvSpPr>
        <p:spPr>
          <a:xfrm xmlns:a="http://schemas.openxmlformats.org/drawingml/2006/main">
            <a:off x="16421100" y="7810500"/>
            <a:ext cx="8191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أراجع</a:t>
            </a:r>
          </a:p>
        </p:txBody>
      </p:sp>
      <p:sp>
        <p:nvSpPr>
          <p:cNvPr id="43" name="">
            <a:extLst xmlns:a="http://schemas.openxmlformats.org/drawingml/2006/main">
              <a:ext uri="{FF2B5EF4-FFF2-40B4-BE49-F238E27FC236}">
                <a16:creationId xmlns:a16="http://schemas.microsoft.com/office/drawing/2014/main" id="{1B59BFC8-087F-47EE-A622-A70A9E54D905}"/>
              </a:ext>
            </a:extLst>
          </p:cNvPr>
          <p:cNvSpPr>
            <a:spLocks xmlns:a="http://schemas.openxmlformats.org/drawingml/2006/main" noGrp="1"/>
          </p:cNvSpPr>
          <p:nvPr/>
        </p:nvSpPr>
        <p:spPr>
          <a:xfrm xmlns:a="http://schemas.openxmlformats.org/drawingml/2006/main">
            <a:off x="15440501" y="7810500"/>
            <a:ext cx="86677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الفائدة</a:t>
            </a:r>
          </a:p>
        </p:txBody>
      </p:sp>
      <p:sp>
        <p:nvSpPr>
          <p:cNvPr id="44" name="">
            <a:extLst xmlns:a="http://schemas.openxmlformats.org/drawingml/2006/main">
              <a:ext uri="{FF2B5EF4-FFF2-40B4-BE49-F238E27FC236}">
                <a16:creationId xmlns:a16="http://schemas.microsoft.com/office/drawing/2014/main" id="{7C8CA3E4-361E-4FE2-89F0-75F760CA8BD9}"/>
              </a:ext>
            </a:extLst>
          </p:cNvPr>
          <p:cNvSpPr>
            <a:spLocks xmlns:a="http://schemas.openxmlformats.org/drawingml/2006/main" noGrp="1"/>
          </p:cNvSpPr>
          <p:nvPr/>
        </p:nvSpPr>
        <p:spPr>
          <a:xfrm xmlns:a="http://schemas.openxmlformats.org/drawingml/2006/main">
            <a:off x="14040803" y="7810500"/>
            <a:ext cx="128587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للمستخدم</a:t>
            </a:r>
          </a:p>
        </p:txBody>
      </p:sp>
      <p:sp>
        <p:nvSpPr>
          <p:cNvPr id="45" name="">
            <a:extLst xmlns:a="http://schemas.openxmlformats.org/drawingml/2006/main">
              <a:ext uri="{FF2B5EF4-FFF2-40B4-BE49-F238E27FC236}">
                <a16:creationId xmlns:a16="http://schemas.microsoft.com/office/drawing/2014/main" id="{E54043FC-7DCC-404F-8D96-5D5061338E4E}"/>
              </a:ext>
            </a:extLst>
          </p:cNvPr>
          <p:cNvSpPr>
            <a:spLocks xmlns:a="http://schemas.openxmlformats.org/drawingml/2006/main" noGrp="1"/>
          </p:cNvSpPr>
          <p:nvPr/>
        </p:nvSpPr>
        <p:spPr>
          <a:xfrm xmlns:a="http://schemas.openxmlformats.org/drawingml/2006/main">
            <a:off x="12841129" y="7810500"/>
            <a:ext cx="10858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والمعنى</a:t>
            </a:r>
          </a:p>
        </p:txBody>
      </p:sp>
      <p:sp>
        <p:nvSpPr>
          <p:cNvPr id="46" name="">
            <a:extLst xmlns:a="http://schemas.openxmlformats.org/drawingml/2006/main">
              <a:ext uri="{FF2B5EF4-FFF2-40B4-BE49-F238E27FC236}">
                <a16:creationId xmlns:a16="http://schemas.microsoft.com/office/drawing/2014/main" id="{571CAC20-1E98-4B8E-A6CE-CD2CDED9C7A4}"/>
              </a:ext>
            </a:extLst>
          </p:cNvPr>
          <p:cNvSpPr>
            <a:spLocks xmlns:a="http://schemas.openxmlformats.org/drawingml/2006/main" noGrp="1"/>
          </p:cNvSpPr>
          <p:nvPr/>
        </p:nvSpPr>
        <p:spPr>
          <a:xfrm xmlns:a="http://schemas.openxmlformats.org/drawingml/2006/main">
            <a:off x="12079605" y="7810500"/>
            <a:ext cx="64770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الذي</a:t>
            </a:r>
          </a:p>
        </p:txBody>
      </p:sp>
      <p:sp>
        <p:nvSpPr>
          <p:cNvPr id="47" name="">
            <a:extLst xmlns:a="http://schemas.openxmlformats.org/drawingml/2006/main">
              <a:ext uri="{FF2B5EF4-FFF2-40B4-BE49-F238E27FC236}">
                <a16:creationId xmlns:a16="http://schemas.microsoft.com/office/drawing/2014/main" id="{A50306F5-F3D1-4888-9C52-2A90237D3685}"/>
              </a:ext>
            </a:extLst>
          </p:cNvPr>
          <p:cNvSpPr>
            <a:spLocks xmlns:a="http://schemas.openxmlformats.org/drawingml/2006/main" noGrp="1"/>
          </p:cNvSpPr>
          <p:nvPr/>
        </p:nvSpPr>
        <p:spPr>
          <a:xfrm xmlns:a="http://schemas.openxmlformats.org/drawingml/2006/main">
            <a:off x="11289506" y="7810500"/>
            <a:ext cx="67627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يثبته</a:t>
            </a:r>
          </a:p>
        </p:txBody>
      </p:sp>
      <p:sp>
        <p:nvSpPr>
          <p:cNvPr id="48" name="">
            <a:extLst xmlns:a="http://schemas.openxmlformats.org/drawingml/2006/main">
              <a:ext uri="{FF2B5EF4-FFF2-40B4-BE49-F238E27FC236}">
                <a16:creationId xmlns:a16="http://schemas.microsoft.com/office/drawing/2014/main" id="{E0A23CE6-4884-4F90-88A0-634617F4760D}"/>
              </a:ext>
            </a:extLst>
          </p:cNvPr>
          <p:cNvSpPr>
            <a:spLocks xmlns:a="http://schemas.openxmlformats.org/drawingml/2006/main" noGrp="1"/>
          </p:cNvSpPr>
          <p:nvPr/>
        </p:nvSpPr>
        <p:spPr>
          <a:xfrm xmlns:a="http://schemas.openxmlformats.org/drawingml/2006/main">
            <a:off x="10127933" y="7810500"/>
            <a:ext cx="10477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المصدر</a:t>
            </a:r>
          </a:p>
        </p:txBody>
      </p:sp>
      <p:sp>
        <p:nvSpPr>
          <p:cNvPr id="49" name="">
            <a:extLst xmlns:a="http://schemas.openxmlformats.org/drawingml/2006/main">
              <a:ext uri="{FF2B5EF4-FFF2-40B4-BE49-F238E27FC236}">
                <a16:creationId xmlns:a16="http://schemas.microsoft.com/office/drawing/2014/main" id="{527C1147-F3C2-4D84-8ADE-F4E3655D03A6}"/>
              </a:ext>
            </a:extLst>
          </p:cNvPr>
          <p:cNvSpPr>
            <a:spLocks xmlns:a="http://schemas.openxmlformats.org/drawingml/2006/main" noGrp="1"/>
          </p:cNvSpPr>
          <p:nvPr/>
        </p:nvSpPr>
        <p:spPr>
          <a:xfrm xmlns:a="http://schemas.openxmlformats.org/drawingml/2006/main">
            <a:off x="9537859" y="7810500"/>
            <a:ext cx="4762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1">
                <a:solidFill>
                  <a:srgbClr val="6150EA"/>
                </a:solidFill>
                <a:latin typeface="Arial"/>
                <a:ea typeface="Arial"/>
                <a:cs typeface="Arial"/>
              </a:defRPr>
            </a:pPr>
            <a:r>
              <a:rPr sz="3225" b="1">
                <a:solidFill>
                  <a:srgbClr val="6150EA"/>
                </a:solidFill>
                <a:latin typeface="Arial"/>
                <a:ea typeface="Arial"/>
                <a:cs typeface="Arial"/>
              </a:rPr>
              <a:t>معاً</a:t>
            </a:r>
          </a:p>
        </p:txBody>
      </p:sp>
    </p:spTree>
    <p:extLst>
      <p:ext uri="{BB962C8B-B14F-4D97-AF65-F5344CB8AC3E}">
        <p14:creationId xmlns:p14="http://schemas.microsoft.com/office/powerpoint/2010/main" val="152424473"/>
      </p:ext>
    </p:extLst>
  </p:cSld>
</p:sld>
</file>

<file path=ppt/slides/slide10.xml><?xml version="1.0" encoding="utf-8"?>
<p:sld xmlns:p="http://schemas.openxmlformats.org/presentationml/2006/main">
  <p:cSld>
    <p:bg>
      <p:bgPr>
        <a:solidFill xmlns:a="http://schemas.openxmlformats.org/drawingml/2006/main">
          <a:srgbClr val="12183F"/>
        </a:solidFill>
      </p:bgPr>
    </p:bg>
    <p:spTree>
      <p:nvGrpSpPr>
        <p:cNvPr id="1" name=""/>
        <p:cNvGrpSpPr/>
        <p:nvPr/>
      </p:nvGrpSpPr>
      <p:grpSpPr>
        <a:xfrm xmlns:a="http://schemas.openxmlformats.org/drawingml/2006/main"/>
      </p:grpSpPr>
      <p:sp>
        <p:nvSpPr>
          <p:cNvPr id="70" name="">
            <a:extLst xmlns:a="http://schemas.openxmlformats.org/drawingml/2006/main">
              <a:ext uri="{FF2B5EF4-FFF2-40B4-BE49-F238E27FC236}">
                <a16:creationId xmlns:a16="http://schemas.microsoft.com/office/drawing/2014/main" id="{2C9EF936-D5C9-43AE-BB88-2A1EFCB7122B}"/>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AC5DF"/>
                </a:solidFill>
                <a:latin typeface="Arial"/>
                <a:ea typeface="Arial"/>
                <a:cs typeface="Arial"/>
              </a:defRPr>
            </a:pPr>
            <a:r>
              <a:rPr sz="1725" b="0">
                <a:solidFill>
                  <a:srgbClr val="BAC5DF"/>
                </a:solidFill>
                <a:latin typeface="Arial"/>
                <a:ea typeface="Arial"/>
                <a:cs typeface="Arial"/>
              </a:rPr>
              <a:t>IsnadLens / 10</a:t>
            </a:r>
          </a:p>
        </p:txBody>
      </p:sp>
      <p:sp>
        <p:nvSpPr>
          <p:cNvPr id="2" name="">
            <a:extLst xmlns:a="http://schemas.openxmlformats.org/drawingml/2006/main">
              <a:ext uri="{FF2B5EF4-FFF2-40B4-BE49-F238E27FC236}">
                <a16:creationId xmlns:a16="http://schemas.microsoft.com/office/drawing/2014/main" id="{F536423A-A73A-485C-A918-6D75EB543504}"/>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A94C65F7-DB4E-4E3B-A587-3B330A4FDF47}"/>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5E50087F-6F3E-4C27-92ED-44EC9D345D5C}"/>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559CBBDB-96D2-4061-B988-58F6EC9D1709}"/>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4BD87562-C0E4-46AC-A72F-090507AC4054}"/>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2A955BD8-CC07-4201-BE88-2EC5D4170F18}"/>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BD853F1B-63A4-4C36-AA80-1D21E2064A22}"/>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D0BFC421-4FC8-4B49-B91E-649BB028E2E4}"/>
              </a:ext>
            </a:extLst>
          </p:cNvPr>
          <p:cNvSpPr>
            <a:spLocks xmlns:a="http://schemas.openxmlformats.org/drawingml/2006/main" noGrp="1"/>
          </p:cNvSpPr>
          <p:nvPr/>
        </p:nvSpPr>
        <p:spPr>
          <a:xfrm xmlns:a="http://schemas.openxmlformats.org/drawingml/2006/main">
            <a:off x="16202025" y="809625"/>
            <a:ext cx="11334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تكلفة</a:t>
            </a:r>
          </a:p>
        </p:txBody>
      </p:sp>
      <p:sp>
        <p:nvSpPr>
          <p:cNvPr id="10" name="">
            <a:extLst xmlns:a="http://schemas.openxmlformats.org/drawingml/2006/main">
              <a:ext uri="{FF2B5EF4-FFF2-40B4-BE49-F238E27FC236}">
                <a16:creationId xmlns:a16="http://schemas.microsoft.com/office/drawing/2014/main" id="{D770304C-09F3-4A9F-BFFC-92D428AD63C6}"/>
              </a:ext>
            </a:extLst>
          </p:cNvPr>
          <p:cNvSpPr>
            <a:spLocks xmlns:a="http://schemas.openxmlformats.org/drawingml/2006/main" noGrp="1"/>
          </p:cNvSpPr>
          <p:nvPr/>
        </p:nvSpPr>
        <p:spPr>
          <a:xfrm xmlns:a="http://schemas.openxmlformats.org/drawingml/2006/main">
            <a:off x="14892814" y="809625"/>
            <a:ext cx="112395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يمكن</a:t>
            </a:r>
          </a:p>
        </p:txBody>
      </p:sp>
      <p:sp>
        <p:nvSpPr>
          <p:cNvPr id="11" name="">
            <a:extLst xmlns:a="http://schemas.openxmlformats.org/drawingml/2006/main">
              <a:ext uri="{FF2B5EF4-FFF2-40B4-BE49-F238E27FC236}">
                <a16:creationId xmlns:a16="http://schemas.microsoft.com/office/drawing/2014/main" id="{86675D51-4BC9-440D-9B52-B0E303C21631}"/>
              </a:ext>
            </a:extLst>
          </p:cNvPr>
          <p:cNvSpPr>
            <a:spLocks xmlns:a="http://schemas.openxmlformats.org/drawingml/2006/main" noGrp="1"/>
          </p:cNvSpPr>
          <p:nvPr/>
        </p:nvSpPr>
        <p:spPr>
          <a:xfrm xmlns:a="http://schemas.openxmlformats.org/drawingml/2006/main">
            <a:off x="13078777" y="809625"/>
            <a:ext cx="16287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تقديرها</a:t>
            </a:r>
          </a:p>
        </p:txBody>
      </p:sp>
      <p:sp>
        <p:nvSpPr>
          <p:cNvPr id="12" name="">
            <a:extLst xmlns:a="http://schemas.openxmlformats.org/drawingml/2006/main">
              <a:ext uri="{FF2B5EF4-FFF2-40B4-BE49-F238E27FC236}">
                <a16:creationId xmlns:a16="http://schemas.microsoft.com/office/drawing/2014/main" id="{ABDD518A-0044-4CE3-B1A5-28E26F3FBB4D}"/>
              </a:ext>
            </a:extLst>
          </p:cNvPr>
          <p:cNvSpPr>
            <a:spLocks xmlns:a="http://schemas.openxmlformats.org/drawingml/2006/main" noGrp="1"/>
          </p:cNvSpPr>
          <p:nvPr/>
        </p:nvSpPr>
        <p:spPr>
          <a:xfrm xmlns:a="http://schemas.openxmlformats.org/drawingml/2006/main">
            <a:off x="10798016" y="809625"/>
            <a:ext cx="209550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FFFFFF"/>
                </a:solidFill>
                <a:latin typeface="Arial"/>
                <a:ea typeface="Arial"/>
                <a:cs typeface="Arial"/>
              </a:defRPr>
            </a:pPr>
            <a:r>
              <a:rPr sz="5250" b="1">
                <a:solidFill>
                  <a:srgbClr val="FFFFFF"/>
                </a:solidFill>
                <a:latin typeface="Arial"/>
                <a:ea typeface="Arial"/>
                <a:cs typeface="Arial"/>
              </a:rPr>
              <a:t>ومراقبتها</a:t>
            </a:r>
          </a:p>
        </p:txBody>
      </p:sp>
      <p:sp>
        <p:nvSpPr>
          <p:cNvPr id="13" name="">
            <a:extLst xmlns:a="http://schemas.openxmlformats.org/drawingml/2006/main">
              <a:ext uri="{FF2B5EF4-FFF2-40B4-BE49-F238E27FC236}">
                <a16:creationId xmlns:a16="http://schemas.microsoft.com/office/drawing/2014/main" id="{BEB88C20-4CED-441E-B06D-71E7F1A3D016}"/>
              </a:ext>
            </a:extLst>
          </p:cNvPr>
          <p:cNvSpPr>
            <a:spLocks xmlns:a="http://schemas.openxmlformats.org/drawingml/2006/main" noGrp="1"/>
          </p:cNvSpPr>
          <p:nvPr/>
        </p:nvSpPr>
        <p:spPr>
          <a:xfrm xmlns:a="http://schemas.openxmlformats.org/drawingml/2006/main">
            <a:off x="1000125" y="2619375"/>
            <a:ext cx="9810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0125" b="1">
                <a:solidFill>
                  <a:srgbClr val="2EF2C2"/>
                </a:solidFill>
                <a:latin typeface="Arial"/>
                <a:ea typeface="Arial"/>
                <a:cs typeface="Arial"/>
              </a:defRPr>
            </a:pPr>
            <a:r>
              <a:rPr sz="10125" b="1">
                <a:solidFill>
                  <a:srgbClr val="2EF2C2"/>
                </a:solidFill>
                <a:latin typeface="Arial"/>
                <a:ea typeface="Arial"/>
                <a:cs typeface="Arial"/>
              </a:rPr>
              <a:t>11–15 SAR</a:t>
            </a:r>
          </a:p>
        </p:txBody>
      </p:sp>
      <p:sp>
        <p:nvSpPr>
          <p:cNvPr id="14" name="">
            <a:extLst xmlns:a="http://schemas.openxmlformats.org/drawingml/2006/main">
              <a:ext uri="{FF2B5EF4-FFF2-40B4-BE49-F238E27FC236}">
                <a16:creationId xmlns:a16="http://schemas.microsoft.com/office/drawing/2014/main" id="{AABEA866-7807-4801-9141-BFB4275F23E8}"/>
              </a:ext>
            </a:extLst>
          </p:cNvPr>
          <p:cNvSpPr>
            <a:spLocks xmlns:a="http://schemas.openxmlformats.org/drawingml/2006/main" noGrp="1"/>
          </p:cNvSpPr>
          <p:nvPr/>
        </p:nvSpPr>
        <p:spPr>
          <a:xfrm xmlns:a="http://schemas.openxmlformats.org/drawingml/2006/main">
            <a:off x="16259175" y="2905125"/>
            <a:ext cx="600075"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FFFFFF"/>
                </a:solidFill>
                <a:latin typeface="Arial"/>
                <a:ea typeface="Arial"/>
                <a:cs typeface="Arial"/>
              </a:defRPr>
            </a:pPr>
            <a:r>
              <a:rPr sz="4050" b="1">
                <a:solidFill>
                  <a:srgbClr val="FFFFFF"/>
                </a:solidFill>
                <a:latin typeface="Arial"/>
                <a:ea typeface="Arial"/>
                <a:cs typeface="Arial"/>
              </a:rPr>
              <a:t>لكل</a:t>
            </a:r>
          </a:p>
        </p:txBody>
      </p:sp>
      <p:sp>
        <p:nvSpPr>
          <p:cNvPr id="15" name="">
            <a:extLst xmlns:a="http://schemas.openxmlformats.org/drawingml/2006/main">
              <a:ext uri="{FF2B5EF4-FFF2-40B4-BE49-F238E27FC236}">
                <a16:creationId xmlns:a16="http://schemas.microsoft.com/office/drawing/2014/main" id="{FF9FB90B-B647-424A-B6FE-198533C09C68}"/>
              </a:ext>
            </a:extLst>
          </p:cNvPr>
          <p:cNvSpPr>
            <a:spLocks xmlns:a="http://schemas.openxmlformats.org/drawingml/2006/main" noGrp="1"/>
          </p:cNvSpPr>
          <p:nvPr/>
        </p:nvSpPr>
        <p:spPr>
          <a:xfrm xmlns:a="http://schemas.openxmlformats.org/drawingml/2006/main">
            <a:off x="15487650" y="2905125"/>
            <a:ext cx="628650"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FFFFFF"/>
                </a:solidFill>
                <a:latin typeface="Arial"/>
                <a:ea typeface="Arial"/>
                <a:cs typeface="Arial"/>
              </a:defRPr>
            </a:pPr>
            <a:r>
              <a:rPr sz="4050" b="1">
                <a:solidFill>
                  <a:srgbClr val="FFFFFF"/>
                </a:solidFill>
                <a:latin typeface="Arial"/>
                <a:ea typeface="Arial"/>
                <a:cs typeface="Arial"/>
              </a:rPr>
              <a:t>مئة</a:t>
            </a:r>
          </a:p>
        </p:txBody>
      </p:sp>
      <p:sp>
        <p:nvSpPr>
          <p:cNvPr id="16" name="">
            <a:extLst xmlns:a="http://schemas.openxmlformats.org/drawingml/2006/main">
              <a:ext uri="{FF2B5EF4-FFF2-40B4-BE49-F238E27FC236}">
                <a16:creationId xmlns:a16="http://schemas.microsoft.com/office/drawing/2014/main" id="{BFED7EC9-4D1E-426D-9CC5-B991B4584DC7}"/>
              </a:ext>
            </a:extLst>
          </p:cNvPr>
          <p:cNvSpPr>
            <a:spLocks xmlns:a="http://schemas.openxmlformats.org/drawingml/2006/main" noGrp="1"/>
          </p:cNvSpPr>
          <p:nvPr/>
        </p:nvSpPr>
        <p:spPr>
          <a:xfrm xmlns:a="http://schemas.openxmlformats.org/drawingml/2006/main">
            <a:off x="14392275" y="2905125"/>
            <a:ext cx="952500"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FFFFFF"/>
                </a:solidFill>
                <a:latin typeface="Arial"/>
                <a:ea typeface="Arial"/>
                <a:cs typeface="Arial"/>
              </a:defRPr>
            </a:pPr>
            <a:r>
              <a:rPr sz="4050" b="1">
                <a:solidFill>
                  <a:srgbClr val="FFFFFF"/>
                </a:solidFill>
                <a:latin typeface="Arial"/>
                <a:ea typeface="Arial"/>
                <a:cs typeface="Arial"/>
              </a:rPr>
              <a:t>سؤال</a:t>
            </a:r>
          </a:p>
        </p:txBody>
      </p:sp>
      <p:sp>
        <p:nvSpPr>
          <p:cNvPr id="17" name="">
            <a:extLst xmlns:a="http://schemas.openxmlformats.org/drawingml/2006/main">
              <a:ext uri="{FF2B5EF4-FFF2-40B4-BE49-F238E27FC236}">
                <a16:creationId xmlns:a16="http://schemas.microsoft.com/office/drawing/2014/main" id="{1758CC7D-7C58-4938-8633-62172EC8CADE}"/>
              </a:ext>
            </a:extLst>
          </p:cNvPr>
          <p:cNvSpPr>
            <a:spLocks xmlns:a="http://schemas.openxmlformats.org/drawingml/2006/main" noGrp="1"/>
          </p:cNvSpPr>
          <p:nvPr/>
        </p:nvSpPr>
        <p:spPr>
          <a:xfrm xmlns:a="http://schemas.openxmlformats.org/drawingml/2006/main">
            <a:off x="13354050" y="2905125"/>
            <a:ext cx="895350"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FFFFFF"/>
                </a:solidFill>
                <a:latin typeface="Arial"/>
                <a:ea typeface="Arial"/>
                <a:cs typeface="Arial"/>
              </a:defRPr>
            </a:pPr>
            <a:r>
              <a:rPr sz="4050" b="1">
                <a:solidFill>
                  <a:srgbClr val="FFFFFF"/>
                </a:solidFill>
                <a:latin typeface="Arial"/>
                <a:ea typeface="Arial"/>
                <a:cs typeface="Arial"/>
              </a:rPr>
              <a:t>نصي</a:t>
            </a:r>
          </a:p>
        </p:txBody>
      </p:sp>
      <p:sp>
        <p:nvSpPr>
          <p:cNvPr id="18" name="">
            <a:extLst xmlns:a="http://schemas.openxmlformats.org/drawingml/2006/main">
              <a:ext uri="{FF2B5EF4-FFF2-40B4-BE49-F238E27FC236}">
                <a16:creationId xmlns:a16="http://schemas.microsoft.com/office/drawing/2014/main" id="{FE4A9230-5F58-4D5F-BC97-515F2F42B292}"/>
              </a:ext>
            </a:extLst>
          </p:cNvPr>
          <p:cNvSpPr>
            <a:spLocks xmlns:a="http://schemas.openxmlformats.org/drawingml/2006/main" noGrp="1"/>
          </p:cNvSpPr>
          <p:nvPr/>
        </p:nvSpPr>
        <p:spPr>
          <a:xfrm xmlns:a="http://schemas.openxmlformats.org/drawingml/2006/main">
            <a:off x="12220575" y="2905125"/>
            <a:ext cx="990600"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FFFFFF"/>
                </a:solidFill>
                <a:latin typeface="Arial"/>
                <a:ea typeface="Arial"/>
                <a:cs typeface="Arial"/>
              </a:defRPr>
            </a:pPr>
            <a:r>
              <a:rPr sz="4050" b="1">
                <a:solidFill>
                  <a:srgbClr val="FFFFFF"/>
                </a:solidFill>
                <a:latin typeface="Arial"/>
                <a:ea typeface="Arial"/>
                <a:cs typeface="Arial"/>
              </a:rPr>
              <a:t>تقريباً</a:t>
            </a:r>
          </a:p>
        </p:txBody>
      </p:sp>
      <p:sp>
        <p:nvSpPr>
          <p:cNvPr id="19" name="">
            <a:extLst xmlns:a="http://schemas.openxmlformats.org/drawingml/2006/main">
              <a:ext uri="{FF2B5EF4-FFF2-40B4-BE49-F238E27FC236}">
                <a16:creationId xmlns:a16="http://schemas.microsoft.com/office/drawing/2014/main" id="{DA4DB68B-22D9-42BF-8D41-BFB569D3248C}"/>
              </a:ext>
            </a:extLst>
          </p:cNvPr>
          <p:cNvSpPr>
            <a:spLocks xmlns:a="http://schemas.openxmlformats.org/drawingml/2006/main" noGrp="1"/>
          </p:cNvSpPr>
          <p:nvPr/>
        </p:nvSpPr>
        <p:spPr>
          <a:xfrm xmlns:a="http://schemas.openxmlformats.org/drawingml/2006/main">
            <a:off x="15830550" y="5143500"/>
            <a:ext cx="102870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استقراء</a:t>
            </a:r>
          </a:p>
        </p:txBody>
      </p:sp>
      <p:sp>
        <p:nvSpPr>
          <p:cNvPr id="20" name="">
            <a:extLst xmlns:a="http://schemas.openxmlformats.org/drawingml/2006/main">
              <a:ext uri="{FF2B5EF4-FFF2-40B4-BE49-F238E27FC236}">
                <a16:creationId xmlns:a16="http://schemas.microsoft.com/office/drawing/2014/main" id="{752432B2-4634-45AA-9039-24FA4C549802}"/>
              </a:ext>
            </a:extLst>
          </p:cNvPr>
          <p:cNvSpPr>
            <a:spLocks xmlns:a="http://schemas.openxmlformats.org/drawingml/2006/main" noGrp="1"/>
          </p:cNvSpPr>
          <p:nvPr/>
        </p:nvSpPr>
        <p:spPr>
          <a:xfrm xmlns:a="http://schemas.openxmlformats.org/drawingml/2006/main">
            <a:off x="15278576" y="5143500"/>
            <a:ext cx="4381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من</a:t>
            </a:r>
          </a:p>
        </p:txBody>
      </p:sp>
      <p:sp>
        <p:nvSpPr>
          <p:cNvPr id="21" name="">
            <a:extLst xmlns:a="http://schemas.openxmlformats.org/drawingml/2006/main">
              <a:ext uri="{FF2B5EF4-FFF2-40B4-BE49-F238E27FC236}">
                <a16:creationId xmlns:a16="http://schemas.microsoft.com/office/drawing/2014/main" id="{DB749AFF-CC54-4EFA-9F37-139785FF9FC3}"/>
              </a:ext>
            </a:extLst>
          </p:cNvPr>
          <p:cNvSpPr>
            <a:spLocks xmlns:a="http://schemas.openxmlformats.org/drawingml/2006/main" noGrp="1"/>
          </p:cNvSpPr>
          <p:nvPr/>
        </p:nvSpPr>
        <p:spPr>
          <a:xfrm xmlns:a="http://schemas.openxmlformats.org/drawingml/2006/main">
            <a:off x="14278928" y="5143500"/>
            <a:ext cx="88582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دفعتين</a:t>
            </a:r>
          </a:p>
        </p:txBody>
      </p:sp>
      <p:sp>
        <p:nvSpPr>
          <p:cNvPr id="22" name="">
            <a:extLst xmlns:a="http://schemas.openxmlformats.org/drawingml/2006/main">
              <a:ext uri="{FF2B5EF4-FFF2-40B4-BE49-F238E27FC236}">
                <a16:creationId xmlns:a16="http://schemas.microsoft.com/office/drawing/2014/main" id="{4D811A57-CA5C-4547-B3C6-C64508870DB8}"/>
              </a:ext>
            </a:extLst>
          </p:cNvPr>
          <p:cNvSpPr>
            <a:spLocks xmlns:a="http://schemas.openxmlformats.org/drawingml/2006/main" noGrp="1"/>
          </p:cNvSpPr>
          <p:nvPr/>
        </p:nvSpPr>
        <p:spPr>
          <a:xfrm xmlns:a="http://schemas.openxmlformats.org/drawingml/2006/main">
            <a:off x="13231654" y="5143500"/>
            <a:ext cx="9334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فعليتين</a:t>
            </a:r>
          </a:p>
        </p:txBody>
      </p:sp>
      <p:sp>
        <p:nvSpPr>
          <p:cNvPr id="23" name="">
            <a:extLst xmlns:a="http://schemas.openxmlformats.org/drawingml/2006/main">
              <a:ext uri="{FF2B5EF4-FFF2-40B4-BE49-F238E27FC236}">
                <a16:creationId xmlns:a16="http://schemas.microsoft.com/office/drawing/2014/main" id="{8B3775D0-2D70-43C9-8F3D-2A1233F1EBA6}"/>
              </a:ext>
            </a:extLst>
          </p:cNvPr>
          <p:cNvSpPr>
            <a:spLocks xmlns:a="http://schemas.openxmlformats.org/drawingml/2006/main" noGrp="1"/>
          </p:cNvSpPr>
          <p:nvPr/>
        </p:nvSpPr>
        <p:spPr>
          <a:xfrm xmlns:a="http://schemas.openxmlformats.org/drawingml/2006/main">
            <a:off x="12260580" y="5143500"/>
            <a:ext cx="8572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3.33</a:t>
            </a:r>
          </a:p>
        </p:txBody>
      </p:sp>
      <p:sp>
        <p:nvSpPr>
          <p:cNvPr id="24" name="">
            <a:extLst xmlns:a="http://schemas.openxmlformats.org/drawingml/2006/main">
              <a:ext uri="{FF2B5EF4-FFF2-40B4-BE49-F238E27FC236}">
                <a16:creationId xmlns:a16="http://schemas.microsoft.com/office/drawing/2014/main" id="{73C85F85-8641-42EB-B0D0-02AE227EE746}"/>
              </a:ext>
            </a:extLst>
          </p:cNvPr>
          <p:cNvSpPr>
            <a:spLocks xmlns:a="http://schemas.openxmlformats.org/drawingml/2006/main" noGrp="1"/>
          </p:cNvSpPr>
          <p:nvPr/>
        </p:nvSpPr>
        <p:spPr>
          <a:xfrm xmlns:a="http://schemas.openxmlformats.org/drawingml/2006/main">
            <a:off x="11908631" y="5143500"/>
            <a:ext cx="238125"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و</a:t>
            </a:r>
          </a:p>
        </p:txBody>
      </p:sp>
      <p:sp>
        <p:nvSpPr>
          <p:cNvPr id="25" name="">
            <a:extLst xmlns:a="http://schemas.openxmlformats.org/drawingml/2006/main">
              <a:ext uri="{FF2B5EF4-FFF2-40B4-BE49-F238E27FC236}">
                <a16:creationId xmlns:a16="http://schemas.microsoft.com/office/drawing/2014/main" id="{F249FCAD-7BC4-4B5D-A454-966DCDFBFB2B}"/>
              </a:ext>
            </a:extLst>
          </p:cNvPr>
          <p:cNvSpPr>
            <a:spLocks xmlns:a="http://schemas.openxmlformats.org/drawingml/2006/main" noGrp="1"/>
          </p:cNvSpPr>
          <p:nvPr/>
        </p:nvSpPr>
        <p:spPr>
          <a:xfrm xmlns:a="http://schemas.openxmlformats.org/drawingml/2006/main">
            <a:off x="10937558" y="5143500"/>
            <a:ext cx="8572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4.46</a:t>
            </a:r>
          </a:p>
        </p:txBody>
      </p:sp>
      <p:sp>
        <p:nvSpPr>
          <p:cNvPr id="26" name="">
            <a:extLst xmlns:a="http://schemas.openxmlformats.org/drawingml/2006/main">
              <a:ext uri="{FF2B5EF4-FFF2-40B4-BE49-F238E27FC236}">
                <a16:creationId xmlns:a16="http://schemas.microsoft.com/office/drawing/2014/main" id="{97886153-DD33-4246-BA72-54A7826BD3F2}"/>
              </a:ext>
            </a:extLst>
          </p:cNvPr>
          <p:cNvSpPr>
            <a:spLocks xmlns:a="http://schemas.openxmlformats.org/drawingml/2006/main" noGrp="1"/>
          </p:cNvSpPr>
          <p:nvPr/>
        </p:nvSpPr>
        <p:spPr>
          <a:xfrm xmlns:a="http://schemas.openxmlformats.org/drawingml/2006/main">
            <a:off x="9852184" y="5143500"/>
            <a:ext cx="9715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ريالات</a:t>
            </a:r>
          </a:p>
        </p:txBody>
      </p:sp>
      <p:sp>
        <p:nvSpPr>
          <p:cNvPr id="27" name="">
            <a:extLst xmlns:a="http://schemas.openxmlformats.org/drawingml/2006/main">
              <a:ext uri="{FF2B5EF4-FFF2-40B4-BE49-F238E27FC236}">
                <a16:creationId xmlns:a16="http://schemas.microsoft.com/office/drawing/2014/main" id="{2175E0D7-4C04-49FD-B96D-40D9D591F90A}"/>
              </a:ext>
            </a:extLst>
          </p:cNvPr>
          <p:cNvSpPr>
            <a:spLocks xmlns:a="http://schemas.openxmlformats.org/drawingml/2006/main" noGrp="1"/>
          </p:cNvSpPr>
          <p:nvPr/>
        </p:nvSpPr>
        <p:spPr>
          <a:xfrm xmlns:a="http://schemas.openxmlformats.org/drawingml/2006/main">
            <a:off x="9224010" y="5143500"/>
            <a:ext cx="5143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لكل</a:t>
            </a:r>
          </a:p>
        </p:txBody>
      </p:sp>
      <p:sp>
        <p:nvSpPr>
          <p:cNvPr id="28" name="">
            <a:extLst xmlns:a="http://schemas.openxmlformats.org/drawingml/2006/main">
              <a:ext uri="{FF2B5EF4-FFF2-40B4-BE49-F238E27FC236}">
                <a16:creationId xmlns:a16="http://schemas.microsoft.com/office/drawing/2014/main" id="{D68779F7-EF41-4EA3-BEA6-9928A19D123A}"/>
              </a:ext>
            </a:extLst>
          </p:cNvPr>
          <p:cNvSpPr>
            <a:spLocks xmlns:a="http://schemas.openxmlformats.org/drawingml/2006/main" noGrp="1"/>
          </p:cNvSpPr>
          <p:nvPr/>
        </p:nvSpPr>
        <p:spPr>
          <a:xfrm xmlns:a="http://schemas.openxmlformats.org/drawingml/2006/main">
            <a:off x="8595836" y="5143500"/>
            <a:ext cx="51435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30</a:t>
            </a:r>
          </a:p>
        </p:txBody>
      </p:sp>
      <p:sp>
        <p:nvSpPr>
          <p:cNvPr id="29" name="">
            <a:extLst xmlns:a="http://schemas.openxmlformats.org/drawingml/2006/main">
              <a:ext uri="{FF2B5EF4-FFF2-40B4-BE49-F238E27FC236}">
                <a16:creationId xmlns:a16="http://schemas.microsoft.com/office/drawing/2014/main" id="{8ABD025D-36DF-4619-97AC-7B4435FDB2EF}"/>
              </a:ext>
            </a:extLst>
          </p:cNvPr>
          <p:cNvSpPr>
            <a:spLocks xmlns:a="http://schemas.openxmlformats.org/drawingml/2006/main" noGrp="1"/>
          </p:cNvSpPr>
          <p:nvPr/>
        </p:nvSpPr>
        <p:spPr>
          <a:xfrm xmlns:a="http://schemas.openxmlformats.org/drawingml/2006/main">
            <a:off x="7720013" y="5143500"/>
            <a:ext cx="762000" cy="63484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225" b="0">
                <a:solidFill>
                  <a:srgbClr val="FFFFFF"/>
                </a:solidFill>
                <a:latin typeface="Arial"/>
                <a:ea typeface="Arial"/>
                <a:cs typeface="Arial"/>
              </a:defRPr>
            </a:pPr>
            <a:r>
              <a:rPr sz="3225" b="0">
                <a:solidFill>
                  <a:srgbClr val="FFFFFF"/>
                </a:solidFill>
                <a:latin typeface="Arial"/>
                <a:ea typeface="Arial"/>
                <a:cs typeface="Arial"/>
              </a:rPr>
              <a:t>سؤالاً</a:t>
            </a:r>
          </a:p>
        </p:txBody>
      </p:sp>
      <p:sp>
        <p:nvSpPr>
          <p:cNvPr id="30" name="">
            <a:extLst xmlns:a="http://schemas.openxmlformats.org/drawingml/2006/main">
              <a:ext uri="{FF2B5EF4-FFF2-40B4-BE49-F238E27FC236}">
                <a16:creationId xmlns:a16="http://schemas.microsoft.com/office/drawing/2014/main" id="{9D274D57-477D-4483-AE1C-3CC2467D2A3F}"/>
              </a:ext>
            </a:extLst>
          </p:cNvPr>
          <p:cNvSpPr>
            <a:spLocks xmlns:a="http://schemas.openxmlformats.org/drawingml/2006/main" noGrp="1"/>
          </p:cNvSpPr>
          <p:nvPr/>
        </p:nvSpPr>
        <p:spPr>
          <a:xfrm xmlns:a="http://schemas.openxmlformats.org/drawingml/2006/main">
            <a:off x="16106775" y="6286500"/>
            <a:ext cx="752475" cy="5757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925" b="0">
                <a:solidFill>
                  <a:srgbClr val="FFFFFF"/>
                </a:solidFill>
                <a:latin typeface="Arial"/>
                <a:ea typeface="Arial"/>
                <a:cs typeface="Arial"/>
              </a:defRPr>
            </a:pPr>
            <a:r>
              <a:rPr sz="2925" b="0">
                <a:solidFill>
                  <a:srgbClr val="FFFFFF"/>
                </a:solidFill>
                <a:latin typeface="Arial"/>
                <a:ea typeface="Arial"/>
                <a:cs typeface="Arial"/>
              </a:rPr>
              <a:t>الخادم</a:t>
            </a:r>
          </a:p>
        </p:txBody>
      </p:sp>
      <p:sp>
        <p:nvSpPr>
          <p:cNvPr id="31" name="">
            <a:extLst xmlns:a="http://schemas.openxmlformats.org/drawingml/2006/main">
              <a:ext uri="{FF2B5EF4-FFF2-40B4-BE49-F238E27FC236}">
                <a16:creationId xmlns:a16="http://schemas.microsoft.com/office/drawing/2014/main" id="{C4E9E094-48A7-4E72-90AC-4CA9FC214271}"/>
              </a:ext>
            </a:extLst>
          </p:cNvPr>
          <p:cNvSpPr>
            <a:spLocks xmlns:a="http://schemas.openxmlformats.org/drawingml/2006/main" noGrp="1"/>
          </p:cNvSpPr>
          <p:nvPr/>
        </p:nvSpPr>
        <p:spPr>
          <a:xfrm xmlns:a="http://schemas.openxmlformats.org/drawingml/2006/main">
            <a:off x="15089124" y="6286500"/>
            <a:ext cx="914400" cy="5757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925" b="0">
                <a:solidFill>
                  <a:srgbClr val="FFFFFF"/>
                </a:solidFill>
                <a:latin typeface="Arial"/>
                <a:ea typeface="Arial"/>
                <a:cs typeface="Arial"/>
              </a:defRPr>
            </a:pPr>
            <a:r>
              <a:rPr sz="2925" b="0">
                <a:solidFill>
                  <a:srgbClr val="FFFFFF"/>
                </a:solidFill>
                <a:latin typeface="Arial"/>
                <a:ea typeface="Arial"/>
                <a:cs typeface="Arial"/>
              </a:rPr>
              <a:t>المختار</a:t>
            </a:r>
          </a:p>
        </p:txBody>
      </p:sp>
      <p:sp>
        <p:nvSpPr>
          <p:cNvPr id="32" name="">
            <a:extLst xmlns:a="http://schemas.openxmlformats.org/drawingml/2006/main">
              <a:ext uri="{FF2B5EF4-FFF2-40B4-BE49-F238E27FC236}">
                <a16:creationId xmlns:a16="http://schemas.microsoft.com/office/drawing/2014/main" id="{A3EACD94-E041-479B-B6FA-463CFC3BA032}"/>
              </a:ext>
            </a:extLst>
          </p:cNvPr>
          <p:cNvSpPr>
            <a:spLocks xmlns:a="http://schemas.openxmlformats.org/drawingml/2006/main" noGrp="1"/>
          </p:cNvSpPr>
          <p:nvPr/>
        </p:nvSpPr>
        <p:spPr>
          <a:xfrm xmlns:a="http://schemas.openxmlformats.org/drawingml/2006/main">
            <a:off x="14290548" y="6286500"/>
            <a:ext cx="695325" cy="5757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925" b="0">
                <a:solidFill>
                  <a:srgbClr val="FFFFFF"/>
                </a:solidFill>
                <a:latin typeface="Arial"/>
                <a:ea typeface="Arial"/>
                <a:cs typeface="Arial"/>
              </a:defRPr>
            </a:pPr>
            <a:r>
              <a:rPr sz="2925" b="0">
                <a:solidFill>
                  <a:srgbClr val="FFFFFF"/>
                </a:solidFill>
                <a:latin typeface="Arial"/>
                <a:ea typeface="Arial"/>
                <a:cs typeface="Arial"/>
              </a:rPr>
              <a:t>سعره</a:t>
            </a:r>
          </a:p>
        </p:txBody>
      </p:sp>
      <p:sp>
        <p:nvSpPr>
          <p:cNvPr id="33" name="">
            <a:extLst xmlns:a="http://schemas.openxmlformats.org/drawingml/2006/main">
              <a:ext uri="{FF2B5EF4-FFF2-40B4-BE49-F238E27FC236}">
                <a16:creationId xmlns:a16="http://schemas.microsoft.com/office/drawing/2014/main" id="{99AA4817-6B4F-4619-8838-70D2BC3889DD}"/>
              </a:ext>
            </a:extLst>
          </p:cNvPr>
          <p:cNvSpPr>
            <a:spLocks xmlns:a="http://schemas.openxmlformats.org/drawingml/2006/main" noGrp="1"/>
          </p:cNvSpPr>
          <p:nvPr/>
        </p:nvSpPr>
        <p:spPr>
          <a:xfrm xmlns:a="http://schemas.openxmlformats.org/drawingml/2006/main">
            <a:off x="13149072" y="6286500"/>
            <a:ext cx="1038225" cy="5757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925" b="0">
                <a:solidFill>
                  <a:srgbClr val="FFFFFF"/>
                </a:solidFill>
                <a:latin typeface="Arial"/>
                <a:ea typeface="Arial"/>
                <a:cs typeface="Arial"/>
              </a:defRPr>
            </a:pPr>
            <a:r>
              <a:rPr sz="2925" b="0">
                <a:solidFill>
                  <a:srgbClr val="FFFFFF"/>
                </a:solidFill>
                <a:latin typeface="Arial"/>
                <a:ea typeface="Arial"/>
                <a:cs typeface="Arial"/>
              </a:rPr>
              <a:t>الأساسي</a:t>
            </a:r>
          </a:p>
        </p:txBody>
      </p:sp>
      <p:sp>
        <p:nvSpPr>
          <p:cNvPr id="34" name="">
            <a:extLst xmlns:a="http://schemas.openxmlformats.org/drawingml/2006/main">
              <a:ext uri="{FF2B5EF4-FFF2-40B4-BE49-F238E27FC236}">
                <a16:creationId xmlns:a16="http://schemas.microsoft.com/office/drawing/2014/main" id="{56744300-A4E5-4E67-87DC-9B906D66B759}"/>
              </a:ext>
            </a:extLst>
          </p:cNvPr>
          <p:cNvSpPr>
            <a:spLocks xmlns:a="http://schemas.openxmlformats.org/drawingml/2006/main" noGrp="1"/>
          </p:cNvSpPr>
          <p:nvPr/>
        </p:nvSpPr>
        <p:spPr>
          <a:xfrm xmlns:a="http://schemas.openxmlformats.org/drawingml/2006/main">
            <a:off x="12569571" y="6286500"/>
            <a:ext cx="476250" cy="5757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925" b="0">
                <a:solidFill>
                  <a:srgbClr val="FFFFFF"/>
                </a:solidFill>
                <a:latin typeface="Arial"/>
                <a:ea typeface="Arial"/>
                <a:cs typeface="Arial"/>
              </a:defRPr>
            </a:pPr>
            <a:r>
              <a:rPr sz="2925" b="0">
                <a:solidFill>
                  <a:srgbClr val="FFFFFF"/>
                </a:solidFill>
                <a:latin typeface="Arial"/>
                <a:ea typeface="Arial"/>
                <a:cs typeface="Arial"/>
              </a:rPr>
              <a:t>24</a:t>
            </a:r>
          </a:p>
        </p:txBody>
      </p:sp>
      <p:sp>
        <p:nvSpPr>
          <p:cNvPr id="35" name="">
            <a:extLst xmlns:a="http://schemas.openxmlformats.org/drawingml/2006/main">
              <a:ext uri="{FF2B5EF4-FFF2-40B4-BE49-F238E27FC236}">
                <a16:creationId xmlns:a16="http://schemas.microsoft.com/office/drawing/2014/main" id="{EFF9FF72-74C2-4906-ABDE-63889044BFFC}"/>
              </a:ext>
            </a:extLst>
          </p:cNvPr>
          <p:cNvSpPr>
            <a:spLocks xmlns:a="http://schemas.openxmlformats.org/drawingml/2006/main" noGrp="1"/>
          </p:cNvSpPr>
          <p:nvPr/>
        </p:nvSpPr>
        <p:spPr>
          <a:xfrm xmlns:a="http://schemas.openxmlformats.org/drawingml/2006/main">
            <a:off x="11656695" y="6286500"/>
            <a:ext cx="809625" cy="5757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925" b="0">
                <a:solidFill>
                  <a:srgbClr val="FFFFFF"/>
                </a:solidFill>
                <a:latin typeface="Arial"/>
                <a:ea typeface="Arial"/>
                <a:cs typeface="Arial"/>
              </a:defRPr>
            </a:pPr>
            <a:r>
              <a:rPr sz="2925" b="0">
                <a:solidFill>
                  <a:srgbClr val="FFFFFF"/>
                </a:solidFill>
                <a:latin typeface="Arial"/>
                <a:ea typeface="Arial"/>
                <a:cs typeface="Arial"/>
              </a:rPr>
              <a:t>دولاراً</a:t>
            </a:r>
          </a:p>
        </p:txBody>
      </p:sp>
      <p:sp>
        <p:nvSpPr>
          <p:cNvPr id="36" name="">
            <a:extLst xmlns:a="http://schemas.openxmlformats.org/drawingml/2006/main">
              <a:ext uri="{FF2B5EF4-FFF2-40B4-BE49-F238E27FC236}">
                <a16:creationId xmlns:a16="http://schemas.microsoft.com/office/drawing/2014/main" id="{177E8AF4-4BF3-4751-8D97-B33BFAFE9A72}"/>
              </a:ext>
            </a:extLst>
          </p:cNvPr>
          <p:cNvSpPr>
            <a:spLocks xmlns:a="http://schemas.openxmlformats.org/drawingml/2006/main" noGrp="1"/>
          </p:cNvSpPr>
          <p:nvPr/>
        </p:nvSpPr>
        <p:spPr>
          <a:xfrm xmlns:a="http://schemas.openxmlformats.org/drawingml/2006/main">
            <a:off x="10791444" y="6286500"/>
            <a:ext cx="762000" cy="57578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925" b="0">
                <a:solidFill>
                  <a:srgbClr val="FFFFFF"/>
                </a:solidFill>
                <a:latin typeface="Arial"/>
                <a:ea typeface="Arial"/>
                <a:cs typeface="Arial"/>
              </a:defRPr>
            </a:pPr>
            <a:r>
              <a:rPr sz="2925" b="0">
                <a:solidFill>
                  <a:srgbClr val="FFFFFF"/>
                </a:solidFill>
                <a:latin typeface="Arial"/>
                <a:ea typeface="Arial"/>
                <a:cs typeface="Arial"/>
              </a:rPr>
              <a:t>شهرياً</a:t>
            </a:r>
          </a:p>
        </p:txBody>
      </p:sp>
      <p:sp>
        <p:nvSpPr>
          <p:cNvPr id="37" name="">
            <a:extLst xmlns:a="http://schemas.openxmlformats.org/drawingml/2006/main">
              <a:ext uri="{FF2B5EF4-FFF2-40B4-BE49-F238E27FC236}">
                <a16:creationId xmlns:a16="http://schemas.microsoft.com/office/drawing/2014/main" id="{BA48F033-5E48-40EB-9667-2A908A3F2D6B}"/>
              </a:ext>
            </a:extLst>
          </p:cNvPr>
          <p:cNvSpPr>
            <a:spLocks xmlns:a="http://schemas.openxmlformats.org/drawingml/2006/main" noGrp="1"/>
          </p:cNvSpPr>
          <p:nvPr/>
        </p:nvSpPr>
        <p:spPr>
          <a:xfrm xmlns:a="http://schemas.openxmlformats.org/drawingml/2006/main">
            <a:off x="16182975" y="7096125"/>
            <a:ext cx="67627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تغطيه</a:t>
            </a:r>
          </a:p>
        </p:txBody>
      </p:sp>
      <p:sp>
        <p:nvSpPr>
          <p:cNvPr id="38" name="">
            <a:extLst xmlns:a="http://schemas.openxmlformats.org/drawingml/2006/main">
              <a:ext uri="{FF2B5EF4-FFF2-40B4-BE49-F238E27FC236}">
                <a16:creationId xmlns:a16="http://schemas.microsoft.com/office/drawing/2014/main" id="{9B9A9AEE-2DD2-42C8-A403-CCC5D9819DCD}"/>
              </a:ext>
            </a:extLst>
          </p:cNvPr>
          <p:cNvSpPr>
            <a:spLocks xmlns:a="http://schemas.openxmlformats.org/drawingml/2006/main" noGrp="1"/>
          </p:cNvSpPr>
          <p:nvPr/>
        </p:nvSpPr>
        <p:spPr>
          <a:xfrm xmlns:a="http://schemas.openxmlformats.org/drawingml/2006/main">
            <a:off x="15309342" y="7096125"/>
            <a:ext cx="78105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أرصدة</a:t>
            </a:r>
          </a:p>
        </p:txBody>
      </p:sp>
      <p:sp>
        <p:nvSpPr>
          <p:cNvPr id="39" name="">
            <a:extLst xmlns:a="http://schemas.openxmlformats.org/drawingml/2006/main">
              <a:ext uri="{FF2B5EF4-FFF2-40B4-BE49-F238E27FC236}">
                <a16:creationId xmlns:a16="http://schemas.microsoft.com/office/drawing/2014/main" id="{30FB5EE8-4250-4CF3-8A75-5C0F0E1F5AFC}"/>
              </a:ext>
            </a:extLst>
          </p:cNvPr>
          <p:cNvSpPr>
            <a:spLocks xmlns:a="http://schemas.openxmlformats.org/drawingml/2006/main" noGrp="1"/>
          </p:cNvSpPr>
          <p:nvPr/>
        </p:nvSpPr>
        <p:spPr>
          <a:xfrm xmlns:a="http://schemas.openxmlformats.org/drawingml/2006/main">
            <a:off x="14330934" y="7096125"/>
            <a:ext cx="88582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التسجيل</a:t>
            </a:r>
          </a:p>
        </p:txBody>
      </p:sp>
      <p:sp>
        <p:nvSpPr>
          <p:cNvPr id="40" name="">
            <a:extLst xmlns:a="http://schemas.openxmlformats.org/drawingml/2006/main">
              <a:ext uri="{FF2B5EF4-FFF2-40B4-BE49-F238E27FC236}">
                <a16:creationId xmlns:a16="http://schemas.microsoft.com/office/drawing/2014/main" id="{E7E37580-AA3C-4ACA-BB7B-7DC89F19AE5F}"/>
              </a:ext>
            </a:extLst>
          </p:cNvPr>
          <p:cNvSpPr>
            <a:spLocks xmlns:a="http://schemas.openxmlformats.org/drawingml/2006/main" noGrp="1"/>
          </p:cNvSpPr>
          <p:nvPr/>
        </p:nvSpPr>
        <p:spPr>
          <a:xfrm xmlns:a="http://schemas.openxmlformats.org/drawingml/2006/main">
            <a:off x="12923901" y="7096125"/>
            <a:ext cx="131445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ومشروعات</a:t>
            </a:r>
          </a:p>
        </p:txBody>
      </p:sp>
      <p:sp>
        <p:nvSpPr>
          <p:cNvPr id="41" name="">
            <a:extLst xmlns:a="http://schemas.openxmlformats.org/drawingml/2006/main">
              <a:ext uri="{FF2B5EF4-FFF2-40B4-BE49-F238E27FC236}">
                <a16:creationId xmlns:a16="http://schemas.microsoft.com/office/drawing/2014/main" id="{DD71DBFE-2477-49B8-B43D-071D694577D6}"/>
              </a:ext>
            </a:extLst>
          </p:cNvPr>
          <p:cNvSpPr>
            <a:spLocks xmlns:a="http://schemas.openxmlformats.org/drawingml/2006/main" noGrp="1"/>
          </p:cNvSpPr>
          <p:nvPr/>
        </p:nvSpPr>
        <p:spPr>
          <a:xfrm xmlns:a="http://schemas.openxmlformats.org/drawingml/2006/main">
            <a:off x="12221718" y="7096125"/>
            <a:ext cx="60960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سابقة</a:t>
            </a:r>
          </a:p>
        </p:txBody>
      </p:sp>
      <p:sp>
        <p:nvSpPr>
          <p:cNvPr id="42" name="">
            <a:extLst xmlns:a="http://schemas.openxmlformats.org/drawingml/2006/main">
              <a:ext uri="{FF2B5EF4-FFF2-40B4-BE49-F238E27FC236}">
                <a16:creationId xmlns:a16="http://schemas.microsoft.com/office/drawing/2014/main" id="{298BA86E-85F2-4A24-9383-9C55356288E3}"/>
              </a:ext>
            </a:extLst>
          </p:cNvPr>
          <p:cNvSpPr>
            <a:spLocks xmlns:a="http://schemas.openxmlformats.org/drawingml/2006/main" noGrp="1"/>
          </p:cNvSpPr>
          <p:nvPr/>
        </p:nvSpPr>
        <p:spPr>
          <a:xfrm xmlns:a="http://schemas.openxmlformats.org/drawingml/2006/main">
            <a:off x="11881485" y="7096125"/>
            <a:ext cx="24765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لم</a:t>
            </a:r>
          </a:p>
        </p:txBody>
      </p:sp>
      <p:sp>
        <p:nvSpPr>
          <p:cNvPr id="43" name="">
            <a:extLst xmlns:a="http://schemas.openxmlformats.org/drawingml/2006/main">
              <a:ext uri="{FF2B5EF4-FFF2-40B4-BE49-F238E27FC236}">
                <a16:creationId xmlns:a16="http://schemas.microsoft.com/office/drawing/2014/main" id="{A8298019-A694-40D7-ACA8-85F73D6EEE92}"/>
              </a:ext>
            </a:extLst>
          </p:cNvPr>
          <p:cNvSpPr>
            <a:spLocks xmlns:a="http://schemas.openxmlformats.org/drawingml/2006/main" noGrp="1"/>
          </p:cNvSpPr>
          <p:nvPr/>
        </p:nvSpPr>
        <p:spPr>
          <a:xfrm xmlns:a="http://schemas.openxmlformats.org/drawingml/2006/main">
            <a:off x="11303127" y="7096125"/>
            <a:ext cx="48577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أدفع</a:t>
            </a:r>
          </a:p>
        </p:txBody>
      </p:sp>
      <p:sp>
        <p:nvSpPr>
          <p:cNvPr id="44" name="">
            <a:extLst xmlns:a="http://schemas.openxmlformats.org/drawingml/2006/main">
              <a:ext uri="{FF2B5EF4-FFF2-40B4-BE49-F238E27FC236}">
                <a16:creationId xmlns:a16="http://schemas.microsoft.com/office/drawing/2014/main" id="{8372D19D-CD81-4F0E-A38C-BDED75CF6115}"/>
              </a:ext>
            </a:extLst>
          </p:cNvPr>
          <p:cNvSpPr>
            <a:spLocks xmlns:a="http://schemas.openxmlformats.org/drawingml/2006/main" noGrp="1"/>
          </p:cNvSpPr>
          <p:nvPr/>
        </p:nvSpPr>
        <p:spPr>
          <a:xfrm xmlns:a="http://schemas.openxmlformats.org/drawingml/2006/main">
            <a:off x="10048494" y="7096125"/>
            <a:ext cx="116205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للاستضافة</a:t>
            </a:r>
          </a:p>
        </p:txBody>
      </p:sp>
      <p:sp>
        <p:nvSpPr>
          <p:cNvPr id="45" name="">
            <a:extLst xmlns:a="http://schemas.openxmlformats.org/drawingml/2006/main">
              <a:ext uri="{FF2B5EF4-FFF2-40B4-BE49-F238E27FC236}">
                <a16:creationId xmlns:a16="http://schemas.microsoft.com/office/drawing/2014/main" id="{229E97B4-5088-4334-81D9-E3FDEA62B028}"/>
              </a:ext>
            </a:extLst>
          </p:cNvPr>
          <p:cNvSpPr>
            <a:spLocks xmlns:a="http://schemas.openxmlformats.org/drawingml/2006/main" noGrp="1"/>
          </p:cNvSpPr>
          <p:nvPr/>
        </p:nvSpPr>
        <p:spPr>
          <a:xfrm xmlns:a="http://schemas.openxmlformats.org/drawingml/2006/main">
            <a:off x="9584436" y="7096125"/>
            <a:ext cx="37147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من</a:t>
            </a:r>
          </a:p>
        </p:txBody>
      </p:sp>
      <p:sp>
        <p:nvSpPr>
          <p:cNvPr id="46" name="">
            <a:extLst xmlns:a="http://schemas.openxmlformats.org/drawingml/2006/main">
              <a:ext uri="{FF2B5EF4-FFF2-40B4-BE49-F238E27FC236}">
                <a16:creationId xmlns:a16="http://schemas.microsoft.com/office/drawing/2014/main" id="{DE375063-14F8-44B8-ADE4-F8CDA0DD192E}"/>
              </a:ext>
            </a:extLst>
          </p:cNvPr>
          <p:cNvSpPr>
            <a:spLocks xmlns:a="http://schemas.openxmlformats.org/drawingml/2006/main" noGrp="1"/>
          </p:cNvSpPr>
          <p:nvPr/>
        </p:nvSpPr>
        <p:spPr>
          <a:xfrm xmlns:a="http://schemas.openxmlformats.org/drawingml/2006/main">
            <a:off x="8958453" y="7096125"/>
            <a:ext cx="53340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مالي</a:t>
            </a:r>
          </a:p>
        </p:txBody>
      </p:sp>
      <p:sp>
        <p:nvSpPr>
          <p:cNvPr id="47" name="">
            <a:extLst xmlns:a="http://schemas.openxmlformats.org/drawingml/2006/main">
              <a:ext uri="{FF2B5EF4-FFF2-40B4-BE49-F238E27FC236}">
                <a16:creationId xmlns:a16="http://schemas.microsoft.com/office/drawing/2014/main" id="{24520CE5-5506-483C-8164-1AD860329E73}"/>
              </a:ext>
            </a:extLst>
          </p:cNvPr>
          <p:cNvSpPr>
            <a:spLocks xmlns:a="http://schemas.openxmlformats.org/drawingml/2006/main" noGrp="1"/>
          </p:cNvSpPr>
          <p:nvPr/>
        </p:nvSpPr>
        <p:spPr>
          <a:xfrm xmlns:a="http://schemas.openxmlformats.org/drawingml/2006/main">
            <a:off x="8351520" y="7096125"/>
            <a:ext cx="514350"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حتى</a:t>
            </a:r>
          </a:p>
        </p:txBody>
      </p:sp>
      <p:sp>
        <p:nvSpPr>
          <p:cNvPr id="48" name="">
            <a:extLst xmlns:a="http://schemas.openxmlformats.org/drawingml/2006/main">
              <a:ext uri="{FF2B5EF4-FFF2-40B4-BE49-F238E27FC236}">
                <a16:creationId xmlns:a16="http://schemas.microsoft.com/office/drawing/2014/main" id="{27A422F9-EC7E-4A2B-8435-579EA821296D}"/>
              </a:ext>
            </a:extLst>
          </p:cNvPr>
          <p:cNvSpPr>
            <a:spLocks xmlns:a="http://schemas.openxmlformats.org/drawingml/2006/main" noGrp="1"/>
          </p:cNvSpPr>
          <p:nvPr/>
        </p:nvSpPr>
        <p:spPr>
          <a:xfrm xmlns:a="http://schemas.openxmlformats.org/drawingml/2006/main">
            <a:off x="7773162" y="7096125"/>
            <a:ext cx="485775" cy="51673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625" b="0">
                <a:solidFill>
                  <a:srgbClr val="2EF2C2"/>
                </a:solidFill>
                <a:latin typeface="Arial"/>
                <a:ea typeface="Arial"/>
                <a:cs typeface="Arial"/>
              </a:defRPr>
            </a:pPr>
            <a:r>
              <a:rPr sz="2625" b="0">
                <a:solidFill>
                  <a:srgbClr val="2EF2C2"/>
                </a:solidFill>
                <a:latin typeface="Arial"/>
                <a:ea typeface="Arial"/>
                <a:cs typeface="Arial"/>
              </a:rPr>
              <a:t>الآن</a:t>
            </a:r>
          </a:p>
        </p:txBody>
      </p:sp>
      <p:sp>
        <p:nvSpPr>
          <p:cNvPr id="49" name="">
            <a:extLst xmlns:a="http://schemas.openxmlformats.org/drawingml/2006/main">
              <a:ext uri="{FF2B5EF4-FFF2-40B4-BE49-F238E27FC236}">
                <a16:creationId xmlns:a16="http://schemas.microsoft.com/office/drawing/2014/main" id="{8B09ED29-720D-45FC-B8C7-4A9C3EADA1B6}"/>
              </a:ext>
            </a:extLst>
          </p:cNvPr>
          <p:cNvSpPr>
            <a:spLocks xmlns:a="http://schemas.openxmlformats.org/drawingml/2006/main" noGrp="1"/>
          </p:cNvSpPr>
          <p:nvPr/>
        </p:nvSpPr>
        <p:spPr>
          <a:xfrm xmlns:a="http://schemas.openxmlformats.org/drawingml/2006/main">
            <a:off x="16335375" y="8086725"/>
            <a:ext cx="52387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تقدير</a:t>
            </a:r>
          </a:p>
        </p:txBody>
      </p:sp>
      <p:sp>
        <p:nvSpPr>
          <p:cNvPr id="50" name="">
            <a:extLst xmlns:a="http://schemas.openxmlformats.org/drawingml/2006/main">
              <a:ext uri="{FF2B5EF4-FFF2-40B4-BE49-F238E27FC236}">
                <a16:creationId xmlns:a16="http://schemas.microsoft.com/office/drawing/2014/main" id="{079F90B8-E477-4657-96D0-50B80014B269}"/>
              </a:ext>
            </a:extLst>
          </p:cNvPr>
          <p:cNvSpPr>
            <a:spLocks xmlns:a="http://schemas.openxmlformats.org/drawingml/2006/main" noGrp="1"/>
          </p:cNvSpPr>
          <p:nvPr/>
        </p:nvSpPr>
        <p:spPr>
          <a:xfrm xmlns:a="http://schemas.openxmlformats.org/drawingml/2006/main">
            <a:off x="15668625" y="8086725"/>
            <a:ext cx="5810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لسجل</a:t>
            </a:r>
          </a:p>
        </p:txBody>
      </p:sp>
      <p:sp>
        <p:nvSpPr>
          <p:cNvPr id="51" name="">
            <a:extLst xmlns:a="http://schemas.openxmlformats.org/drawingml/2006/main">
              <a:ext uri="{FF2B5EF4-FFF2-40B4-BE49-F238E27FC236}">
                <a16:creationId xmlns:a16="http://schemas.microsoft.com/office/drawing/2014/main" id="{73A4F089-E4BB-4D56-BFD9-707696615984}"/>
              </a:ext>
            </a:extLst>
          </p:cNvPr>
          <p:cNvSpPr>
            <a:spLocks xmlns:a="http://schemas.openxmlformats.org/drawingml/2006/main" noGrp="1"/>
          </p:cNvSpPr>
          <p:nvPr/>
        </p:nvSpPr>
        <p:spPr>
          <a:xfrm xmlns:a="http://schemas.openxmlformats.org/drawingml/2006/main">
            <a:off x="14811375" y="8086725"/>
            <a:ext cx="7715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استخدام</a:t>
            </a:r>
          </a:p>
        </p:txBody>
      </p:sp>
      <p:sp>
        <p:nvSpPr>
          <p:cNvPr id="52" name="">
            <a:extLst xmlns:a="http://schemas.openxmlformats.org/drawingml/2006/main">
              <a:ext uri="{FF2B5EF4-FFF2-40B4-BE49-F238E27FC236}">
                <a16:creationId xmlns:a16="http://schemas.microsoft.com/office/drawing/2014/main" id="{627D9F55-BA42-4548-8485-17785DBB2681}"/>
              </a:ext>
            </a:extLst>
          </p:cNvPr>
          <p:cNvSpPr>
            <a:spLocks xmlns:a="http://schemas.openxmlformats.org/drawingml/2006/main" noGrp="1"/>
          </p:cNvSpPr>
          <p:nvPr/>
        </p:nvSpPr>
        <p:spPr>
          <a:xfrm xmlns:a="http://schemas.openxmlformats.org/drawingml/2006/main">
            <a:off x="14020800" y="8086725"/>
            <a:ext cx="70485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النماذج</a:t>
            </a:r>
          </a:p>
        </p:txBody>
      </p:sp>
      <p:sp>
        <p:nvSpPr>
          <p:cNvPr id="53" name="">
            <a:extLst xmlns:a="http://schemas.openxmlformats.org/drawingml/2006/main">
              <a:ext uri="{FF2B5EF4-FFF2-40B4-BE49-F238E27FC236}">
                <a16:creationId xmlns:a16="http://schemas.microsoft.com/office/drawing/2014/main" id="{761755AD-A9D4-4BA8-A68E-6ACC40630CAD}"/>
              </a:ext>
            </a:extLst>
          </p:cNvPr>
          <p:cNvSpPr>
            <a:spLocks xmlns:a="http://schemas.openxmlformats.org/drawingml/2006/main" noGrp="1"/>
          </p:cNvSpPr>
          <p:nvPr/>
        </p:nvSpPr>
        <p:spPr>
          <a:xfrm xmlns:a="http://schemas.openxmlformats.org/drawingml/2006/main">
            <a:off x="13373100" y="8086725"/>
            <a:ext cx="56197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وليس</a:t>
            </a:r>
          </a:p>
        </p:txBody>
      </p:sp>
      <p:sp>
        <p:nvSpPr>
          <p:cNvPr id="54" name="">
            <a:extLst xmlns:a="http://schemas.openxmlformats.org/drawingml/2006/main">
              <a:ext uri="{FF2B5EF4-FFF2-40B4-BE49-F238E27FC236}">
                <a16:creationId xmlns:a16="http://schemas.microsoft.com/office/drawing/2014/main" id="{884BC7D5-8929-431C-9BA2-23108E5E60CA}"/>
              </a:ext>
            </a:extLst>
          </p:cNvPr>
          <p:cNvSpPr>
            <a:spLocks xmlns:a="http://schemas.openxmlformats.org/drawingml/2006/main" noGrp="1"/>
          </p:cNvSpPr>
          <p:nvPr/>
        </p:nvSpPr>
        <p:spPr>
          <a:xfrm xmlns:a="http://schemas.openxmlformats.org/drawingml/2006/main">
            <a:off x="12744450" y="8086725"/>
            <a:ext cx="5429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سعراً</a:t>
            </a:r>
          </a:p>
        </p:txBody>
      </p:sp>
      <p:sp>
        <p:nvSpPr>
          <p:cNvPr id="55" name="">
            <a:extLst xmlns:a="http://schemas.openxmlformats.org/drawingml/2006/main">
              <a:ext uri="{FF2B5EF4-FFF2-40B4-BE49-F238E27FC236}">
                <a16:creationId xmlns:a16="http://schemas.microsoft.com/office/drawing/2014/main" id="{CD68DA01-107A-43DC-84EC-39C12F015718}"/>
              </a:ext>
            </a:extLst>
          </p:cNvPr>
          <p:cNvSpPr>
            <a:spLocks xmlns:a="http://schemas.openxmlformats.org/drawingml/2006/main" noGrp="1"/>
          </p:cNvSpPr>
          <p:nvPr/>
        </p:nvSpPr>
        <p:spPr>
          <a:xfrm xmlns:a="http://schemas.openxmlformats.org/drawingml/2006/main">
            <a:off x="11849100" y="8086725"/>
            <a:ext cx="80962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مضموناً</a:t>
            </a:r>
          </a:p>
        </p:txBody>
      </p:sp>
      <p:sp>
        <p:nvSpPr>
          <p:cNvPr id="56" name="">
            <a:extLst xmlns:a="http://schemas.openxmlformats.org/drawingml/2006/main">
              <a:ext uri="{FF2B5EF4-FFF2-40B4-BE49-F238E27FC236}">
                <a16:creationId xmlns:a16="http://schemas.microsoft.com/office/drawing/2014/main" id="{C4F0A2EA-D3CF-459D-8434-64C9F11377EE}"/>
              </a:ext>
            </a:extLst>
          </p:cNvPr>
          <p:cNvSpPr>
            <a:spLocks xmlns:a="http://schemas.openxmlformats.org/drawingml/2006/main" noGrp="1"/>
          </p:cNvSpPr>
          <p:nvPr/>
        </p:nvSpPr>
        <p:spPr>
          <a:xfrm xmlns:a="http://schemas.openxmlformats.org/drawingml/2006/main">
            <a:off x="11515725" y="8086725"/>
            <a:ext cx="24765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أو</a:t>
            </a:r>
          </a:p>
        </p:txBody>
      </p:sp>
      <p:sp>
        <p:nvSpPr>
          <p:cNvPr id="57" name="">
            <a:extLst xmlns:a="http://schemas.openxmlformats.org/drawingml/2006/main">
              <a:ext uri="{FF2B5EF4-FFF2-40B4-BE49-F238E27FC236}">
                <a16:creationId xmlns:a16="http://schemas.microsoft.com/office/drawing/2014/main" id="{9CBF9053-0035-4682-8110-20963557B415}"/>
              </a:ext>
            </a:extLst>
          </p:cNvPr>
          <p:cNvSpPr>
            <a:spLocks xmlns:a="http://schemas.openxmlformats.org/drawingml/2006/main" noGrp="1"/>
          </p:cNvSpPr>
          <p:nvPr/>
        </p:nvSpPr>
        <p:spPr>
          <a:xfrm xmlns:a="http://schemas.openxmlformats.org/drawingml/2006/main">
            <a:off x="10791825" y="8086725"/>
            <a:ext cx="638175"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فاتورة</a:t>
            </a:r>
          </a:p>
        </p:txBody>
      </p:sp>
      <p:sp>
        <p:nvSpPr>
          <p:cNvPr id="58" name="">
            <a:extLst xmlns:a="http://schemas.openxmlformats.org/drawingml/2006/main">
              <a:ext uri="{FF2B5EF4-FFF2-40B4-BE49-F238E27FC236}">
                <a16:creationId xmlns:a16="http://schemas.microsoft.com/office/drawing/2014/main" id="{31F408FE-8D78-4D7F-9025-920754C22583}"/>
              </a:ext>
            </a:extLst>
          </p:cNvPr>
          <p:cNvSpPr>
            <a:spLocks xmlns:a="http://schemas.openxmlformats.org/drawingml/2006/main" noGrp="1"/>
          </p:cNvSpPr>
          <p:nvPr/>
        </p:nvSpPr>
        <p:spPr>
          <a:xfrm xmlns:a="http://schemas.openxmlformats.org/drawingml/2006/main">
            <a:off x="10134600" y="8086725"/>
            <a:ext cx="571500" cy="45767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325" b="0">
                <a:solidFill>
                  <a:srgbClr val="BAC5DF"/>
                </a:solidFill>
                <a:latin typeface="Arial"/>
                <a:ea typeface="Arial"/>
                <a:cs typeface="Arial"/>
              </a:defRPr>
            </a:pPr>
            <a:r>
              <a:rPr sz="2325" b="0">
                <a:solidFill>
                  <a:srgbClr val="BAC5DF"/>
                </a:solidFill>
                <a:latin typeface="Arial"/>
                <a:ea typeface="Arial"/>
                <a:cs typeface="Arial"/>
              </a:rPr>
              <a:t>نهائية</a:t>
            </a:r>
          </a:p>
        </p:txBody>
      </p:sp>
      <p:sp>
        <p:nvSpPr>
          <p:cNvPr id="59" name="">
            <a:extLst xmlns:a="http://schemas.openxmlformats.org/drawingml/2006/main">
              <a:ext uri="{FF2B5EF4-FFF2-40B4-BE49-F238E27FC236}">
                <a16:creationId xmlns:a16="http://schemas.microsoft.com/office/drawing/2014/main" id="{A72F113E-2B02-46C4-8101-D959618BE9A9}"/>
              </a:ext>
            </a:extLst>
          </p:cNvPr>
          <p:cNvSpPr>
            <a:spLocks xmlns:a="http://schemas.openxmlformats.org/drawingml/2006/main" noGrp="1"/>
          </p:cNvSpPr>
          <p:nvPr/>
        </p:nvSpPr>
        <p:spPr>
          <a:xfrm xmlns:a="http://schemas.openxmlformats.org/drawingml/2006/main">
            <a:off x="16135350" y="8705850"/>
            <a:ext cx="7239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الصوت</a:t>
            </a:r>
          </a:p>
        </p:txBody>
      </p:sp>
      <p:sp>
        <p:nvSpPr>
          <p:cNvPr id="60" name="">
            <a:extLst xmlns:a="http://schemas.openxmlformats.org/drawingml/2006/main">
              <a:ext uri="{FF2B5EF4-FFF2-40B4-BE49-F238E27FC236}">
                <a16:creationId xmlns:a16="http://schemas.microsoft.com/office/drawing/2014/main" id="{E8865F51-E278-439E-A624-C0226F882AFB}"/>
              </a:ext>
            </a:extLst>
          </p:cNvPr>
          <p:cNvSpPr>
            <a:spLocks xmlns:a="http://schemas.openxmlformats.org/drawingml/2006/main" noGrp="1"/>
          </p:cNvSpPr>
          <p:nvPr/>
        </p:nvSpPr>
        <p:spPr>
          <a:xfrm xmlns:a="http://schemas.openxmlformats.org/drawingml/2006/main">
            <a:off x="15192375" y="8705850"/>
            <a:ext cx="8572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والصورة</a:t>
            </a:r>
          </a:p>
        </p:txBody>
      </p:sp>
      <p:sp>
        <p:nvSpPr>
          <p:cNvPr id="61" name="">
            <a:extLst xmlns:a="http://schemas.openxmlformats.org/drawingml/2006/main">
              <a:ext uri="{FF2B5EF4-FFF2-40B4-BE49-F238E27FC236}">
                <a16:creationId xmlns:a16="http://schemas.microsoft.com/office/drawing/2014/main" id="{C9738C1E-6E00-400E-BB81-9BE2ACD86F0F}"/>
              </a:ext>
            </a:extLst>
          </p:cNvPr>
          <p:cNvSpPr>
            <a:spLocks xmlns:a="http://schemas.openxmlformats.org/drawingml/2006/main" noGrp="1"/>
          </p:cNvSpPr>
          <p:nvPr/>
        </p:nvSpPr>
        <p:spPr>
          <a:xfrm xmlns:a="http://schemas.openxmlformats.org/drawingml/2006/main">
            <a:off x="14363700" y="8705850"/>
            <a:ext cx="7429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وترجمة</a:t>
            </a:r>
          </a:p>
        </p:txBody>
      </p:sp>
      <p:sp>
        <p:nvSpPr>
          <p:cNvPr id="62" name="">
            <a:extLst xmlns:a="http://schemas.openxmlformats.org/drawingml/2006/main">
              <a:ext uri="{FF2B5EF4-FFF2-40B4-BE49-F238E27FC236}">
                <a16:creationId xmlns:a16="http://schemas.microsoft.com/office/drawing/2014/main" id="{641F4139-E5DF-4CEF-8DEC-6EE5B2CD2F45}"/>
              </a:ext>
            </a:extLst>
          </p:cNvPr>
          <p:cNvSpPr>
            <a:spLocks xmlns:a="http://schemas.openxmlformats.org/drawingml/2006/main" noGrp="1"/>
          </p:cNvSpPr>
          <p:nvPr/>
        </p:nvSpPr>
        <p:spPr>
          <a:xfrm xmlns:a="http://schemas.openxmlformats.org/drawingml/2006/main">
            <a:off x="13554075" y="8705850"/>
            <a:ext cx="7239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العرض</a:t>
            </a:r>
          </a:p>
        </p:txBody>
      </p:sp>
      <p:sp>
        <p:nvSpPr>
          <p:cNvPr id="63" name="">
            <a:extLst xmlns:a="http://schemas.openxmlformats.org/drawingml/2006/main">
              <a:ext uri="{FF2B5EF4-FFF2-40B4-BE49-F238E27FC236}">
                <a16:creationId xmlns:a16="http://schemas.microsoft.com/office/drawing/2014/main" id="{C47CE03E-0611-4338-833B-DCEA51EFB928}"/>
              </a:ext>
            </a:extLst>
          </p:cNvPr>
          <p:cNvSpPr>
            <a:spLocks xmlns:a="http://schemas.openxmlformats.org/drawingml/2006/main" noGrp="1"/>
          </p:cNvSpPr>
          <p:nvPr/>
        </p:nvSpPr>
        <p:spPr>
          <a:xfrm xmlns:a="http://schemas.openxmlformats.org/drawingml/2006/main">
            <a:off x="12906375" y="8705850"/>
            <a:ext cx="5619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خارج</a:t>
            </a:r>
          </a:p>
        </p:txBody>
      </p:sp>
      <p:sp>
        <p:nvSpPr>
          <p:cNvPr id="64" name="">
            <a:extLst xmlns:a="http://schemas.openxmlformats.org/drawingml/2006/main">
              <a:ext uri="{FF2B5EF4-FFF2-40B4-BE49-F238E27FC236}">
                <a16:creationId xmlns:a16="http://schemas.microsoft.com/office/drawing/2014/main" id="{1F123050-8BE5-4F8C-9540-367AAA2C9651}"/>
              </a:ext>
            </a:extLst>
          </p:cNvPr>
          <p:cNvSpPr>
            <a:spLocks xmlns:a="http://schemas.openxmlformats.org/drawingml/2006/main" noGrp="1"/>
          </p:cNvSpPr>
          <p:nvPr/>
        </p:nvSpPr>
        <p:spPr>
          <a:xfrm xmlns:a="http://schemas.openxmlformats.org/drawingml/2006/main">
            <a:off x="12487275" y="8705850"/>
            <a:ext cx="3333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هذا</a:t>
            </a:r>
          </a:p>
        </p:txBody>
      </p:sp>
      <p:sp>
        <p:nvSpPr>
          <p:cNvPr id="65" name="">
            <a:extLst xmlns:a="http://schemas.openxmlformats.org/drawingml/2006/main">
              <a:ext uri="{FF2B5EF4-FFF2-40B4-BE49-F238E27FC236}">
                <a16:creationId xmlns:a16="http://schemas.microsoft.com/office/drawing/2014/main" id="{AC07D346-C669-419D-A052-4BE6630F4C29}"/>
              </a:ext>
            </a:extLst>
          </p:cNvPr>
          <p:cNvSpPr>
            <a:spLocks xmlns:a="http://schemas.openxmlformats.org/drawingml/2006/main" noGrp="1"/>
          </p:cNvSpPr>
          <p:nvPr/>
        </p:nvSpPr>
        <p:spPr>
          <a:xfrm xmlns:a="http://schemas.openxmlformats.org/drawingml/2006/main">
            <a:off x="11791950" y="8705850"/>
            <a:ext cx="60960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القياس</a:t>
            </a:r>
          </a:p>
        </p:txBody>
      </p:sp>
      <p:sp>
        <p:nvSpPr>
          <p:cNvPr id="66" name="">
            <a:extLst xmlns:a="http://schemas.openxmlformats.org/drawingml/2006/main">
              <a:ext uri="{FF2B5EF4-FFF2-40B4-BE49-F238E27FC236}">
                <a16:creationId xmlns:a16="http://schemas.microsoft.com/office/drawing/2014/main" id="{AA35F96A-CA40-453E-81DB-EAB386276321}"/>
              </a:ext>
            </a:extLst>
          </p:cNvPr>
          <p:cNvSpPr>
            <a:spLocks xmlns:a="http://schemas.openxmlformats.org/drawingml/2006/main" noGrp="1"/>
          </p:cNvSpPr>
          <p:nvPr/>
        </p:nvSpPr>
        <p:spPr>
          <a:xfrm xmlns:a="http://schemas.openxmlformats.org/drawingml/2006/main">
            <a:off x="11163300" y="8705850"/>
            <a:ext cx="54292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عندما</a:t>
            </a:r>
          </a:p>
        </p:txBody>
      </p:sp>
      <p:sp>
        <p:nvSpPr>
          <p:cNvPr id="67" name="">
            <a:extLst xmlns:a="http://schemas.openxmlformats.org/drawingml/2006/main">
              <a:ext uri="{FF2B5EF4-FFF2-40B4-BE49-F238E27FC236}">
                <a16:creationId xmlns:a16="http://schemas.microsoft.com/office/drawing/2014/main" id="{E2A0A06D-AFB3-4635-9276-5BDA3F9DA403}"/>
              </a:ext>
            </a:extLst>
          </p:cNvPr>
          <p:cNvSpPr>
            <a:spLocks xmlns:a="http://schemas.openxmlformats.org/drawingml/2006/main" noGrp="1"/>
          </p:cNvSpPr>
          <p:nvPr/>
        </p:nvSpPr>
        <p:spPr>
          <a:xfrm xmlns:a="http://schemas.openxmlformats.org/drawingml/2006/main">
            <a:off x="10401300" y="8705850"/>
            <a:ext cx="676275"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تُستخدم</a:t>
            </a:r>
          </a:p>
        </p:txBody>
      </p:sp>
      <p:sp>
        <p:nvSpPr>
          <p:cNvPr id="68" name="">
            <a:extLst xmlns:a="http://schemas.openxmlformats.org/drawingml/2006/main">
              <a:ext uri="{FF2B5EF4-FFF2-40B4-BE49-F238E27FC236}">
                <a16:creationId xmlns:a16="http://schemas.microsoft.com/office/drawing/2014/main" id="{E6923EE0-15E1-49FD-9AAA-9A6312DF719A}"/>
              </a:ext>
            </a:extLst>
          </p:cNvPr>
          <p:cNvSpPr>
            <a:spLocks xmlns:a="http://schemas.openxmlformats.org/drawingml/2006/main" noGrp="1"/>
          </p:cNvSpPr>
          <p:nvPr/>
        </p:nvSpPr>
        <p:spPr>
          <a:xfrm xmlns:a="http://schemas.openxmlformats.org/drawingml/2006/main">
            <a:off x="9648825" y="8705850"/>
            <a:ext cx="6667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خدمات</a:t>
            </a:r>
          </a:p>
        </p:txBody>
      </p:sp>
      <p:sp>
        <p:nvSpPr>
          <p:cNvPr id="69" name="">
            <a:extLst xmlns:a="http://schemas.openxmlformats.org/drawingml/2006/main">
              <a:ext uri="{FF2B5EF4-FFF2-40B4-BE49-F238E27FC236}">
                <a16:creationId xmlns:a16="http://schemas.microsoft.com/office/drawing/2014/main" id="{BB2B377C-D1F0-4717-9B19-A0203317AFC8}"/>
              </a:ext>
            </a:extLst>
          </p:cNvPr>
          <p:cNvSpPr>
            <a:spLocks xmlns:a="http://schemas.openxmlformats.org/drawingml/2006/main" noGrp="1"/>
          </p:cNvSpPr>
          <p:nvPr/>
        </p:nvSpPr>
        <p:spPr>
          <a:xfrm xmlns:a="http://schemas.openxmlformats.org/drawingml/2006/main">
            <a:off x="8858250" y="8705850"/>
            <a:ext cx="704850" cy="42814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75" b="0">
                <a:solidFill>
                  <a:srgbClr val="BAC5DF"/>
                </a:solidFill>
                <a:latin typeface="Arial"/>
                <a:ea typeface="Arial"/>
                <a:cs typeface="Arial"/>
              </a:defRPr>
            </a:pPr>
            <a:r>
              <a:rPr sz="2175" b="0">
                <a:solidFill>
                  <a:srgbClr val="BAC5DF"/>
                </a:solidFill>
                <a:latin typeface="Arial"/>
                <a:ea typeface="Arial"/>
                <a:cs typeface="Arial"/>
              </a:rPr>
              <a:t>منفصلة</a:t>
            </a:r>
          </a:p>
        </p:txBody>
      </p:sp>
    </p:spTree>
    <p:extLst>
      <p:ext uri="{BB962C8B-B14F-4D97-AF65-F5344CB8AC3E}">
        <p14:creationId xmlns:p14="http://schemas.microsoft.com/office/powerpoint/2010/main" val="869553957"/>
      </p:ext>
    </p:extLst>
  </p:cSld>
</p:sld>
</file>

<file path=ppt/slides/slide11.xml><?xml version="1.0" encoding="utf-8"?>
<p:sld xmlns:p="http://schemas.openxmlformats.org/presentationml/2006/main">
  <p:cSld>
    <p:bg>
      <p:bgPr>
        <a:solidFill xmlns:a="http://schemas.openxmlformats.org/drawingml/2006/main">
          <a:srgbClr val="F2F4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2C5B9441-0430-452E-977F-F0A710DB9567}"/>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86277"/>
                </a:solidFill>
                <a:latin typeface="Arial"/>
                <a:ea typeface="Arial"/>
                <a:cs typeface="Arial"/>
              </a:defRPr>
            </a:pPr>
            <a:r>
              <a:rPr sz="1725" b="0">
                <a:solidFill>
                  <a:srgbClr val="586277"/>
                </a:solidFill>
                <a:latin typeface="Arial"/>
                <a:ea typeface="Arial"/>
                <a:cs typeface="Arial"/>
              </a:rPr>
              <a:t>IsnadLens / 11</a:t>
            </a:r>
          </a:p>
        </p:txBody>
      </p:sp>
      <p:sp>
        <p:nvSpPr>
          <p:cNvPr id="2" name="">
            <a:extLst xmlns:a="http://schemas.openxmlformats.org/drawingml/2006/main">
              <a:ext uri="{FF2B5EF4-FFF2-40B4-BE49-F238E27FC236}">
                <a16:creationId xmlns:a16="http://schemas.microsoft.com/office/drawing/2014/main" id="{C3CA20D1-9861-4B2C-B9EE-9DBF1EE61710}"/>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2D0D6B2F-31E7-4D26-BDCD-63995DCE978C}"/>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86E3F94F-0B83-4268-B25E-8F4E62763121}"/>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11712760-1791-4A4B-ACE7-3E76F11E46BD}"/>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DC86CABB-455B-47D3-BEF6-1B05A9E9F2EB}"/>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1A4F103A-ACBD-4B07-A04F-06A08936DD43}"/>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AA2AEE25-CFEC-435E-B1DE-2364217D7D26}"/>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586277"/>
                </a:solidFill>
                <a:latin typeface="Arial"/>
                <a:ea typeface="Arial"/>
                <a:cs typeface="Arial"/>
              </a:defRPr>
            </a:pPr>
            <a:r>
              <a:rPr sz="1725" b="0">
                <a:solidFill>
                  <a:srgbClr val="586277"/>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902E32A1-65C0-4E9F-83DC-CAEA96C773DD}"/>
              </a:ext>
            </a:extLst>
          </p:cNvPr>
          <p:cNvSpPr>
            <a:spLocks xmlns:a="http://schemas.openxmlformats.org/drawingml/2006/main" noGrp="1"/>
          </p:cNvSpPr>
          <p:nvPr/>
        </p:nvSpPr>
        <p:spPr>
          <a:xfrm xmlns:a="http://schemas.openxmlformats.org/drawingml/2006/main">
            <a:off x="16259175" y="809625"/>
            <a:ext cx="10763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منتج</a:t>
            </a:r>
          </a:p>
        </p:txBody>
      </p:sp>
      <p:sp>
        <p:nvSpPr>
          <p:cNvPr id="10" name="">
            <a:extLst xmlns:a="http://schemas.openxmlformats.org/drawingml/2006/main">
              <a:ext uri="{FF2B5EF4-FFF2-40B4-BE49-F238E27FC236}">
                <a16:creationId xmlns:a16="http://schemas.microsoft.com/office/drawing/2014/main" id="{BA7B54E2-F59A-486C-A6B0-194BEF748365}"/>
              </a:ext>
            </a:extLst>
          </p:cNvPr>
          <p:cNvSpPr>
            <a:spLocks xmlns:a="http://schemas.openxmlformats.org/drawingml/2006/main" noGrp="1"/>
          </p:cNvSpPr>
          <p:nvPr/>
        </p:nvSpPr>
        <p:spPr>
          <a:xfrm xmlns:a="http://schemas.openxmlformats.org/drawingml/2006/main">
            <a:off x="14559439" y="809625"/>
            <a:ext cx="151447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منشور</a:t>
            </a:r>
          </a:p>
        </p:txBody>
      </p:sp>
      <p:sp>
        <p:nvSpPr>
          <p:cNvPr id="11" name="">
            <a:extLst xmlns:a="http://schemas.openxmlformats.org/drawingml/2006/main">
              <a:ext uri="{FF2B5EF4-FFF2-40B4-BE49-F238E27FC236}">
                <a16:creationId xmlns:a16="http://schemas.microsoft.com/office/drawing/2014/main" id="{DF432243-0299-4A80-824E-D252BA7DDA71}"/>
              </a:ext>
            </a:extLst>
          </p:cNvPr>
          <p:cNvSpPr>
            <a:spLocks xmlns:a="http://schemas.openxmlformats.org/drawingml/2006/main" noGrp="1"/>
          </p:cNvSpPr>
          <p:nvPr/>
        </p:nvSpPr>
        <p:spPr>
          <a:xfrm xmlns:a="http://schemas.openxmlformats.org/drawingml/2006/main">
            <a:off x="12907327" y="809625"/>
            <a:ext cx="1466850"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وحدود</a:t>
            </a:r>
          </a:p>
        </p:txBody>
      </p:sp>
      <p:sp>
        <p:nvSpPr>
          <p:cNvPr id="12" name="">
            <a:extLst xmlns:a="http://schemas.openxmlformats.org/drawingml/2006/main">
              <a:ext uri="{FF2B5EF4-FFF2-40B4-BE49-F238E27FC236}">
                <a16:creationId xmlns:a16="http://schemas.microsoft.com/office/drawing/2014/main" id="{7D0E81A9-D802-426B-ABC1-B17371AABC9A}"/>
              </a:ext>
            </a:extLst>
          </p:cNvPr>
          <p:cNvSpPr>
            <a:spLocks xmlns:a="http://schemas.openxmlformats.org/drawingml/2006/main" noGrp="1"/>
          </p:cNvSpPr>
          <p:nvPr/>
        </p:nvSpPr>
        <p:spPr>
          <a:xfrm xmlns:a="http://schemas.openxmlformats.org/drawingml/2006/main">
            <a:off x="11531441" y="809625"/>
            <a:ext cx="1190625" cy="10334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5250" b="1">
                <a:solidFill>
                  <a:srgbClr val="12183F"/>
                </a:solidFill>
                <a:latin typeface="Arial"/>
                <a:ea typeface="Arial"/>
                <a:cs typeface="Arial"/>
              </a:defRPr>
            </a:pPr>
            <a:r>
              <a:rPr sz="5250" b="1">
                <a:solidFill>
                  <a:srgbClr val="12183F"/>
                </a:solidFill>
                <a:latin typeface="Arial"/>
                <a:ea typeface="Arial"/>
                <a:cs typeface="Arial"/>
              </a:rPr>
              <a:t>معلنة</a:t>
            </a:r>
          </a:p>
        </p:txBody>
      </p:sp>
      <p:sp>
        <p:nvSpPr>
          <p:cNvPr id="13" name="">
            <a:extLst xmlns:a="http://schemas.openxmlformats.org/drawingml/2006/main">
              <a:ext uri="{FF2B5EF4-FFF2-40B4-BE49-F238E27FC236}">
                <a16:creationId xmlns:a16="http://schemas.microsoft.com/office/drawing/2014/main" id="{C6D4BD00-38D7-4141-953E-92DFC770517C}"/>
              </a:ext>
            </a:extLst>
          </p:cNvPr>
          <p:cNvSpPr>
            <a:spLocks xmlns:a="http://schemas.openxmlformats.org/drawingml/2006/main" noGrp="1"/>
          </p:cNvSpPr>
          <p:nvPr/>
        </p:nvSpPr>
        <p:spPr>
          <a:xfrm xmlns:a="http://schemas.openxmlformats.org/drawingml/2006/main">
            <a:off x="16192500" y="2428875"/>
            <a:ext cx="1047750"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075642"/>
                </a:solidFill>
                <a:latin typeface="Arial"/>
                <a:ea typeface="Arial"/>
                <a:cs typeface="Arial"/>
              </a:defRPr>
            </a:pPr>
            <a:r>
              <a:rPr sz="4050" b="1">
                <a:solidFill>
                  <a:srgbClr val="075642"/>
                </a:solidFill>
                <a:latin typeface="Arial"/>
                <a:ea typeface="Arial"/>
                <a:cs typeface="Arial"/>
              </a:rPr>
              <a:t>تجربة</a:t>
            </a:r>
          </a:p>
        </p:txBody>
      </p:sp>
      <p:sp>
        <p:nvSpPr>
          <p:cNvPr id="14" name="">
            <a:extLst xmlns:a="http://schemas.openxmlformats.org/drawingml/2006/main">
              <a:ext uri="{FF2B5EF4-FFF2-40B4-BE49-F238E27FC236}">
                <a16:creationId xmlns:a16="http://schemas.microsoft.com/office/drawing/2014/main" id="{02D4B04E-D18E-44A4-902C-86BE78183D7E}"/>
              </a:ext>
            </a:extLst>
          </p:cNvPr>
          <p:cNvSpPr>
            <a:spLocks xmlns:a="http://schemas.openxmlformats.org/drawingml/2006/main" noGrp="1"/>
          </p:cNvSpPr>
          <p:nvPr/>
        </p:nvSpPr>
        <p:spPr>
          <a:xfrm xmlns:a="http://schemas.openxmlformats.org/drawingml/2006/main">
            <a:off x="15278100" y="2428875"/>
            <a:ext cx="771525"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075642"/>
                </a:solidFill>
                <a:latin typeface="Arial"/>
                <a:ea typeface="Arial"/>
                <a:cs typeface="Arial"/>
              </a:defRPr>
            </a:pPr>
            <a:r>
              <a:rPr sz="4050" b="1">
                <a:solidFill>
                  <a:srgbClr val="075642"/>
                </a:solidFill>
                <a:latin typeface="Arial"/>
                <a:ea typeface="Arial"/>
                <a:cs typeface="Arial"/>
              </a:rPr>
              <a:t>ويب</a:t>
            </a:r>
          </a:p>
        </p:txBody>
      </p:sp>
      <p:sp>
        <p:nvSpPr>
          <p:cNvPr id="15" name="">
            <a:extLst xmlns:a="http://schemas.openxmlformats.org/drawingml/2006/main">
              <a:ext uri="{FF2B5EF4-FFF2-40B4-BE49-F238E27FC236}">
                <a16:creationId xmlns:a16="http://schemas.microsoft.com/office/drawing/2014/main" id="{AAFC4554-6B72-4364-AA0A-69D9A9AF7E09}"/>
              </a:ext>
            </a:extLst>
          </p:cNvPr>
          <p:cNvSpPr>
            <a:spLocks xmlns:a="http://schemas.openxmlformats.org/drawingml/2006/main" noGrp="1"/>
          </p:cNvSpPr>
          <p:nvPr/>
        </p:nvSpPr>
        <p:spPr>
          <a:xfrm xmlns:a="http://schemas.openxmlformats.org/drawingml/2006/main">
            <a:off x="13792200" y="2428875"/>
            <a:ext cx="1343025"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075642"/>
                </a:solidFill>
                <a:latin typeface="Arial"/>
                <a:ea typeface="Arial"/>
                <a:cs typeface="Arial"/>
              </a:defRPr>
            </a:pPr>
            <a:r>
              <a:rPr sz="4050" b="1">
                <a:solidFill>
                  <a:srgbClr val="075642"/>
                </a:solidFill>
                <a:latin typeface="Arial"/>
                <a:ea typeface="Arial"/>
                <a:cs typeface="Arial"/>
              </a:rPr>
              <a:t>بالعربية</a:t>
            </a:r>
          </a:p>
        </p:txBody>
      </p:sp>
      <p:sp>
        <p:nvSpPr>
          <p:cNvPr id="16" name="">
            <a:extLst xmlns:a="http://schemas.openxmlformats.org/drawingml/2006/main">
              <a:ext uri="{FF2B5EF4-FFF2-40B4-BE49-F238E27FC236}">
                <a16:creationId xmlns:a16="http://schemas.microsoft.com/office/drawing/2014/main" id="{F4672B6D-F112-46E2-ADBC-72ECB31E029E}"/>
              </a:ext>
            </a:extLst>
          </p:cNvPr>
          <p:cNvSpPr>
            <a:spLocks xmlns:a="http://schemas.openxmlformats.org/drawingml/2006/main" noGrp="1"/>
          </p:cNvSpPr>
          <p:nvPr/>
        </p:nvSpPr>
        <p:spPr>
          <a:xfrm xmlns:a="http://schemas.openxmlformats.org/drawingml/2006/main">
            <a:off x="11744325" y="2428875"/>
            <a:ext cx="1905000" cy="79724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050" b="1">
                <a:solidFill>
                  <a:srgbClr val="075642"/>
                </a:solidFill>
                <a:latin typeface="Arial"/>
                <a:ea typeface="Arial"/>
                <a:cs typeface="Arial"/>
              </a:defRPr>
            </a:pPr>
            <a:r>
              <a:rPr sz="4050" b="1">
                <a:solidFill>
                  <a:srgbClr val="075642"/>
                </a:solidFill>
                <a:latin typeface="Arial"/>
                <a:ea typeface="Arial"/>
                <a:cs typeface="Arial"/>
              </a:rPr>
              <a:t>والإنجليزية</a:t>
            </a:r>
          </a:p>
        </p:txBody>
      </p:sp>
      <p:sp>
        <p:nvSpPr>
          <p:cNvPr id="17" name="">
            <a:extLst xmlns:a="http://schemas.openxmlformats.org/drawingml/2006/main">
              <a:ext uri="{FF2B5EF4-FFF2-40B4-BE49-F238E27FC236}">
                <a16:creationId xmlns:a16="http://schemas.microsoft.com/office/drawing/2014/main" id="{CE05AD31-28F2-4AF9-B9B0-618E091CF6D2}"/>
              </a:ext>
            </a:extLst>
          </p:cNvPr>
          <p:cNvSpPr>
            <a:spLocks xmlns:a="http://schemas.openxmlformats.org/drawingml/2006/main" noGrp="1"/>
          </p:cNvSpPr>
          <p:nvPr/>
        </p:nvSpPr>
        <p:spPr>
          <a:xfrm xmlns:a="http://schemas.openxmlformats.org/drawingml/2006/main">
            <a:off x="16154400" y="3352800"/>
            <a:ext cx="1085850"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نصوص</a:t>
            </a:r>
          </a:p>
        </p:txBody>
      </p:sp>
      <p:sp>
        <p:nvSpPr>
          <p:cNvPr id="18" name="">
            <a:extLst xmlns:a="http://schemas.openxmlformats.org/drawingml/2006/main">
              <a:ext uri="{FF2B5EF4-FFF2-40B4-BE49-F238E27FC236}">
                <a16:creationId xmlns:a16="http://schemas.microsoft.com/office/drawing/2014/main" id="{EE69F38F-E6E3-4C51-9F45-4A4DF1FF7A07}"/>
              </a:ext>
            </a:extLst>
          </p:cNvPr>
          <p:cNvSpPr>
            <a:spLocks xmlns:a="http://schemas.openxmlformats.org/drawingml/2006/main" noGrp="1"/>
          </p:cNvSpPr>
          <p:nvPr/>
        </p:nvSpPr>
        <p:spPr>
          <a:xfrm xmlns:a="http://schemas.openxmlformats.org/drawingml/2006/main">
            <a:off x="15245810" y="3352800"/>
            <a:ext cx="800100"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القرآن</a:t>
            </a:r>
          </a:p>
        </p:txBody>
      </p:sp>
      <p:sp>
        <p:nvSpPr>
          <p:cNvPr id="19" name="">
            <a:extLst xmlns:a="http://schemas.openxmlformats.org/drawingml/2006/main">
              <a:ext uri="{FF2B5EF4-FFF2-40B4-BE49-F238E27FC236}">
                <a16:creationId xmlns:a16="http://schemas.microsoft.com/office/drawing/2014/main" id="{28012B1B-7502-41FD-B99C-3100297395B8}"/>
              </a:ext>
            </a:extLst>
          </p:cNvPr>
          <p:cNvSpPr>
            <a:spLocks xmlns:a="http://schemas.openxmlformats.org/drawingml/2006/main" noGrp="1"/>
          </p:cNvSpPr>
          <p:nvPr/>
        </p:nvSpPr>
        <p:spPr>
          <a:xfrm xmlns:a="http://schemas.openxmlformats.org/drawingml/2006/main">
            <a:off x="14032420" y="3352800"/>
            <a:ext cx="1104900"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والحديث</a:t>
            </a:r>
          </a:p>
        </p:txBody>
      </p:sp>
      <p:sp>
        <p:nvSpPr>
          <p:cNvPr id="20" name="">
            <a:extLst xmlns:a="http://schemas.openxmlformats.org/drawingml/2006/main">
              <a:ext uri="{FF2B5EF4-FFF2-40B4-BE49-F238E27FC236}">
                <a16:creationId xmlns:a16="http://schemas.microsoft.com/office/drawing/2014/main" id="{3C336D36-1889-407D-BEAA-095778BD22D6}"/>
              </a:ext>
            </a:extLst>
          </p:cNvPr>
          <p:cNvSpPr>
            <a:spLocks xmlns:a="http://schemas.openxmlformats.org/drawingml/2006/main" noGrp="1"/>
          </p:cNvSpPr>
          <p:nvPr/>
        </p:nvSpPr>
        <p:spPr>
          <a:xfrm xmlns:a="http://schemas.openxmlformats.org/drawingml/2006/main">
            <a:off x="12761881" y="3352800"/>
            <a:ext cx="1162050"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وإحالاتها</a:t>
            </a:r>
          </a:p>
        </p:txBody>
      </p:sp>
      <p:sp>
        <p:nvSpPr>
          <p:cNvPr id="21" name="">
            <a:extLst xmlns:a="http://schemas.openxmlformats.org/drawingml/2006/main">
              <a:ext uri="{FF2B5EF4-FFF2-40B4-BE49-F238E27FC236}">
                <a16:creationId xmlns:a16="http://schemas.microsoft.com/office/drawing/2014/main" id="{F40BC83B-8C6F-4ADA-BC99-7DCFE4321339}"/>
              </a:ext>
            </a:extLst>
          </p:cNvPr>
          <p:cNvSpPr>
            <a:spLocks xmlns:a="http://schemas.openxmlformats.org/drawingml/2006/main" noGrp="1"/>
          </p:cNvSpPr>
          <p:nvPr/>
        </p:nvSpPr>
        <p:spPr>
          <a:xfrm xmlns:a="http://schemas.openxmlformats.org/drawingml/2006/main">
            <a:off x="12262866" y="3352800"/>
            <a:ext cx="390525"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مع</a:t>
            </a:r>
          </a:p>
        </p:txBody>
      </p:sp>
      <p:sp>
        <p:nvSpPr>
          <p:cNvPr id="22" name="">
            <a:extLst xmlns:a="http://schemas.openxmlformats.org/drawingml/2006/main">
              <a:ext uri="{FF2B5EF4-FFF2-40B4-BE49-F238E27FC236}">
                <a16:creationId xmlns:a16="http://schemas.microsoft.com/office/drawing/2014/main" id="{31704952-2A30-483E-B3B4-6DEB7E869116}"/>
              </a:ext>
            </a:extLst>
          </p:cNvPr>
          <p:cNvSpPr>
            <a:spLocks xmlns:a="http://schemas.openxmlformats.org/drawingml/2006/main" noGrp="1"/>
          </p:cNvSpPr>
          <p:nvPr/>
        </p:nvSpPr>
        <p:spPr>
          <a:xfrm xmlns:a="http://schemas.openxmlformats.org/drawingml/2006/main">
            <a:off x="11335226" y="3352800"/>
            <a:ext cx="819150"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وسائل</a:t>
            </a:r>
          </a:p>
        </p:txBody>
      </p:sp>
      <p:sp>
        <p:nvSpPr>
          <p:cNvPr id="23" name="">
            <a:extLst xmlns:a="http://schemas.openxmlformats.org/drawingml/2006/main">
              <a:ext uri="{FF2B5EF4-FFF2-40B4-BE49-F238E27FC236}">
                <a16:creationId xmlns:a16="http://schemas.microsoft.com/office/drawing/2014/main" id="{FC204627-83F7-4800-B459-482D96F3EE08}"/>
              </a:ext>
            </a:extLst>
          </p:cNvPr>
          <p:cNvSpPr>
            <a:spLocks xmlns:a="http://schemas.openxmlformats.org/drawingml/2006/main" noGrp="1"/>
          </p:cNvSpPr>
          <p:nvPr/>
        </p:nvSpPr>
        <p:spPr>
          <a:xfrm xmlns:a="http://schemas.openxmlformats.org/drawingml/2006/main">
            <a:off x="10455211" y="3352800"/>
            <a:ext cx="771525"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إدخال</a:t>
            </a:r>
          </a:p>
        </p:txBody>
      </p:sp>
      <p:sp>
        <p:nvSpPr>
          <p:cNvPr id="24" name="">
            <a:extLst xmlns:a="http://schemas.openxmlformats.org/drawingml/2006/main">
              <a:ext uri="{FF2B5EF4-FFF2-40B4-BE49-F238E27FC236}">
                <a16:creationId xmlns:a16="http://schemas.microsoft.com/office/drawing/2014/main" id="{97728E1E-A475-46EB-AFA9-120618A3E03D}"/>
              </a:ext>
            </a:extLst>
          </p:cNvPr>
          <p:cNvSpPr>
            <a:spLocks xmlns:a="http://schemas.openxmlformats.org/drawingml/2006/main" noGrp="1"/>
          </p:cNvSpPr>
          <p:nvPr/>
        </p:nvSpPr>
        <p:spPr>
          <a:xfrm xmlns:a="http://schemas.openxmlformats.org/drawingml/2006/main">
            <a:off x="9279922" y="3352800"/>
            <a:ext cx="1066800" cy="605314"/>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075" b="0">
                <a:solidFill>
                  <a:srgbClr val="12183F"/>
                </a:solidFill>
                <a:latin typeface="Arial"/>
                <a:ea typeface="Arial"/>
                <a:cs typeface="Arial"/>
              </a:defRPr>
            </a:pPr>
            <a:r>
              <a:rPr sz="3075" b="0">
                <a:solidFill>
                  <a:srgbClr val="12183F"/>
                </a:solidFill>
                <a:latin typeface="Arial"/>
                <a:ea typeface="Arial"/>
                <a:cs typeface="Arial"/>
              </a:rPr>
              <a:t>اختيارية</a:t>
            </a:r>
          </a:p>
        </p:txBody>
      </p:sp>
      <p:sp>
        <p:nvSpPr>
          <p:cNvPr id="25" name="">
            <a:extLst xmlns:a="http://schemas.openxmlformats.org/drawingml/2006/main">
              <a:ext uri="{FF2B5EF4-FFF2-40B4-BE49-F238E27FC236}">
                <a16:creationId xmlns:a16="http://schemas.microsoft.com/office/drawing/2014/main" id="{513E6422-82F9-4029-8590-F9364541D10C}"/>
              </a:ext>
            </a:extLst>
          </p:cNvPr>
          <p:cNvSpPr>
            <a:spLocks xmlns:a="http://schemas.openxmlformats.org/drawingml/2006/main" noGrp="1"/>
          </p:cNvSpPr>
          <p:nvPr/>
        </p:nvSpPr>
        <p:spPr>
          <a:xfrm xmlns:a="http://schemas.openxmlformats.org/drawingml/2006/main">
            <a:off x="1047750" y="4191000"/>
            <a:ext cx="1619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850" b="0">
                <a:solidFill>
                  <a:srgbClr val="12183F"/>
                </a:solidFill>
                <a:latin typeface="Arial"/>
                <a:ea typeface="Arial"/>
                <a:cs typeface="Arial"/>
              </a:defRPr>
            </a:pPr>
            <a:r>
              <a:rPr sz="2850" b="0">
                <a:solidFill>
                  <a:srgbClr val="12183F"/>
                </a:solidFill>
                <a:latin typeface="Arial"/>
                <a:ea typeface="Arial"/>
                <a:cs typeface="Arial"/>
              </a:rPr>
              <a:t>Tanzil · HadeethEnc · QuranEnc</a:t>
            </a:r>
          </a:p>
        </p:txBody>
      </p:sp>
      <p:sp>
        <p:nvSpPr>
          <p:cNvPr id="26" name="">
            <a:extLst xmlns:a="http://schemas.openxmlformats.org/drawingml/2006/main">
              <a:ext uri="{FF2B5EF4-FFF2-40B4-BE49-F238E27FC236}">
                <a16:creationId xmlns:a16="http://schemas.microsoft.com/office/drawing/2014/main" id="{F8D054FF-4FA5-430B-A967-FBF32884B80C}"/>
              </a:ext>
            </a:extLst>
          </p:cNvPr>
          <p:cNvSpPr>
            <a:spLocks xmlns:a="http://schemas.openxmlformats.org/drawingml/2006/main" noGrp="1"/>
          </p:cNvSpPr>
          <p:nvPr/>
        </p:nvSpPr>
        <p:spPr>
          <a:xfrm xmlns:a="http://schemas.openxmlformats.org/drawingml/2006/main">
            <a:off x="1047750" y="5067300"/>
            <a:ext cx="1619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r">
              <a:defRPr sz="2850" b="0">
                <a:solidFill>
                  <a:srgbClr val="12183F"/>
                </a:solidFill>
                <a:latin typeface="Arial"/>
                <a:ea typeface="Arial"/>
                <a:cs typeface="Arial"/>
              </a:defRPr>
            </a:pPr>
            <a:r>
              <a:rPr sz="2850" b="0">
                <a:solidFill>
                  <a:srgbClr val="12183F"/>
                </a:solidFill>
                <a:latin typeface="Arial"/>
                <a:ea typeface="Arial"/>
                <a:cs typeface="Arial"/>
              </a:rPr>
              <a:t>Next.js + React · AWS Lightsail · HTTPS</a:t>
            </a:r>
          </a:p>
        </p:txBody>
      </p:sp>
      <p:sp>
        <p:nvSpPr>
          <p:cNvPr id="27" name="">
            <a:extLst xmlns:a="http://schemas.openxmlformats.org/drawingml/2006/main">
              <a:ext uri="{FF2B5EF4-FFF2-40B4-BE49-F238E27FC236}">
                <a16:creationId xmlns:a16="http://schemas.microsoft.com/office/drawing/2014/main" id="{20676FB0-548E-44EC-A7C2-ABD03EA19902}"/>
              </a:ext>
            </a:extLst>
          </p:cNvPr>
          <p:cNvSpPr>
            <a:spLocks xmlns:a="http://schemas.openxmlformats.org/drawingml/2006/main" noGrp="1"/>
          </p:cNvSpPr>
          <p:nvPr/>
        </p:nvSpPr>
        <p:spPr>
          <a:xfrm xmlns:a="http://schemas.openxmlformats.org/drawingml/2006/main">
            <a:off x="16173450" y="6677025"/>
            <a:ext cx="1066800"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الخطوة</a:t>
            </a:r>
          </a:p>
        </p:txBody>
      </p:sp>
      <p:sp>
        <p:nvSpPr>
          <p:cNvPr id="28" name="">
            <a:extLst xmlns:a="http://schemas.openxmlformats.org/drawingml/2006/main">
              <a:ext uri="{FF2B5EF4-FFF2-40B4-BE49-F238E27FC236}">
                <a16:creationId xmlns:a16="http://schemas.microsoft.com/office/drawing/2014/main" id="{3C5A1618-ABCD-4CEC-A372-37914331E6CB}"/>
              </a:ext>
            </a:extLst>
          </p:cNvPr>
          <p:cNvSpPr>
            <a:spLocks xmlns:a="http://schemas.openxmlformats.org/drawingml/2006/main" noGrp="1"/>
          </p:cNvSpPr>
          <p:nvPr/>
        </p:nvSpPr>
        <p:spPr>
          <a:xfrm xmlns:a="http://schemas.openxmlformats.org/drawingml/2006/main">
            <a:off x="15165896" y="6677025"/>
            <a:ext cx="885825"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التالية</a:t>
            </a:r>
          </a:p>
        </p:txBody>
      </p:sp>
      <p:sp>
        <p:nvSpPr>
          <p:cNvPr id="29" name="">
            <a:extLst xmlns:a="http://schemas.openxmlformats.org/drawingml/2006/main">
              <a:ext uri="{FF2B5EF4-FFF2-40B4-BE49-F238E27FC236}">
                <a16:creationId xmlns:a16="http://schemas.microsoft.com/office/drawing/2014/main" id="{F08DDF33-E2ED-4CDA-B3C3-739FEAAB8FE1}"/>
              </a:ext>
            </a:extLst>
          </p:cNvPr>
          <p:cNvSpPr>
            <a:spLocks xmlns:a="http://schemas.openxmlformats.org/drawingml/2006/main" noGrp="1"/>
          </p:cNvSpPr>
          <p:nvPr/>
        </p:nvSpPr>
        <p:spPr>
          <a:xfrm xmlns:a="http://schemas.openxmlformats.org/drawingml/2006/main">
            <a:off x="13948791" y="6677025"/>
            <a:ext cx="1095375"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مراجعة</a:t>
            </a:r>
          </a:p>
        </p:txBody>
      </p:sp>
      <p:sp>
        <p:nvSpPr>
          <p:cNvPr id="30" name="">
            <a:extLst xmlns:a="http://schemas.openxmlformats.org/drawingml/2006/main">
              <a:ext uri="{FF2B5EF4-FFF2-40B4-BE49-F238E27FC236}">
                <a16:creationId xmlns:a16="http://schemas.microsoft.com/office/drawing/2014/main" id="{25E1289F-6555-437E-BEF4-633A1E859E06}"/>
              </a:ext>
            </a:extLst>
          </p:cNvPr>
          <p:cNvSpPr>
            <a:spLocks xmlns:a="http://schemas.openxmlformats.org/drawingml/2006/main" noGrp="1"/>
          </p:cNvSpPr>
          <p:nvPr/>
        </p:nvSpPr>
        <p:spPr>
          <a:xfrm xmlns:a="http://schemas.openxmlformats.org/drawingml/2006/main">
            <a:off x="12941237" y="6677025"/>
            <a:ext cx="885825"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علمية</a:t>
            </a:r>
          </a:p>
        </p:txBody>
      </p:sp>
      <p:sp>
        <p:nvSpPr>
          <p:cNvPr id="31" name="">
            <a:extLst xmlns:a="http://schemas.openxmlformats.org/drawingml/2006/main">
              <a:ext uri="{FF2B5EF4-FFF2-40B4-BE49-F238E27FC236}">
                <a16:creationId xmlns:a16="http://schemas.microsoft.com/office/drawing/2014/main" id="{53EE6A20-D5C4-4323-8259-2ED3649FC688}"/>
              </a:ext>
            </a:extLst>
          </p:cNvPr>
          <p:cNvSpPr>
            <a:spLocks xmlns:a="http://schemas.openxmlformats.org/drawingml/2006/main" noGrp="1"/>
          </p:cNvSpPr>
          <p:nvPr/>
        </p:nvSpPr>
        <p:spPr>
          <a:xfrm xmlns:a="http://schemas.openxmlformats.org/drawingml/2006/main">
            <a:off x="11762232" y="6677025"/>
            <a:ext cx="1057275"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مستقلة</a:t>
            </a:r>
          </a:p>
        </p:txBody>
      </p:sp>
      <p:sp>
        <p:nvSpPr>
          <p:cNvPr id="32" name="">
            <a:extLst xmlns:a="http://schemas.openxmlformats.org/drawingml/2006/main">
              <a:ext uri="{FF2B5EF4-FFF2-40B4-BE49-F238E27FC236}">
                <a16:creationId xmlns:a16="http://schemas.microsoft.com/office/drawing/2014/main" id="{56B596BC-FA06-4CE5-A77A-681573165A84}"/>
              </a:ext>
            </a:extLst>
          </p:cNvPr>
          <p:cNvSpPr>
            <a:spLocks xmlns:a="http://schemas.openxmlformats.org/drawingml/2006/main" noGrp="1"/>
          </p:cNvSpPr>
          <p:nvPr/>
        </p:nvSpPr>
        <p:spPr>
          <a:xfrm xmlns:a="http://schemas.openxmlformats.org/drawingml/2006/main">
            <a:off x="10545128" y="6677025"/>
            <a:ext cx="1095375"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وتجربة</a:t>
            </a:r>
          </a:p>
        </p:txBody>
      </p:sp>
      <p:sp>
        <p:nvSpPr>
          <p:cNvPr id="33" name="">
            <a:extLst xmlns:a="http://schemas.openxmlformats.org/drawingml/2006/main">
              <a:ext uri="{FF2B5EF4-FFF2-40B4-BE49-F238E27FC236}">
                <a16:creationId xmlns:a16="http://schemas.microsoft.com/office/drawing/2014/main" id="{81D21811-FB5B-4006-B1DB-19A85CA93A77}"/>
              </a:ext>
            </a:extLst>
          </p:cNvPr>
          <p:cNvSpPr>
            <a:spLocks xmlns:a="http://schemas.openxmlformats.org/drawingml/2006/main" noGrp="1"/>
          </p:cNvSpPr>
          <p:nvPr/>
        </p:nvSpPr>
        <p:spPr>
          <a:xfrm xmlns:a="http://schemas.openxmlformats.org/drawingml/2006/main">
            <a:off x="8880348" y="6677025"/>
            <a:ext cx="1543050"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مستخدمين</a:t>
            </a:r>
          </a:p>
        </p:txBody>
      </p:sp>
      <p:sp>
        <p:nvSpPr>
          <p:cNvPr id="34" name="">
            <a:extLst xmlns:a="http://schemas.openxmlformats.org/drawingml/2006/main">
              <a:ext uri="{FF2B5EF4-FFF2-40B4-BE49-F238E27FC236}">
                <a16:creationId xmlns:a16="http://schemas.microsoft.com/office/drawing/2014/main" id="{173CCE58-111A-47C1-BB82-2A7E2BE6CDE9}"/>
              </a:ext>
            </a:extLst>
          </p:cNvPr>
          <p:cNvSpPr>
            <a:spLocks xmlns:a="http://schemas.openxmlformats.org/drawingml/2006/main" noGrp="1"/>
          </p:cNvSpPr>
          <p:nvPr/>
        </p:nvSpPr>
        <p:spPr>
          <a:xfrm xmlns:a="http://schemas.openxmlformats.org/drawingml/2006/main">
            <a:off x="7929944" y="6677025"/>
            <a:ext cx="828675" cy="67913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450" b="1">
                <a:solidFill>
                  <a:srgbClr val="6150EA"/>
                </a:solidFill>
                <a:latin typeface="Arial"/>
                <a:ea typeface="Arial"/>
                <a:cs typeface="Arial"/>
              </a:defRPr>
            </a:pPr>
            <a:r>
              <a:rPr sz="3450" b="1">
                <a:solidFill>
                  <a:srgbClr val="6150EA"/>
                </a:solidFill>
                <a:latin typeface="Arial"/>
                <a:ea typeface="Arial"/>
                <a:cs typeface="Arial"/>
              </a:rPr>
              <a:t>أوسع</a:t>
            </a:r>
          </a:p>
        </p:txBody>
      </p:sp>
      <p:sp>
        <p:nvSpPr>
          <p:cNvPr id="35" name="">
            <a:extLst xmlns:a="http://schemas.openxmlformats.org/drawingml/2006/main">
              <a:ext uri="{FF2B5EF4-FFF2-40B4-BE49-F238E27FC236}">
                <a16:creationId xmlns:a16="http://schemas.microsoft.com/office/drawing/2014/main" id="{FC0907CE-C715-4273-87DB-546285448ECB}"/>
              </a:ext>
            </a:extLst>
          </p:cNvPr>
          <p:cNvSpPr>
            <a:spLocks xmlns:a="http://schemas.openxmlformats.org/drawingml/2006/main" noGrp="1"/>
          </p:cNvSpPr>
          <p:nvPr/>
        </p:nvSpPr>
        <p:spPr>
          <a:xfrm xmlns:a="http://schemas.openxmlformats.org/drawingml/2006/main">
            <a:off x="16840200" y="8296275"/>
            <a:ext cx="40005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أداة</a:t>
            </a:r>
          </a:p>
        </p:txBody>
      </p:sp>
      <p:sp>
        <p:nvSpPr>
          <p:cNvPr id="36" name="">
            <a:extLst xmlns:a="http://schemas.openxmlformats.org/drawingml/2006/main">
              <a:ext uri="{FF2B5EF4-FFF2-40B4-BE49-F238E27FC236}">
                <a16:creationId xmlns:a16="http://schemas.microsoft.com/office/drawing/2014/main" id="{723E663B-F9B8-401A-8E9A-B49D23B944C2}"/>
              </a:ext>
            </a:extLst>
          </p:cNvPr>
          <p:cNvSpPr>
            <a:spLocks xmlns:a="http://schemas.openxmlformats.org/drawingml/2006/main" noGrp="1"/>
          </p:cNvSpPr>
          <p:nvPr/>
        </p:nvSpPr>
        <p:spPr>
          <a:xfrm xmlns:a="http://schemas.openxmlformats.org/drawingml/2006/main">
            <a:off x="16235839" y="8296275"/>
            <a:ext cx="51435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لتتبّع</a:t>
            </a:r>
          </a:p>
        </p:txBody>
      </p:sp>
      <p:sp>
        <p:nvSpPr>
          <p:cNvPr id="37" name="">
            <a:extLst xmlns:a="http://schemas.openxmlformats.org/drawingml/2006/main">
              <a:ext uri="{FF2B5EF4-FFF2-40B4-BE49-F238E27FC236}">
                <a16:creationId xmlns:a16="http://schemas.microsoft.com/office/drawing/2014/main" id="{85A8BA1B-74BD-40B8-A28D-1DB9653F659D}"/>
              </a:ext>
            </a:extLst>
          </p:cNvPr>
          <p:cNvSpPr>
            <a:spLocks xmlns:a="http://schemas.openxmlformats.org/drawingml/2006/main" noGrp="1"/>
          </p:cNvSpPr>
          <p:nvPr/>
        </p:nvSpPr>
        <p:spPr>
          <a:xfrm xmlns:a="http://schemas.openxmlformats.org/drawingml/2006/main">
            <a:off x="15545753" y="8296275"/>
            <a:ext cx="6000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الأدلة</a:t>
            </a:r>
          </a:p>
        </p:txBody>
      </p:sp>
      <p:sp>
        <p:nvSpPr>
          <p:cNvPr id="38" name="">
            <a:extLst xmlns:a="http://schemas.openxmlformats.org/drawingml/2006/main">
              <a:ext uri="{FF2B5EF4-FFF2-40B4-BE49-F238E27FC236}">
                <a16:creationId xmlns:a16="http://schemas.microsoft.com/office/drawing/2014/main" id="{92DA0112-AB20-4EDD-A9FD-472323C3A640}"/>
              </a:ext>
            </a:extLst>
          </p:cNvPr>
          <p:cNvSpPr>
            <a:spLocks xmlns:a="http://schemas.openxmlformats.org/drawingml/2006/main" noGrp="1"/>
          </p:cNvSpPr>
          <p:nvPr/>
        </p:nvSpPr>
        <p:spPr>
          <a:xfrm xmlns:a="http://schemas.openxmlformats.org/drawingml/2006/main">
            <a:off x="14703266" y="8296275"/>
            <a:ext cx="752475"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وليست</a:t>
            </a:r>
          </a:p>
        </p:txBody>
      </p:sp>
      <p:sp>
        <p:nvSpPr>
          <p:cNvPr id="39" name="">
            <a:extLst xmlns:a="http://schemas.openxmlformats.org/drawingml/2006/main">
              <a:ext uri="{FF2B5EF4-FFF2-40B4-BE49-F238E27FC236}">
                <a16:creationId xmlns:a16="http://schemas.microsoft.com/office/drawing/2014/main" id="{FFF1E249-B251-4AE1-BEAD-34BA54BC9CFD}"/>
              </a:ext>
            </a:extLst>
          </p:cNvPr>
          <p:cNvSpPr>
            <a:spLocks xmlns:a="http://schemas.openxmlformats.org/drawingml/2006/main" noGrp="1"/>
          </p:cNvSpPr>
          <p:nvPr/>
        </p:nvSpPr>
        <p:spPr>
          <a:xfrm xmlns:a="http://schemas.openxmlformats.org/drawingml/2006/main">
            <a:off x="14041755" y="8296275"/>
            <a:ext cx="5715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فتوى</a:t>
            </a:r>
          </a:p>
        </p:txBody>
      </p:sp>
      <p:sp>
        <p:nvSpPr>
          <p:cNvPr id="40" name="">
            <a:extLst xmlns:a="http://schemas.openxmlformats.org/drawingml/2006/main">
              <a:ext uri="{FF2B5EF4-FFF2-40B4-BE49-F238E27FC236}">
                <a16:creationId xmlns:a16="http://schemas.microsoft.com/office/drawing/2014/main" id="{62FCC2E8-537F-4938-A43E-A660CDFE1842}"/>
              </a:ext>
            </a:extLst>
          </p:cNvPr>
          <p:cNvSpPr>
            <a:spLocks xmlns:a="http://schemas.openxmlformats.org/drawingml/2006/main" noGrp="1"/>
          </p:cNvSpPr>
          <p:nvPr/>
        </p:nvSpPr>
        <p:spPr>
          <a:xfrm xmlns:a="http://schemas.openxmlformats.org/drawingml/2006/main">
            <a:off x="13685044" y="8296275"/>
            <a:ext cx="2667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أو</a:t>
            </a:r>
          </a:p>
        </p:txBody>
      </p:sp>
      <p:sp>
        <p:nvSpPr>
          <p:cNvPr id="41" name="">
            <a:extLst xmlns:a="http://schemas.openxmlformats.org/drawingml/2006/main">
              <a:ext uri="{FF2B5EF4-FFF2-40B4-BE49-F238E27FC236}">
                <a16:creationId xmlns:a16="http://schemas.microsoft.com/office/drawing/2014/main" id="{16CD11C9-6AA4-4E94-8F1A-D7866FEB86E5}"/>
              </a:ext>
            </a:extLst>
          </p:cNvPr>
          <p:cNvSpPr>
            <a:spLocks xmlns:a="http://schemas.openxmlformats.org/drawingml/2006/main" noGrp="1"/>
          </p:cNvSpPr>
          <p:nvPr/>
        </p:nvSpPr>
        <p:spPr>
          <a:xfrm xmlns:a="http://schemas.openxmlformats.org/drawingml/2006/main">
            <a:off x="12680633" y="8296275"/>
            <a:ext cx="9144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تصحيحاً</a:t>
            </a:r>
          </a:p>
        </p:txBody>
      </p:sp>
      <p:sp>
        <p:nvSpPr>
          <p:cNvPr id="42" name="">
            <a:extLst xmlns:a="http://schemas.openxmlformats.org/drawingml/2006/main">
              <a:ext uri="{FF2B5EF4-FFF2-40B4-BE49-F238E27FC236}">
                <a16:creationId xmlns:a16="http://schemas.microsoft.com/office/drawing/2014/main" id="{CF65568D-67E3-47E5-8361-946EF2525A16}"/>
              </a:ext>
            </a:extLst>
          </p:cNvPr>
          <p:cNvSpPr>
            <a:spLocks xmlns:a="http://schemas.openxmlformats.org/drawingml/2006/main" noGrp="1"/>
          </p:cNvSpPr>
          <p:nvPr/>
        </p:nvSpPr>
        <p:spPr>
          <a:xfrm xmlns:a="http://schemas.openxmlformats.org/drawingml/2006/main">
            <a:off x="11866721" y="8296275"/>
            <a:ext cx="7239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مستقلاً</a:t>
            </a:r>
          </a:p>
        </p:txBody>
      </p:sp>
      <p:sp>
        <p:nvSpPr>
          <p:cNvPr id="43" name="">
            <a:extLst xmlns:a="http://schemas.openxmlformats.org/drawingml/2006/main">
              <a:ext uri="{FF2B5EF4-FFF2-40B4-BE49-F238E27FC236}">
                <a16:creationId xmlns:a16="http://schemas.microsoft.com/office/drawing/2014/main" id="{CF2AE2C7-C627-487A-AD36-C65FE5ECB57F}"/>
              </a:ext>
            </a:extLst>
          </p:cNvPr>
          <p:cNvSpPr>
            <a:spLocks xmlns:a="http://schemas.openxmlformats.org/drawingml/2006/main" noGrp="1"/>
          </p:cNvSpPr>
          <p:nvPr/>
        </p:nvSpPr>
        <p:spPr>
          <a:xfrm xmlns:a="http://schemas.openxmlformats.org/drawingml/2006/main">
            <a:off x="10786110" y="8296275"/>
            <a:ext cx="990600" cy="5019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550" b="0">
                <a:solidFill>
                  <a:srgbClr val="586277"/>
                </a:solidFill>
                <a:latin typeface="Arial"/>
                <a:ea typeface="Arial"/>
                <a:cs typeface="Arial"/>
              </a:defRPr>
            </a:pPr>
            <a:r>
              <a:rPr sz="2550" b="0">
                <a:solidFill>
                  <a:srgbClr val="586277"/>
                </a:solidFill>
                <a:latin typeface="Arial"/>
                <a:ea typeface="Arial"/>
                <a:cs typeface="Arial"/>
              </a:rPr>
              <a:t>للأحاديث</a:t>
            </a:r>
          </a:p>
        </p:txBody>
      </p:sp>
    </p:spTree>
    <p:extLst>
      <p:ext uri="{BB962C8B-B14F-4D97-AF65-F5344CB8AC3E}">
        <p14:creationId xmlns:p14="http://schemas.microsoft.com/office/powerpoint/2010/main" val="2019709828"/>
      </p:ext>
    </p:extLst>
  </p:cSld>
</p:sld>
</file>

<file path=ppt/slides/slide12.xml><?xml version="1.0" encoding="utf-8"?>
<p:sld xmlns:p="http://schemas.openxmlformats.org/presentationml/2006/main">
  <p:cSld>
    <p:bg>
      <p:bgPr>
        <a:solidFill xmlns:a="http://schemas.openxmlformats.org/drawingml/2006/main">
          <a:srgbClr val="12183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9056E77D-B6D3-4E0A-968C-B3EF81E26F31}"/>
              </a:ext>
            </a:extLst>
          </p:cNvPr>
          <p:cNvSpPr>
            <a:spLocks xmlns:a="http://schemas.openxmlformats.org/drawingml/2006/main" noGrp="1"/>
          </p:cNvSpPr>
          <p:nvPr/>
        </p:nvSpPr>
        <p:spPr>
          <a:xfrm xmlns:a="http://schemas.openxmlformats.org/drawingml/2006/main">
            <a:off x="857250" y="948690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BAC5DF"/>
                </a:solidFill>
                <a:latin typeface="Arial"/>
                <a:ea typeface="Arial"/>
                <a:cs typeface="Arial"/>
              </a:defRPr>
            </a:pPr>
            <a:r>
              <a:rPr sz="1725" b="0">
                <a:solidFill>
                  <a:srgbClr val="BAC5DF"/>
                </a:solidFill>
                <a:latin typeface="Arial"/>
                <a:ea typeface="Arial"/>
                <a:cs typeface="Arial"/>
              </a:rPr>
              <a:t>IsnadLens / 12</a:t>
            </a:r>
          </a:p>
        </p:txBody>
      </p:sp>
      <p:sp>
        <p:nvSpPr>
          <p:cNvPr id="2" name="">
            <a:extLst xmlns:a="http://schemas.openxmlformats.org/drawingml/2006/main">
              <a:ext uri="{FF2B5EF4-FFF2-40B4-BE49-F238E27FC236}">
                <a16:creationId xmlns:a16="http://schemas.microsoft.com/office/drawing/2014/main" id="{7EB0DD21-4CE3-42C4-8A0C-B8D01F5705F9}"/>
              </a:ext>
            </a:extLst>
          </p:cNvPr>
          <p:cNvSpPr>
            <a:spLocks xmlns:a="http://schemas.openxmlformats.org/drawingml/2006/main" noGrp="1"/>
          </p:cNvSpPr>
          <p:nvPr/>
        </p:nvSpPr>
        <p:spPr>
          <a:xfrm xmlns:a="http://schemas.openxmlformats.org/drawingml/2006/main">
            <a:off x="16983075" y="9486900"/>
            <a:ext cx="44767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تحدي</a:t>
            </a:r>
          </a:p>
        </p:txBody>
      </p:sp>
      <p:sp>
        <p:nvSpPr>
          <p:cNvPr id="3" name="">
            <a:extLst xmlns:a="http://schemas.openxmlformats.org/drawingml/2006/main">
              <a:ext uri="{FF2B5EF4-FFF2-40B4-BE49-F238E27FC236}">
                <a16:creationId xmlns:a16="http://schemas.microsoft.com/office/drawing/2014/main" id="{F57E252D-7E13-4994-AB5A-D0E36DACE190}"/>
              </a:ext>
            </a:extLst>
          </p:cNvPr>
          <p:cNvSpPr>
            <a:spLocks xmlns:a="http://schemas.openxmlformats.org/drawingml/2006/main" noGrp="1"/>
          </p:cNvSpPr>
          <p:nvPr/>
        </p:nvSpPr>
        <p:spPr>
          <a:xfrm xmlns:a="http://schemas.openxmlformats.org/drawingml/2006/main">
            <a:off x="16440150" y="9486900"/>
            <a:ext cx="4572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الذكاء</a:t>
            </a:r>
          </a:p>
        </p:txBody>
      </p:sp>
      <p:sp>
        <p:nvSpPr>
          <p:cNvPr id="4" name="">
            <a:extLst xmlns:a="http://schemas.openxmlformats.org/drawingml/2006/main">
              <a:ext uri="{FF2B5EF4-FFF2-40B4-BE49-F238E27FC236}">
                <a16:creationId xmlns:a16="http://schemas.microsoft.com/office/drawing/2014/main" id="{72695B33-7E6C-4F15-BCD9-BA8313F6C874}"/>
              </a:ext>
            </a:extLst>
          </p:cNvPr>
          <p:cNvSpPr>
            <a:spLocks xmlns:a="http://schemas.openxmlformats.org/drawingml/2006/main" noGrp="1"/>
          </p:cNvSpPr>
          <p:nvPr/>
        </p:nvSpPr>
        <p:spPr>
          <a:xfrm xmlns:a="http://schemas.openxmlformats.org/drawingml/2006/main">
            <a:off x="15468600" y="9486900"/>
            <a:ext cx="8858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الاصطناعي</a:t>
            </a:r>
          </a:p>
        </p:txBody>
      </p:sp>
      <p:sp>
        <p:nvSpPr>
          <p:cNvPr id="5" name="">
            <a:extLst xmlns:a="http://schemas.openxmlformats.org/drawingml/2006/main">
              <a:ext uri="{FF2B5EF4-FFF2-40B4-BE49-F238E27FC236}">
                <a16:creationId xmlns:a16="http://schemas.microsoft.com/office/drawing/2014/main" id="{2805EEC1-978C-4600-B17D-29FC3CD82A05}"/>
              </a:ext>
            </a:extLst>
          </p:cNvPr>
          <p:cNvSpPr>
            <a:spLocks xmlns:a="http://schemas.openxmlformats.org/drawingml/2006/main" noGrp="1"/>
          </p:cNvSpPr>
          <p:nvPr/>
        </p:nvSpPr>
        <p:spPr>
          <a:xfrm xmlns:a="http://schemas.openxmlformats.org/drawingml/2006/main">
            <a:off x="15135225" y="9486900"/>
            <a:ext cx="2476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في</a:t>
            </a:r>
          </a:p>
        </p:txBody>
      </p:sp>
      <p:sp>
        <p:nvSpPr>
          <p:cNvPr id="6" name="">
            <a:extLst xmlns:a="http://schemas.openxmlformats.org/drawingml/2006/main">
              <a:ext uri="{FF2B5EF4-FFF2-40B4-BE49-F238E27FC236}">
                <a16:creationId xmlns:a16="http://schemas.microsoft.com/office/drawing/2014/main" id="{4F17A5DE-A1E7-410A-8FCB-B9254B44FBF4}"/>
              </a:ext>
            </a:extLst>
          </p:cNvPr>
          <p:cNvSpPr>
            <a:spLocks xmlns:a="http://schemas.openxmlformats.org/drawingml/2006/main" noGrp="1"/>
          </p:cNvSpPr>
          <p:nvPr/>
        </p:nvSpPr>
        <p:spPr>
          <a:xfrm xmlns:a="http://schemas.openxmlformats.org/drawingml/2006/main">
            <a:off x="14630400" y="9486900"/>
            <a:ext cx="41910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خدمة</a:t>
            </a:r>
          </a:p>
        </p:txBody>
      </p:sp>
      <p:sp>
        <p:nvSpPr>
          <p:cNvPr id="7" name="">
            <a:extLst xmlns:a="http://schemas.openxmlformats.org/drawingml/2006/main">
              <a:ext uri="{FF2B5EF4-FFF2-40B4-BE49-F238E27FC236}">
                <a16:creationId xmlns:a16="http://schemas.microsoft.com/office/drawing/2014/main" id="{17CC0B53-C28E-475D-9773-B5CF5D422E04}"/>
              </a:ext>
            </a:extLst>
          </p:cNvPr>
          <p:cNvSpPr>
            <a:spLocks xmlns:a="http://schemas.openxmlformats.org/drawingml/2006/main" noGrp="1"/>
          </p:cNvSpPr>
          <p:nvPr/>
        </p:nvSpPr>
        <p:spPr>
          <a:xfrm xmlns:a="http://schemas.openxmlformats.org/drawingml/2006/main">
            <a:off x="13839825" y="9486900"/>
            <a:ext cx="704850"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الدراسات</a:t>
            </a:r>
          </a:p>
        </p:txBody>
      </p:sp>
      <p:sp>
        <p:nvSpPr>
          <p:cNvPr id="8" name="">
            <a:extLst xmlns:a="http://schemas.openxmlformats.org/drawingml/2006/main">
              <a:ext uri="{FF2B5EF4-FFF2-40B4-BE49-F238E27FC236}">
                <a16:creationId xmlns:a16="http://schemas.microsoft.com/office/drawing/2014/main" id="{3E9912C7-C904-406C-8A2C-A993626C9363}"/>
              </a:ext>
            </a:extLst>
          </p:cNvPr>
          <p:cNvSpPr>
            <a:spLocks xmlns:a="http://schemas.openxmlformats.org/drawingml/2006/main" noGrp="1"/>
          </p:cNvSpPr>
          <p:nvPr/>
        </p:nvSpPr>
        <p:spPr>
          <a:xfrm xmlns:a="http://schemas.openxmlformats.org/drawingml/2006/main">
            <a:off x="13058775" y="9486900"/>
            <a:ext cx="695325" cy="33956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0">
                <a:solidFill>
                  <a:srgbClr val="BAC5DF"/>
                </a:solidFill>
                <a:latin typeface="Arial"/>
                <a:ea typeface="Arial"/>
                <a:cs typeface="Arial"/>
              </a:defRPr>
            </a:pPr>
            <a:r>
              <a:rPr sz="1725" b="0">
                <a:solidFill>
                  <a:srgbClr val="BAC5DF"/>
                </a:solidFill>
                <a:latin typeface="Arial"/>
                <a:ea typeface="Arial"/>
                <a:cs typeface="Arial"/>
              </a:rPr>
              <a:t>الإسلامية</a:t>
            </a:r>
          </a:p>
        </p:txBody>
      </p:sp>
      <p:sp>
        <p:nvSpPr>
          <p:cNvPr id="9" name="">
            <a:extLst xmlns:a="http://schemas.openxmlformats.org/drawingml/2006/main">
              <a:ext uri="{FF2B5EF4-FFF2-40B4-BE49-F238E27FC236}">
                <a16:creationId xmlns:a16="http://schemas.microsoft.com/office/drawing/2014/main" id="{C5EB1ED6-F656-4630-B0F9-6C480BB5FA60}"/>
              </a:ext>
            </a:extLst>
          </p:cNvPr>
          <p:cNvSpPr>
            <a:spLocks xmlns:a="http://schemas.openxmlformats.org/drawingml/2006/main" noGrp="1"/>
          </p:cNvSpPr>
          <p:nvPr/>
        </p:nvSpPr>
        <p:spPr>
          <a:xfrm xmlns:a="http://schemas.openxmlformats.org/drawingml/2006/main">
            <a:off x="16087725" y="2000250"/>
            <a:ext cx="1152525" cy="1343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825" b="1">
                <a:solidFill>
                  <a:srgbClr val="FFFFFF"/>
                </a:solidFill>
                <a:latin typeface="Arial"/>
                <a:ea typeface="Arial"/>
                <a:cs typeface="Arial"/>
              </a:defRPr>
            </a:pPr>
            <a:r>
              <a:rPr sz="6825" b="1">
                <a:solidFill>
                  <a:srgbClr val="FFFFFF"/>
                </a:solidFill>
                <a:latin typeface="Arial"/>
                <a:ea typeface="Arial"/>
                <a:cs typeface="Arial"/>
              </a:rPr>
              <a:t>أريد</a:t>
            </a:r>
          </a:p>
        </p:txBody>
      </p:sp>
      <p:sp>
        <p:nvSpPr>
          <p:cNvPr id="10" name="">
            <a:extLst xmlns:a="http://schemas.openxmlformats.org/drawingml/2006/main">
              <a:ext uri="{FF2B5EF4-FFF2-40B4-BE49-F238E27FC236}">
                <a16:creationId xmlns:a16="http://schemas.microsoft.com/office/drawing/2014/main" id="{736A28E8-C8CC-429C-976B-9B3866DC5527}"/>
              </a:ext>
            </a:extLst>
          </p:cNvPr>
          <p:cNvSpPr>
            <a:spLocks xmlns:a="http://schemas.openxmlformats.org/drawingml/2006/main" noGrp="1"/>
          </p:cNvSpPr>
          <p:nvPr/>
        </p:nvSpPr>
        <p:spPr>
          <a:xfrm xmlns:a="http://schemas.openxmlformats.org/drawingml/2006/main">
            <a:off x="15132558" y="2000250"/>
            <a:ext cx="714375" cy="1343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825" b="1">
                <a:solidFill>
                  <a:srgbClr val="FFFFFF"/>
                </a:solidFill>
                <a:latin typeface="Arial"/>
                <a:ea typeface="Arial"/>
                <a:cs typeface="Arial"/>
              </a:defRPr>
            </a:pPr>
            <a:r>
              <a:rPr sz="6825" b="1">
                <a:solidFill>
                  <a:srgbClr val="FFFFFF"/>
                </a:solidFill>
                <a:latin typeface="Arial"/>
                <a:ea typeface="Arial"/>
                <a:cs typeface="Arial"/>
              </a:rPr>
              <a:t>أن</a:t>
            </a:r>
          </a:p>
        </p:txBody>
      </p:sp>
      <p:sp>
        <p:nvSpPr>
          <p:cNvPr id="11" name="">
            <a:extLst xmlns:a="http://schemas.openxmlformats.org/drawingml/2006/main">
              <a:ext uri="{FF2B5EF4-FFF2-40B4-BE49-F238E27FC236}">
                <a16:creationId xmlns:a16="http://schemas.microsoft.com/office/drawing/2014/main" id="{01B41141-6695-4C01-812A-39F6C6C21592}"/>
              </a:ext>
            </a:extLst>
          </p:cNvPr>
          <p:cNvSpPr>
            <a:spLocks xmlns:a="http://schemas.openxmlformats.org/drawingml/2006/main" noGrp="1"/>
          </p:cNvSpPr>
          <p:nvPr/>
        </p:nvSpPr>
        <p:spPr>
          <a:xfrm xmlns:a="http://schemas.openxmlformats.org/drawingml/2006/main">
            <a:off x="13710666" y="2000250"/>
            <a:ext cx="1181100" cy="1343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825" b="1">
                <a:solidFill>
                  <a:srgbClr val="FFFFFF"/>
                </a:solidFill>
                <a:latin typeface="Arial"/>
                <a:ea typeface="Arial"/>
                <a:cs typeface="Arial"/>
              </a:defRPr>
            </a:pPr>
            <a:r>
              <a:rPr sz="6825" b="1">
                <a:solidFill>
                  <a:srgbClr val="FFFFFF"/>
                </a:solidFill>
                <a:latin typeface="Arial"/>
                <a:ea typeface="Arial"/>
                <a:cs typeface="Arial"/>
              </a:rPr>
              <a:t>أرى</a:t>
            </a:r>
          </a:p>
        </p:txBody>
      </p:sp>
      <p:sp>
        <p:nvSpPr>
          <p:cNvPr id="12" name="">
            <a:extLst xmlns:a="http://schemas.openxmlformats.org/drawingml/2006/main">
              <a:ext uri="{FF2B5EF4-FFF2-40B4-BE49-F238E27FC236}">
                <a16:creationId xmlns:a16="http://schemas.microsoft.com/office/drawing/2014/main" id="{472487A6-FF51-49EF-A2DC-FB4F27A81B74}"/>
              </a:ext>
            </a:extLst>
          </p:cNvPr>
          <p:cNvSpPr>
            <a:spLocks xmlns:a="http://schemas.openxmlformats.org/drawingml/2006/main" noGrp="1"/>
          </p:cNvSpPr>
          <p:nvPr/>
        </p:nvSpPr>
        <p:spPr>
          <a:xfrm xmlns:a="http://schemas.openxmlformats.org/drawingml/2006/main">
            <a:off x="11888724" y="2000250"/>
            <a:ext cx="1581150" cy="1343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825" b="1">
                <a:solidFill>
                  <a:srgbClr val="FFFFFF"/>
                </a:solidFill>
                <a:latin typeface="Arial"/>
                <a:ea typeface="Arial"/>
                <a:cs typeface="Arial"/>
              </a:defRPr>
            </a:pPr>
            <a:r>
              <a:rPr sz="6825" b="1">
                <a:solidFill>
                  <a:srgbClr val="FFFFFF"/>
                </a:solidFill>
                <a:latin typeface="Arial"/>
                <a:ea typeface="Arial"/>
                <a:cs typeface="Arial"/>
              </a:rPr>
              <a:t>الدليل</a:t>
            </a:r>
          </a:p>
        </p:txBody>
      </p:sp>
      <p:sp>
        <p:nvSpPr>
          <p:cNvPr id="13" name="">
            <a:extLst xmlns:a="http://schemas.openxmlformats.org/drawingml/2006/main">
              <a:ext uri="{FF2B5EF4-FFF2-40B4-BE49-F238E27FC236}">
                <a16:creationId xmlns:a16="http://schemas.microsoft.com/office/drawing/2014/main" id="{FAC69B48-DD02-45AA-994C-0D34CE9F47DB}"/>
              </a:ext>
            </a:extLst>
          </p:cNvPr>
          <p:cNvSpPr>
            <a:spLocks xmlns:a="http://schemas.openxmlformats.org/drawingml/2006/main" noGrp="1"/>
          </p:cNvSpPr>
          <p:nvPr/>
        </p:nvSpPr>
        <p:spPr>
          <a:xfrm xmlns:a="http://schemas.openxmlformats.org/drawingml/2006/main">
            <a:off x="9809607" y="2000250"/>
            <a:ext cx="1838325" cy="134350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6825" b="1">
                <a:solidFill>
                  <a:srgbClr val="FFFFFF"/>
                </a:solidFill>
                <a:latin typeface="Arial"/>
                <a:ea typeface="Arial"/>
                <a:cs typeface="Arial"/>
              </a:defRPr>
            </a:pPr>
            <a:r>
              <a:rPr sz="6825" b="1">
                <a:solidFill>
                  <a:srgbClr val="FFFFFF"/>
                </a:solidFill>
                <a:latin typeface="Arial"/>
                <a:ea typeface="Arial"/>
                <a:cs typeface="Arial"/>
              </a:rPr>
              <a:t>بنفسي</a:t>
            </a:r>
          </a:p>
        </p:txBody>
      </p:sp>
      <p:sp>
        <p:nvSpPr>
          <p:cNvPr id="14" name="">
            <a:extLst xmlns:a="http://schemas.openxmlformats.org/drawingml/2006/main">
              <a:ext uri="{FF2B5EF4-FFF2-40B4-BE49-F238E27FC236}">
                <a16:creationId xmlns:a16="http://schemas.microsoft.com/office/drawing/2014/main" id="{492E1FF3-B139-404F-A4D5-FC36D4D6A50D}"/>
              </a:ext>
            </a:extLst>
          </p:cNvPr>
          <p:cNvSpPr>
            <a:spLocks xmlns:a="http://schemas.openxmlformats.org/drawingml/2006/main" noGrp="1"/>
          </p:cNvSpPr>
          <p:nvPr/>
        </p:nvSpPr>
        <p:spPr>
          <a:xfrm xmlns:a="http://schemas.openxmlformats.org/drawingml/2006/main">
            <a:off x="16468725" y="3952875"/>
            <a:ext cx="771525"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وأن</a:t>
            </a:r>
          </a:p>
        </p:txBody>
      </p:sp>
      <p:sp>
        <p:nvSpPr>
          <p:cNvPr id="15" name="">
            <a:extLst xmlns:a="http://schemas.openxmlformats.org/drawingml/2006/main">
              <a:ext uri="{FF2B5EF4-FFF2-40B4-BE49-F238E27FC236}">
                <a16:creationId xmlns:a16="http://schemas.microsoft.com/office/drawing/2014/main" id="{03914252-40E0-4879-9D5E-52EDB6070EE0}"/>
              </a:ext>
            </a:extLst>
          </p:cNvPr>
          <p:cNvSpPr>
            <a:spLocks xmlns:a="http://schemas.openxmlformats.org/drawingml/2006/main" noGrp="1"/>
          </p:cNvSpPr>
          <p:nvPr/>
        </p:nvSpPr>
        <p:spPr>
          <a:xfrm xmlns:a="http://schemas.openxmlformats.org/drawingml/2006/main">
            <a:off x="15499270" y="3952875"/>
            <a:ext cx="800100"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أفهم</a:t>
            </a:r>
          </a:p>
        </p:txBody>
      </p:sp>
      <p:sp>
        <p:nvSpPr>
          <p:cNvPr id="16" name="">
            <a:extLst xmlns:a="http://schemas.openxmlformats.org/drawingml/2006/main">
              <a:ext uri="{FF2B5EF4-FFF2-40B4-BE49-F238E27FC236}">
                <a16:creationId xmlns:a16="http://schemas.microsoft.com/office/drawing/2014/main" id="{59466562-938B-4AA4-BCBC-18D213236B5E}"/>
              </a:ext>
            </a:extLst>
          </p:cNvPr>
          <p:cNvSpPr>
            <a:spLocks xmlns:a="http://schemas.openxmlformats.org/drawingml/2006/main" noGrp="1"/>
          </p:cNvSpPr>
          <p:nvPr/>
        </p:nvSpPr>
        <p:spPr>
          <a:xfrm xmlns:a="http://schemas.openxmlformats.org/drawingml/2006/main">
            <a:off x="14891766" y="3952875"/>
            <a:ext cx="438150"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ما</a:t>
            </a:r>
          </a:p>
        </p:txBody>
      </p:sp>
      <p:sp>
        <p:nvSpPr>
          <p:cNvPr id="17" name="">
            <a:extLst xmlns:a="http://schemas.openxmlformats.org/drawingml/2006/main">
              <a:ext uri="{FF2B5EF4-FFF2-40B4-BE49-F238E27FC236}">
                <a16:creationId xmlns:a16="http://schemas.microsoft.com/office/drawing/2014/main" id="{9392ABCD-C675-4924-ADC7-D4D57667B22A}"/>
              </a:ext>
            </a:extLst>
          </p:cNvPr>
          <p:cNvSpPr>
            <a:spLocks xmlns:a="http://schemas.openxmlformats.org/drawingml/2006/main" noGrp="1"/>
          </p:cNvSpPr>
          <p:nvPr/>
        </p:nvSpPr>
        <p:spPr>
          <a:xfrm xmlns:a="http://schemas.openxmlformats.org/drawingml/2006/main">
            <a:off x="13836586" y="3952875"/>
            <a:ext cx="885825"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يثبته</a:t>
            </a:r>
          </a:p>
        </p:txBody>
      </p:sp>
      <p:sp>
        <p:nvSpPr>
          <p:cNvPr id="18" name="">
            <a:extLst xmlns:a="http://schemas.openxmlformats.org/drawingml/2006/main">
              <a:ext uri="{FF2B5EF4-FFF2-40B4-BE49-F238E27FC236}">
                <a16:creationId xmlns:a16="http://schemas.microsoft.com/office/drawing/2014/main" id="{21A8A38F-8DFC-45DF-B9EC-0D627B538DBE}"/>
              </a:ext>
            </a:extLst>
          </p:cNvPr>
          <p:cNvSpPr>
            <a:spLocks xmlns:a="http://schemas.openxmlformats.org/drawingml/2006/main" noGrp="1"/>
          </p:cNvSpPr>
          <p:nvPr/>
        </p:nvSpPr>
        <p:spPr>
          <a:xfrm xmlns:a="http://schemas.openxmlformats.org/drawingml/2006/main">
            <a:off x="12962382" y="3952875"/>
            <a:ext cx="704850"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وما</a:t>
            </a:r>
          </a:p>
        </p:txBody>
      </p:sp>
      <p:sp>
        <p:nvSpPr>
          <p:cNvPr id="19" name="">
            <a:extLst xmlns:a="http://schemas.openxmlformats.org/drawingml/2006/main">
              <a:ext uri="{FF2B5EF4-FFF2-40B4-BE49-F238E27FC236}">
                <a16:creationId xmlns:a16="http://schemas.microsoft.com/office/drawing/2014/main" id="{5110108B-707A-4653-9ED7-92C8BC31D219}"/>
              </a:ext>
            </a:extLst>
          </p:cNvPr>
          <p:cNvSpPr>
            <a:spLocks xmlns:a="http://schemas.openxmlformats.org/drawingml/2006/main" noGrp="1"/>
          </p:cNvSpPr>
          <p:nvPr/>
        </p:nvSpPr>
        <p:spPr>
          <a:xfrm xmlns:a="http://schemas.openxmlformats.org/drawingml/2006/main">
            <a:off x="11916727" y="3952875"/>
            <a:ext cx="876300"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يظل</a:t>
            </a:r>
          </a:p>
        </p:txBody>
      </p:sp>
      <p:sp>
        <p:nvSpPr>
          <p:cNvPr id="20" name="">
            <a:extLst xmlns:a="http://schemas.openxmlformats.org/drawingml/2006/main">
              <a:ext uri="{FF2B5EF4-FFF2-40B4-BE49-F238E27FC236}">
                <a16:creationId xmlns:a16="http://schemas.microsoft.com/office/drawing/2014/main" id="{5A2CEC18-62FA-481D-A9EF-B8E713BD44C5}"/>
              </a:ext>
            </a:extLst>
          </p:cNvPr>
          <p:cNvSpPr>
            <a:spLocks xmlns:a="http://schemas.openxmlformats.org/drawingml/2006/main" noGrp="1"/>
          </p:cNvSpPr>
          <p:nvPr/>
        </p:nvSpPr>
        <p:spPr>
          <a:xfrm xmlns:a="http://schemas.openxmlformats.org/drawingml/2006/main">
            <a:off x="10918698" y="3952875"/>
            <a:ext cx="828675"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غير</a:t>
            </a:r>
          </a:p>
        </p:txBody>
      </p:sp>
      <p:sp>
        <p:nvSpPr>
          <p:cNvPr id="21" name="">
            <a:extLst xmlns:a="http://schemas.openxmlformats.org/drawingml/2006/main">
              <a:ext uri="{FF2B5EF4-FFF2-40B4-BE49-F238E27FC236}">
                <a16:creationId xmlns:a16="http://schemas.microsoft.com/office/drawing/2014/main" id="{57FC5D50-A02D-4D5E-966D-D83D3C793CA0}"/>
              </a:ext>
            </a:extLst>
          </p:cNvPr>
          <p:cNvSpPr>
            <a:spLocks xmlns:a="http://schemas.openxmlformats.org/drawingml/2006/main" noGrp="1"/>
          </p:cNvSpPr>
          <p:nvPr/>
        </p:nvSpPr>
        <p:spPr>
          <a:xfrm xmlns:a="http://schemas.openxmlformats.org/drawingml/2006/main">
            <a:off x="9330118" y="3952875"/>
            <a:ext cx="1419225" cy="9448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800" b="0">
                <a:solidFill>
                  <a:srgbClr val="2EF2C2"/>
                </a:solidFill>
                <a:latin typeface="Arial"/>
                <a:ea typeface="Arial"/>
                <a:cs typeface="Arial"/>
              </a:defRPr>
            </a:pPr>
            <a:r>
              <a:rPr sz="4800" b="0">
                <a:solidFill>
                  <a:srgbClr val="2EF2C2"/>
                </a:solidFill>
                <a:latin typeface="Arial"/>
                <a:ea typeface="Arial"/>
                <a:cs typeface="Arial"/>
              </a:rPr>
              <a:t>محسوم</a:t>
            </a:r>
          </a:p>
        </p:txBody>
      </p:sp>
      <p:sp>
        <p:nvSpPr>
          <p:cNvPr id="22" name="">
            <a:extLst xmlns:a="http://schemas.openxmlformats.org/drawingml/2006/main">
              <a:ext uri="{FF2B5EF4-FFF2-40B4-BE49-F238E27FC236}">
                <a16:creationId xmlns:a16="http://schemas.microsoft.com/office/drawing/2014/main" id="{CD6656F8-37BA-4B0F-B8CC-54B99B5836B5}"/>
              </a:ext>
            </a:extLst>
          </p:cNvPr>
          <p:cNvSpPr>
            <a:spLocks xmlns:a="http://schemas.openxmlformats.org/drawingml/2006/main" noGrp="1"/>
          </p:cNvSpPr>
          <p:nvPr/>
        </p:nvSpPr>
        <p:spPr>
          <a:xfrm xmlns:a="http://schemas.openxmlformats.org/drawingml/2006/main">
            <a:off x="1047750" y="6572250"/>
            <a:ext cx="1619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4500" b="0">
                <a:solidFill>
                  <a:srgbClr val="FFFFFF"/>
                </a:solidFill>
                <a:latin typeface="Arial"/>
                <a:ea typeface="Arial"/>
                <a:cs typeface="Arial"/>
              </a:defRPr>
            </a:pPr>
            <a:r>
              <a:rPr sz="4500" b="0">
                <a:solidFill>
                  <a:srgbClr val="FFFFFF"/>
                </a:solidFill>
                <a:latin typeface="Arial"/>
                <a:ea typeface="Arial"/>
                <a:cs typeface="Arial"/>
              </a:rPr>
              <a:t>isnadlens.alfarrajpolyclinic.com</a:t>
            </a:r>
          </a:p>
        </p:txBody>
      </p:sp>
      <p:sp>
        <p:nvSpPr>
          <p:cNvPr id="23" name="">
            <a:extLst xmlns:a="http://schemas.openxmlformats.org/drawingml/2006/main">
              <a:ext uri="{FF2B5EF4-FFF2-40B4-BE49-F238E27FC236}">
                <a16:creationId xmlns:a16="http://schemas.microsoft.com/office/drawing/2014/main" id="{16160944-7FC4-43BD-8C25-CED63ED08CF4}"/>
              </a:ext>
            </a:extLst>
          </p:cNvPr>
          <p:cNvSpPr>
            <a:spLocks xmlns:a="http://schemas.openxmlformats.org/drawingml/2006/main" noGrp="1"/>
          </p:cNvSpPr>
          <p:nvPr/>
        </p:nvSpPr>
        <p:spPr>
          <a:xfrm xmlns:a="http://schemas.openxmlformats.org/drawingml/2006/main">
            <a:off x="16325850" y="8039100"/>
            <a:ext cx="914400" cy="6938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525" b="1">
                <a:solidFill>
                  <a:srgbClr val="FFFFFF"/>
                </a:solidFill>
                <a:latin typeface="Arial"/>
                <a:ea typeface="Arial"/>
                <a:cs typeface="Arial"/>
              </a:defRPr>
            </a:pPr>
            <a:r>
              <a:rPr sz="3525" b="1">
                <a:solidFill>
                  <a:srgbClr val="FFFFFF"/>
                </a:solidFill>
                <a:latin typeface="Arial"/>
                <a:ea typeface="Arial"/>
                <a:cs typeface="Arial"/>
              </a:rPr>
              <a:t>عدسة</a:t>
            </a:r>
          </a:p>
        </p:txBody>
      </p:sp>
      <p:sp>
        <p:nvSpPr>
          <p:cNvPr id="24" name="">
            <a:extLst xmlns:a="http://schemas.openxmlformats.org/drawingml/2006/main">
              <a:ext uri="{FF2B5EF4-FFF2-40B4-BE49-F238E27FC236}">
                <a16:creationId xmlns:a16="http://schemas.microsoft.com/office/drawing/2014/main" id="{B276AB7B-99C1-4602-82BB-233E35DDB1DF}"/>
              </a:ext>
            </a:extLst>
          </p:cNvPr>
          <p:cNvSpPr>
            <a:spLocks xmlns:a="http://schemas.openxmlformats.org/drawingml/2006/main" noGrp="1"/>
          </p:cNvSpPr>
          <p:nvPr/>
        </p:nvSpPr>
        <p:spPr>
          <a:xfrm xmlns:a="http://schemas.openxmlformats.org/drawingml/2006/main">
            <a:off x="15172753" y="8039100"/>
            <a:ext cx="1028700" cy="693896"/>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t">
            <a:noAutofit/>
          </a:bodyPr>
          <a:lstStyle xmlns:a="http://schemas.openxmlformats.org/drawingml/2006/main"/>
          <a:p xmlns:a="http://schemas.openxmlformats.org/drawingml/2006/main">
            <a:pPr algn="ctr">
              <a:defRPr sz="3525" b="1">
                <a:solidFill>
                  <a:srgbClr val="FFFFFF"/>
                </a:solidFill>
                <a:latin typeface="Arial"/>
                <a:ea typeface="Arial"/>
                <a:cs typeface="Arial"/>
              </a:defRPr>
            </a:pPr>
            <a:r>
              <a:rPr sz="3525" b="1">
                <a:solidFill>
                  <a:srgbClr val="FFFFFF"/>
                </a:solidFill>
                <a:latin typeface="Arial"/>
                <a:ea typeface="Arial"/>
                <a:cs typeface="Arial"/>
              </a:rPr>
              <a:t>الإسناد</a:t>
            </a:r>
          </a:p>
        </p:txBody>
      </p:sp>
    </p:spTree>
    <p:extLst>
      <p:ext uri="{BB962C8B-B14F-4D97-AF65-F5344CB8AC3E}">
        <p14:creationId xmlns:p14="http://schemas.microsoft.com/office/powerpoint/2010/main" val="9682933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2026-10-06T12:51:50.8570000Z</dcterms:created>
  <dcterms:modified xsi:type="dcterms:W3CDTF">2026-10-06T12:51:50.8570000Z</dcterms:modified>
</coreProperties>
</file>